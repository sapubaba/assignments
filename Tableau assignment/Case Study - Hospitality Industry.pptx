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0"/>
  </p:notesMasterIdLst>
  <p:sldIdLst>
    <p:sldId id="256" r:id="rId2"/>
    <p:sldId id="261" r:id="rId3"/>
    <p:sldId id="306" r:id="rId4"/>
    <p:sldId id="307" r:id="rId5"/>
    <p:sldId id="308" r:id="rId6"/>
    <p:sldId id="309" r:id="rId7"/>
    <p:sldId id="310" r:id="rId8"/>
    <p:sldId id="311" r:id="rId9"/>
  </p:sldIdLst>
  <p:sldSz cx="9144000" cy="5143500" type="screen16x9"/>
  <p:notesSz cx="6858000" cy="9144000"/>
  <p:embeddedFontLst>
    <p:embeddedFont>
      <p:font typeface="Montserrat" charset="0"/>
      <p:regular r:id="rId11"/>
      <p:bold r:id="rId12"/>
      <p:italic r:id="rId13"/>
      <p:boldItalic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Raleway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553">
          <p15:clr>
            <a:srgbClr val="9AA0A6"/>
          </p15:clr>
        </p15:guide>
        <p15:guide id="2" orient="horz" pos="271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DC33D68-D66B-4301-8909-D5203F7ABB60}">
  <a:tblStyle styleId="{1DC33D68-D66B-4301-8909-D5203F7AB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418" y="19"/>
      </p:cViewPr>
      <p:guideLst>
        <p:guide orient="horz" pos="553"/>
        <p:guide orient="horz" pos="27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75402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c1b75c0d8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c1b75c0d8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c1b75c0d8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c1b75c0d8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c1b75c0d8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c1b75c0d8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c1b75c0d8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c1b75c0d8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c1b75c0d8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c1b75c0d8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c1b75c0d8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c1b75c0d8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69999" y="1330925"/>
            <a:ext cx="6804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04400" y="3420475"/>
            <a:ext cx="5735100" cy="3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5400000">
            <a:off x="200925" y="2751700"/>
            <a:ext cx="1063850" cy="3239750"/>
            <a:chOff x="146675" y="378750"/>
            <a:chExt cx="1063850" cy="3239750"/>
          </a:xfrm>
        </p:grpSpPr>
        <p:sp>
          <p:nvSpPr>
            <p:cNvPr id="12" name="Google Shape;12;p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 rot="5400000" flipH="1">
            <a:off x="8107100" y="-830750"/>
            <a:ext cx="1063850" cy="3239750"/>
            <a:chOff x="146675" y="378750"/>
            <a:chExt cx="1063850" cy="3239750"/>
          </a:xfrm>
        </p:grpSpPr>
        <p:sp>
          <p:nvSpPr>
            <p:cNvPr id="16" name="Google Shape;16;p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/>
          <p:nvPr/>
        </p:nvSpPr>
        <p:spPr>
          <a:xfrm rot="-5400000" flipH="1">
            <a:off x="1495800" y="-1392025"/>
            <a:ext cx="473400" cy="4246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title"/>
          </p:nvPr>
        </p:nvSpPr>
        <p:spPr>
          <a:xfrm>
            <a:off x="540000" y="439650"/>
            <a:ext cx="327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3" name="Google Shape;123;p14"/>
          <p:cNvSpPr txBox="1">
            <a:spLocks noGrp="1"/>
          </p:cNvSpPr>
          <p:nvPr>
            <p:ph type="subTitle" idx="1"/>
          </p:nvPr>
        </p:nvSpPr>
        <p:spPr>
          <a:xfrm>
            <a:off x="540000" y="1747275"/>
            <a:ext cx="4246800" cy="24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>
            <a:spLocks noGrp="1"/>
          </p:cNvSpPr>
          <p:nvPr>
            <p:ph type="ctrTitle"/>
          </p:nvPr>
        </p:nvSpPr>
        <p:spPr>
          <a:xfrm>
            <a:off x="1183196" y="1354675"/>
            <a:ext cx="6804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NYCest Places</a:t>
            </a:r>
            <a:endParaRPr dirty="0"/>
          </a:p>
        </p:txBody>
      </p:sp>
      <p:sp>
        <p:nvSpPr>
          <p:cNvPr id="229" name="Google Shape;229;p25"/>
          <p:cNvSpPr txBox="1">
            <a:spLocks noGrp="1"/>
          </p:cNvSpPr>
          <p:nvPr>
            <p:ph type="subTitle" idx="1"/>
          </p:nvPr>
        </p:nvSpPr>
        <p:spPr>
          <a:xfrm>
            <a:off x="1730438" y="3491619"/>
            <a:ext cx="5687721" cy="552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 deep dive into accommodations in New York City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By Saptarshi Saikia</a:t>
            </a:r>
            <a:endParaRPr dirty="0"/>
          </a:p>
        </p:txBody>
      </p:sp>
      <p:grpSp>
        <p:nvGrpSpPr>
          <p:cNvPr id="4" name="Google Shape;3409;p61"/>
          <p:cNvGrpSpPr/>
          <p:nvPr/>
        </p:nvGrpSpPr>
        <p:grpSpPr>
          <a:xfrm>
            <a:off x="6812106" y="3407275"/>
            <a:ext cx="2241344" cy="1330656"/>
            <a:chOff x="3597785" y="3065882"/>
            <a:chExt cx="2241344" cy="1330656"/>
          </a:xfrm>
        </p:grpSpPr>
        <p:grpSp>
          <p:nvGrpSpPr>
            <p:cNvPr id="5" name="Google Shape;3410;p61"/>
            <p:cNvGrpSpPr/>
            <p:nvPr/>
          </p:nvGrpSpPr>
          <p:grpSpPr>
            <a:xfrm>
              <a:off x="5296908" y="3937355"/>
              <a:ext cx="143198" cy="32380"/>
              <a:chOff x="5296908" y="3937355"/>
              <a:chExt cx="143198" cy="32380"/>
            </a:xfrm>
          </p:grpSpPr>
          <p:sp>
            <p:nvSpPr>
              <p:cNvPr id="811" name="Google Shape;3411;p61"/>
              <p:cNvSpPr/>
              <p:nvPr/>
            </p:nvSpPr>
            <p:spPr>
              <a:xfrm>
                <a:off x="5319457" y="3952794"/>
                <a:ext cx="111895" cy="8"/>
              </a:xfrm>
              <a:custGeom>
                <a:avLst/>
                <a:gdLst/>
                <a:ahLst/>
                <a:cxnLst/>
                <a:rect l="l" t="t" r="r" b="b"/>
                <a:pathLst>
                  <a:path w="14227" h="1" fill="none" extrusionOk="0">
                    <a:moveTo>
                      <a:pt x="1" y="0"/>
                    </a:moveTo>
                    <a:lnTo>
                      <a:pt x="14227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2" name="Google Shape;3412;p61"/>
              <p:cNvGrpSpPr/>
              <p:nvPr/>
            </p:nvGrpSpPr>
            <p:grpSpPr>
              <a:xfrm>
                <a:off x="5402331" y="3937355"/>
                <a:ext cx="37776" cy="32380"/>
                <a:chOff x="5402331" y="3937355"/>
                <a:chExt cx="37776" cy="32380"/>
              </a:xfrm>
            </p:grpSpPr>
            <p:sp>
              <p:nvSpPr>
                <p:cNvPr id="816" name="Google Shape;3413;p61"/>
                <p:cNvSpPr/>
                <p:nvPr/>
              </p:nvSpPr>
              <p:spPr>
                <a:xfrm>
                  <a:off x="5402331" y="3937355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4" y="609"/>
                      </a:cubicBezTo>
                      <a:cubicBezTo>
                        <a:pt x="0" y="1903"/>
                        <a:pt x="919" y="4117"/>
                        <a:pt x="2746" y="4117"/>
                      </a:cubicBezTo>
                      <a:cubicBezTo>
                        <a:pt x="3883" y="4117"/>
                        <a:pt x="4802" y="3185"/>
                        <a:pt x="4802" y="2060"/>
                      </a:cubicBezTo>
                      <a:cubicBezTo>
                        <a:pt x="4802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3414;p61"/>
                <p:cNvSpPr/>
                <p:nvPr/>
              </p:nvSpPr>
              <p:spPr>
                <a:xfrm>
                  <a:off x="5415174" y="3946990"/>
                  <a:ext cx="15321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32" y="1416"/>
                      </a:cubicBezTo>
                      <a:cubicBezTo>
                        <a:pt x="701" y="1585"/>
                        <a:pt x="910" y="1661"/>
                        <a:pt x="1114" y="1661"/>
                      </a:cubicBezTo>
                      <a:cubicBezTo>
                        <a:pt x="1540" y="1661"/>
                        <a:pt x="1948" y="1333"/>
                        <a:pt x="1948" y="835"/>
                      </a:cubicBezTo>
                      <a:cubicBezTo>
                        <a:pt x="1948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3" name="Google Shape;3415;p61"/>
              <p:cNvGrpSpPr/>
              <p:nvPr/>
            </p:nvGrpSpPr>
            <p:grpSpPr>
              <a:xfrm>
                <a:off x="5296908" y="3937355"/>
                <a:ext cx="37783" cy="32380"/>
                <a:chOff x="5296908" y="3937355"/>
                <a:chExt cx="37783" cy="32380"/>
              </a:xfrm>
            </p:grpSpPr>
            <p:sp>
              <p:nvSpPr>
                <p:cNvPr id="814" name="Google Shape;3416;p61"/>
                <p:cNvSpPr/>
                <p:nvPr/>
              </p:nvSpPr>
              <p:spPr>
                <a:xfrm>
                  <a:off x="5296908" y="3937355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47" y="4117"/>
                      </a:cubicBezTo>
                      <a:cubicBezTo>
                        <a:pt x="3884" y="4117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3417;p61"/>
                <p:cNvSpPr/>
                <p:nvPr/>
              </p:nvSpPr>
              <p:spPr>
                <a:xfrm>
                  <a:off x="5309846" y="3946990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02" y="1"/>
                      </a:moveTo>
                      <a:cubicBezTo>
                        <a:pt x="364" y="1"/>
                        <a:pt x="1" y="896"/>
                        <a:pt x="521" y="1416"/>
                      </a:cubicBezTo>
                      <a:cubicBezTo>
                        <a:pt x="690" y="1585"/>
                        <a:pt x="899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61" y="1"/>
                        <a:pt x="11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" name="Google Shape;3418;p61"/>
            <p:cNvGrpSpPr/>
            <p:nvPr/>
          </p:nvGrpSpPr>
          <p:grpSpPr>
            <a:xfrm>
              <a:off x="4724163" y="3119631"/>
              <a:ext cx="120838" cy="84218"/>
              <a:chOff x="4724163" y="3119631"/>
              <a:chExt cx="120838" cy="84218"/>
            </a:xfrm>
          </p:grpSpPr>
          <p:grpSp>
            <p:nvGrpSpPr>
              <p:cNvPr id="796" name="Google Shape;3419;p61"/>
              <p:cNvGrpSpPr/>
              <p:nvPr/>
            </p:nvGrpSpPr>
            <p:grpSpPr>
              <a:xfrm>
                <a:off x="4746712" y="3132773"/>
                <a:ext cx="86869" cy="56424"/>
                <a:chOff x="4746712" y="3132773"/>
                <a:chExt cx="86869" cy="56424"/>
              </a:xfrm>
            </p:grpSpPr>
            <p:sp>
              <p:nvSpPr>
                <p:cNvPr id="809" name="Google Shape;3420;p61"/>
                <p:cNvSpPr/>
                <p:nvPr/>
              </p:nvSpPr>
              <p:spPr>
                <a:xfrm>
                  <a:off x="4746712" y="3132773"/>
                  <a:ext cx="86869" cy="56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5" h="7174" fill="none" extrusionOk="0">
                      <a:moveTo>
                        <a:pt x="0" y="1597"/>
                      </a:moveTo>
                      <a:cubicBezTo>
                        <a:pt x="242" y="1743"/>
                        <a:pt x="3532" y="7174"/>
                        <a:pt x="3532" y="7174"/>
                      </a:cubicBezTo>
                      <a:lnTo>
                        <a:pt x="6290" y="3315"/>
                      </a:lnTo>
                      <a:lnTo>
                        <a:pt x="11044" y="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3421;p61"/>
                <p:cNvSpPr/>
                <p:nvPr/>
              </p:nvSpPr>
              <p:spPr>
                <a:xfrm>
                  <a:off x="4746712" y="3145334"/>
                  <a:ext cx="49479" cy="13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1" h="1719" fill="none" extrusionOk="0">
                      <a:moveTo>
                        <a:pt x="0" y="0"/>
                      </a:moveTo>
                      <a:lnTo>
                        <a:pt x="6290" y="171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7" name="Google Shape;3422;p61"/>
              <p:cNvGrpSpPr/>
              <p:nvPr/>
            </p:nvGrpSpPr>
            <p:grpSpPr>
              <a:xfrm>
                <a:off x="4773634" y="3143336"/>
                <a:ext cx="37776" cy="32451"/>
                <a:chOff x="4773634" y="3143336"/>
                <a:chExt cx="37776" cy="32451"/>
              </a:xfrm>
            </p:grpSpPr>
            <p:sp>
              <p:nvSpPr>
                <p:cNvPr id="807" name="Google Shape;3423;p61"/>
                <p:cNvSpPr/>
                <p:nvPr/>
              </p:nvSpPr>
              <p:spPr>
                <a:xfrm>
                  <a:off x="4773634" y="3143336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900"/>
                        <a:pt x="920" y="4125"/>
                        <a:pt x="2746" y="4125"/>
                      </a:cubicBezTo>
                      <a:cubicBezTo>
                        <a:pt x="3884" y="4125"/>
                        <a:pt x="4803" y="3206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8" name="Google Shape;3424;p61"/>
                <p:cNvSpPr/>
                <p:nvPr/>
              </p:nvSpPr>
              <p:spPr>
                <a:xfrm>
                  <a:off x="4788664" y="315304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7"/>
                        <a:pt x="835" y="1657"/>
                      </a:cubicBezTo>
                      <a:cubicBezTo>
                        <a:pt x="1295" y="1657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8" name="Google Shape;3425;p61"/>
              <p:cNvGrpSpPr/>
              <p:nvPr/>
            </p:nvGrpSpPr>
            <p:grpSpPr>
              <a:xfrm>
                <a:off x="4724163" y="3131248"/>
                <a:ext cx="37776" cy="32459"/>
                <a:chOff x="4724163" y="3131248"/>
                <a:chExt cx="37776" cy="32459"/>
              </a:xfrm>
            </p:grpSpPr>
            <p:sp>
              <p:nvSpPr>
                <p:cNvPr id="805" name="Google Shape;3426;p61"/>
                <p:cNvSpPr/>
                <p:nvPr/>
              </p:nvSpPr>
              <p:spPr>
                <a:xfrm>
                  <a:off x="4724163" y="3131248"/>
                  <a:ext cx="37776" cy="3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7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00"/>
                        <a:pt x="920" y="4114"/>
                        <a:pt x="2746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6" name="Google Shape;3427;p61"/>
                <p:cNvSpPr/>
                <p:nvPr/>
              </p:nvSpPr>
              <p:spPr>
                <a:xfrm>
                  <a:off x="4739288" y="314095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9" name="Google Shape;3428;p61"/>
              <p:cNvGrpSpPr/>
              <p:nvPr/>
            </p:nvGrpSpPr>
            <p:grpSpPr>
              <a:xfrm>
                <a:off x="4755081" y="3176054"/>
                <a:ext cx="32357" cy="27795"/>
                <a:chOff x="4755081" y="3176054"/>
                <a:chExt cx="32357" cy="27795"/>
              </a:xfrm>
            </p:grpSpPr>
            <p:sp>
              <p:nvSpPr>
                <p:cNvPr id="803" name="Google Shape;3429;p61"/>
                <p:cNvSpPr/>
                <p:nvPr/>
              </p:nvSpPr>
              <p:spPr>
                <a:xfrm>
                  <a:off x="4755081" y="3176054"/>
                  <a:ext cx="32357" cy="27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3534" extrusionOk="0">
                      <a:moveTo>
                        <a:pt x="2338" y="0"/>
                      </a:moveTo>
                      <a:cubicBezTo>
                        <a:pt x="1904" y="0"/>
                        <a:pt x="1462" y="162"/>
                        <a:pt x="1101" y="522"/>
                      </a:cubicBezTo>
                      <a:cubicBezTo>
                        <a:pt x="1" y="1635"/>
                        <a:pt x="787" y="3534"/>
                        <a:pt x="2360" y="3534"/>
                      </a:cubicBezTo>
                      <a:cubicBezTo>
                        <a:pt x="3327" y="3534"/>
                        <a:pt x="4114" y="2735"/>
                        <a:pt x="4114" y="1768"/>
                      </a:cubicBezTo>
                      <a:cubicBezTo>
                        <a:pt x="4114" y="704"/>
                        <a:pt x="3245" y="0"/>
                        <a:pt x="23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4" name="Google Shape;3430;p61"/>
                <p:cNvSpPr/>
                <p:nvPr/>
              </p:nvSpPr>
              <p:spPr>
                <a:xfrm>
                  <a:off x="4767924" y="3185768"/>
                  <a:ext cx="9902" cy="8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1067" extrusionOk="0">
                      <a:moveTo>
                        <a:pt x="714" y="0"/>
                      </a:moveTo>
                      <a:cubicBezTo>
                        <a:pt x="243" y="0"/>
                        <a:pt x="1" y="569"/>
                        <a:pt x="339" y="908"/>
                      </a:cubicBezTo>
                      <a:cubicBezTo>
                        <a:pt x="449" y="1017"/>
                        <a:pt x="584" y="1066"/>
                        <a:pt x="716" y="1066"/>
                      </a:cubicBezTo>
                      <a:cubicBezTo>
                        <a:pt x="993" y="1066"/>
                        <a:pt x="1259" y="852"/>
                        <a:pt x="1259" y="533"/>
                      </a:cubicBezTo>
                      <a:cubicBezTo>
                        <a:pt x="1259" y="230"/>
                        <a:pt x="1017" y="0"/>
                        <a:pt x="7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00" name="Google Shape;3431;p61"/>
              <p:cNvGrpSpPr/>
              <p:nvPr/>
            </p:nvGrpSpPr>
            <p:grpSpPr>
              <a:xfrm>
                <a:off x="4812550" y="3119631"/>
                <a:ext cx="32451" cy="27803"/>
                <a:chOff x="4812550" y="3119631"/>
                <a:chExt cx="32451" cy="27803"/>
              </a:xfrm>
            </p:grpSpPr>
            <p:sp>
              <p:nvSpPr>
                <p:cNvPr id="801" name="Google Shape;3432;p61"/>
                <p:cNvSpPr/>
                <p:nvPr/>
              </p:nvSpPr>
              <p:spPr>
                <a:xfrm>
                  <a:off x="4812550" y="3119631"/>
                  <a:ext cx="32451" cy="2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6" h="3535" extrusionOk="0">
                      <a:moveTo>
                        <a:pt x="2350" y="1"/>
                      </a:moveTo>
                      <a:cubicBezTo>
                        <a:pt x="1916" y="1"/>
                        <a:pt x="1473" y="162"/>
                        <a:pt x="1113" y="522"/>
                      </a:cubicBezTo>
                      <a:cubicBezTo>
                        <a:pt x="0" y="1635"/>
                        <a:pt x="798" y="3534"/>
                        <a:pt x="2371" y="3534"/>
                      </a:cubicBezTo>
                      <a:cubicBezTo>
                        <a:pt x="3339" y="3534"/>
                        <a:pt x="4125" y="2748"/>
                        <a:pt x="4125" y="1768"/>
                      </a:cubicBezTo>
                      <a:cubicBezTo>
                        <a:pt x="4125" y="705"/>
                        <a:pt x="3256" y="1"/>
                        <a:pt x="235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2" name="Google Shape;3433;p61"/>
                <p:cNvSpPr/>
                <p:nvPr/>
              </p:nvSpPr>
              <p:spPr>
                <a:xfrm>
                  <a:off x="4826912" y="3129352"/>
                  <a:ext cx="8478" cy="8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" h="1065" extrusionOk="0">
                      <a:moveTo>
                        <a:pt x="533" y="0"/>
                      </a:moveTo>
                      <a:cubicBezTo>
                        <a:pt x="243" y="0"/>
                        <a:pt x="1" y="242"/>
                        <a:pt x="1" y="532"/>
                      </a:cubicBezTo>
                      <a:cubicBezTo>
                        <a:pt x="1" y="835"/>
                        <a:pt x="243" y="1065"/>
                        <a:pt x="533" y="1065"/>
                      </a:cubicBezTo>
                      <a:cubicBezTo>
                        <a:pt x="835" y="1065"/>
                        <a:pt x="1077" y="835"/>
                        <a:pt x="1077" y="532"/>
                      </a:cubicBezTo>
                      <a:cubicBezTo>
                        <a:pt x="1077" y="242"/>
                        <a:pt x="835" y="0"/>
                        <a:pt x="53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" name="Google Shape;3434;p61"/>
            <p:cNvGrpSpPr/>
            <p:nvPr/>
          </p:nvGrpSpPr>
          <p:grpSpPr>
            <a:xfrm>
              <a:off x="5382826" y="4027197"/>
              <a:ext cx="268967" cy="250422"/>
              <a:chOff x="5382826" y="4027197"/>
              <a:chExt cx="268967" cy="250422"/>
            </a:xfrm>
          </p:grpSpPr>
          <p:grpSp>
            <p:nvGrpSpPr>
              <p:cNvPr id="768" name="Google Shape;3435;p61"/>
              <p:cNvGrpSpPr/>
              <p:nvPr/>
            </p:nvGrpSpPr>
            <p:grpSpPr>
              <a:xfrm>
                <a:off x="5405280" y="4042510"/>
                <a:ext cx="237570" cy="218647"/>
                <a:chOff x="5405280" y="4042510"/>
                <a:chExt cx="237570" cy="218647"/>
              </a:xfrm>
            </p:grpSpPr>
            <p:sp>
              <p:nvSpPr>
                <p:cNvPr id="790" name="Google Shape;3436;p61"/>
                <p:cNvSpPr/>
                <p:nvPr/>
              </p:nvSpPr>
              <p:spPr>
                <a:xfrm>
                  <a:off x="5405280" y="4042510"/>
                  <a:ext cx="144999" cy="173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6" h="22102" fill="none" extrusionOk="0">
                      <a:moveTo>
                        <a:pt x="0" y="12037"/>
                      </a:moveTo>
                      <a:cubicBezTo>
                        <a:pt x="702" y="12073"/>
                        <a:pt x="12302" y="22101"/>
                        <a:pt x="12302" y="22101"/>
                      </a:cubicBezTo>
                      <a:lnTo>
                        <a:pt x="11819" y="13005"/>
                      </a:lnTo>
                      <a:lnTo>
                        <a:pt x="18435" y="1"/>
                      </a:lnTo>
                      <a:lnTo>
                        <a:pt x="0" y="125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3437;p61"/>
                <p:cNvSpPr/>
                <p:nvPr/>
              </p:nvSpPr>
              <p:spPr>
                <a:xfrm>
                  <a:off x="5502036" y="4125093"/>
                  <a:ext cx="134350" cy="135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82" h="17239" fill="none" extrusionOk="0">
                      <a:moveTo>
                        <a:pt x="13513" y="17239"/>
                      </a:moveTo>
                      <a:lnTo>
                        <a:pt x="12690" y="8614"/>
                      </a:lnTo>
                      <a:lnTo>
                        <a:pt x="17081" y="1"/>
                      </a:lnTo>
                      <a:lnTo>
                        <a:pt x="0" y="202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3438;p61"/>
                <p:cNvSpPr/>
                <p:nvPr/>
              </p:nvSpPr>
              <p:spPr>
                <a:xfrm>
                  <a:off x="5543704" y="4042990"/>
                  <a:ext cx="99146" cy="81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6" h="10380" fill="none" extrusionOk="0">
                      <a:moveTo>
                        <a:pt x="1" y="0"/>
                      </a:moveTo>
                      <a:lnTo>
                        <a:pt x="12606" y="1037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3439;p61"/>
                <p:cNvSpPr/>
                <p:nvPr/>
              </p:nvSpPr>
              <p:spPr>
                <a:xfrm>
                  <a:off x="5501941" y="4140980"/>
                  <a:ext cx="103708" cy="51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6" h="6594" fill="none" extrusionOk="0">
                      <a:moveTo>
                        <a:pt x="13186" y="6594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4" name="Google Shape;3440;p61"/>
                <p:cNvSpPr/>
                <p:nvPr/>
              </p:nvSpPr>
              <p:spPr>
                <a:xfrm>
                  <a:off x="5495854" y="4211010"/>
                  <a:ext cx="105989" cy="50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6" h="6376" fill="none" extrusionOk="0">
                      <a:moveTo>
                        <a:pt x="0" y="0"/>
                      </a:moveTo>
                      <a:lnTo>
                        <a:pt x="13476" y="637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5" name="Google Shape;3441;p61"/>
                <p:cNvSpPr/>
                <p:nvPr/>
              </p:nvSpPr>
              <p:spPr>
                <a:xfrm>
                  <a:off x="5405280" y="4134420"/>
                  <a:ext cx="96669" cy="6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1" h="835" fill="none" extrusionOk="0">
                      <a:moveTo>
                        <a:pt x="12290" y="83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69" name="Google Shape;3442;p61"/>
              <p:cNvGrpSpPr/>
              <p:nvPr/>
            </p:nvGrpSpPr>
            <p:grpSpPr>
              <a:xfrm>
                <a:off x="5382826" y="4125549"/>
                <a:ext cx="37776" cy="32380"/>
                <a:chOff x="5382826" y="4125549"/>
                <a:chExt cx="37776" cy="32380"/>
              </a:xfrm>
            </p:grpSpPr>
            <p:sp>
              <p:nvSpPr>
                <p:cNvPr id="788" name="Google Shape;3443;p61"/>
                <p:cNvSpPr/>
                <p:nvPr/>
              </p:nvSpPr>
              <p:spPr>
                <a:xfrm>
                  <a:off x="5382826" y="4125549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4" y="0"/>
                      </a:moveTo>
                      <a:cubicBezTo>
                        <a:pt x="2229" y="0"/>
                        <a:pt x="1714" y="188"/>
                        <a:pt x="1295" y="608"/>
                      </a:cubicBezTo>
                      <a:cubicBezTo>
                        <a:pt x="0" y="1902"/>
                        <a:pt x="907" y="4116"/>
                        <a:pt x="2746" y="4116"/>
                      </a:cubicBezTo>
                      <a:cubicBezTo>
                        <a:pt x="3871" y="4116"/>
                        <a:pt x="4790" y="3197"/>
                        <a:pt x="4803" y="2060"/>
                      </a:cubicBezTo>
                      <a:cubicBezTo>
                        <a:pt x="4794" y="817"/>
                        <a:pt x="3787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3444;p61"/>
                <p:cNvSpPr/>
                <p:nvPr/>
              </p:nvSpPr>
              <p:spPr>
                <a:xfrm>
                  <a:off x="5395669" y="4135176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0" name="Google Shape;3445;p61"/>
              <p:cNvGrpSpPr/>
              <p:nvPr/>
            </p:nvGrpSpPr>
            <p:grpSpPr>
              <a:xfrm>
                <a:off x="5475680" y="4195587"/>
                <a:ext cx="37783" cy="32364"/>
                <a:chOff x="5475680" y="4195587"/>
                <a:chExt cx="37783" cy="32364"/>
              </a:xfrm>
            </p:grpSpPr>
            <p:sp>
              <p:nvSpPr>
                <p:cNvPr id="786" name="Google Shape;3446;p61"/>
                <p:cNvSpPr/>
                <p:nvPr/>
              </p:nvSpPr>
              <p:spPr>
                <a:xfrm>
                  <a:off x="5475680" y="4195587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1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3447;p61"/>
                <p:cNvSpPr/>
                <p:nvPr/>
              </p:nvSpPr>
              <p:spPr>
                <a:xfrm>
                  <a:off x="5488523" y="4205300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16"/>
                      </a:cubicBezTo>
                      <a:cubicBezTo>
                        <a:pt x="700" y="1583"/>
                        <a:pt x="905" y="1657"/>
                        <a:pt x="1106" y="1657"/>
                      </a:cubicBezTo>
                      <a:cubicBezTo>
                        <a:pt x="1531" y="1657"/>
                        <a:pt x="1940" y="1324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1" name="Google Shape;3448;p61"/>
              <p:cNvGrpSpPr/>
              <p:nvPr/>
            </p:nvGrpSpPr>
            <p:grpSpPr>
              <a:xfrm>
                <a:off x="5532575" y="4027197"/>
                <a:ext cx="33308" cy="32262"/>
                <a:chOff x="5532575" y="4027197"/>
                <a:chExt cx="33308" cy="32262"/>
              </a:xfrm>
            </p:grpSpPr>
            <p:sp>
              <p:nvSpPr>
                <p:cNvPr id="784" name="Google Shape;3449;p61"/>
                <p:cNvSpPr/>
                <p:nvPr/>
              </p:nvSpPr>
              <p:spPr>
                <a:xfrm>
                  <a:off x="5532575" y="4027197"/>
                  <a:ext cx="33308" cy="32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5" h="4102" extrusionOk="0">
                      <a:moveTo>
                        <a:pt x="1984" y="0"/>
                      </a:moveTo>
                      <a:cubicBezTo>
                        <a:pt x="871" y="49"/>
                        <a:pt x="0" y="1004"/>
                        <a:pt x="37" y="2117"/>
                      </a:cubicBezTo>
                      <a:cubicBezTo>
                        <a:pt x="73" y="3227"/>
                        <a:pt x="980" y="4101"/>
                        <a:pt x="2084" y="4101"/>
                      </a:cubicBezTo>
                      <a:cubicBezTo>
                        <a:pt x="2099" y="4101"/>
                        <a:pt x="2114" y="4101"/>
                        <a:pt x="2130" y="4101"/>
                      </a:cubicBezTo>
                      <a:lnTo>
                        <a:pt x="2275" y="4101"/>
                      </a:lnTo>
                      <a:cubicBezTo>
                        <a:pt x="3375" y="4028"/>
                        <a:pt x="4234" y="3085"/>
                        <a:pt x="4186" y="1984"/>
                      </a:cubicBezTo>
                      <a:cubicBezTo>
                        <a:pt x="4150" y="871"/>
                        <a:pt x="3242" y="0"/>
                        <a:pt x="21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3450;p61"/>
                <p:cNvSpPr/>
                <p:nvPr/>
              </p:nvSpPr>
              <p:spPr>
                <a:xfrm>
                  <a:off x="5540661" y="4036792"/>
                  <a:ext cx="15502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1" h="1661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50"/>
                        <a:pt x="1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8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2" name="Google Shape;3451;p61"/>
              <p:cNvGrpSpPr/>
              <p:nvPr/>
            </p:nvGrpSpPr>
            <p:grpSpPr>
              <a:xfrm>
                <a:off x="5590706" y="4245348"/>
                <a:ext cx="33497" cy="32270"/>
                <a:chOff x="5590706" y="4245348"/>
                <a:chExt cx="33497" cy="32270"/>
              </a:xfrm>
            </p:grpSpPr>
            <p:sp>
              <p:nvSpPr>
                <p:cNvPr id="782" name="Google Shape;3452;p61"/>
                <p:cNvSpPr/>
                <p:nvPr/>
              </p:nvSpPr>
              <p:spPr>
                <a:xfrm>
                  <a:off x="5590706" y="4245348"/>
                  <a:ext cx="33497" cy="3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4103" extrusionOk="0">
                      <a:moveTo>
                        <a:pt x="2175" y="0"/>
                      </a:moveTo>
                      <a:cubicBezTo>
                        <a:pt x="2160" y="0"/>
                        <a:pt x="2145" y="1"/>
                        <a:pt x="2130" y="1"/>
                      </a:cubicBezTo>
                      <a:lnTo>
                        <a:pt x="1984" y="1"/>
                      </a:lnTo>
                      <a:cubicBezTo>
                        <a:pt x="872" y="49"/>
                        <a:pt x="1" y="993"/>
                        <a:pt x="37" y="2118"/>
                      </a:cubicBezTo>
                      <a:cubicBezTo>
                        <a:pt x="73" y="3228"/>
                        <a:pt x="980" y="4102"/>
                        <a:pt x="2085" y="4102"/>
                      </a:cubicBezTo>
                      <a:cubicBezTo>
                        <a:pt x="2100" y="4102"/>
                        <a:pt x="2115" y="4102"/>
                        <a:pt x="2130" y="4102"/>
                      </a:cubicBezTo>
                      <a:lnTo>
                        <a:pt x="2275" y="4102"/>
                      </a:lnTo>
                      <a:cubicBezTo>
                        <a:pt x="3388" y="4041"/>
                        <a:pt x="4259" y="3098"/>
                        <a:pt x="4222" y="1985"/>
                      </a:cubicBezTo>
                      <a:cubicBezTo>
                        <a:pt x="4175" y="875"/>
                        <a:pt x="3279" y="0"/>
                        <a:pt x="21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3453;p61"/>
                <p:cNvSpPr/>
                <p:nvPr/>
              </p:nvSpPr>
              <p:spPr>
                <a:xfrm>
                  <a:off x="5598791" y="4254944"/>
                  <a:ext cx="1540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" h="1659" extrusionOk="0">
                      <a:moveTo>
                        <a:pt x="1106" y="0"/>
                      </a:moveTo>
                      <a:cubicBezTo>
                        <a:pt x="1085" y="0"/>
                        <a:pt x="1063" y="1"/>
                        <a:pt x="1041" y="3"/>
                      </a:cubicBezTo>
                      <a:cubicBezTo>
                        <a:pt x="303" y="51"/>
                        <a:pt x="1" y="970"/>
                        <a:pt x="557" y="1454"/>
                      </a:cubicBezTo>
                      <a:cubicBezTo>
                        <a:pt x="720" y="1596"/>
                        <a:pt x="909" y="1659"/>
                        <a:pt x="1093" y="1659"/>
                      </a:cubicBezTo>
                      <a:cubicBezTo>
                        <a:pt x="1538" y="1659"/>
                        <a:pt x="1958" y="1290"/>
                        <a:pt x="1924" y="777"/>
                      </a:cubicBezTo>
                      <a:cubicBezTo>
                        <a:pt x="1901" y="339"/>
                        <a:pt x="1538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3" name="Google Shape;3454;p61"/>
              <p:cNvGrpSpPr/>
              <p:nvPr/>
            </p:nvGrpSpPr>
            <p:grpSpPr>
              <a:xfrm>
                <a:off x="5618681" y="4109677"/>
                <a:ext cx="33112" cy="32357"/>
                <a:chOff x="5618681" y="4109677"/>
                <a:chExt cx="33112" cy="32357"/>
              </a:xfrm>
            </p:grpSpPr>
            <p:sp>
              <p:nvSpPr>
                <p:cNvPr id="780" name="Google Shape;3455;p61"/>
                <p:cNvSpPr/>
                <p:nvPr/>
              </p:nvSpPr>
              <p:spPr>
                <a:xfrm>
                  <a:off x="5618681" y="4109677"/>
                  <a:ext cx="33112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" h="4114" extrusionOk="0">
                      <a:moveTo>
                        <a:pt x="1984" y="1"/>
                      </a:moveTo>
                      <a:cubicBezTo>
                        <a:pt x="871" y="61"/>
                        <a:pt x="0" y="1005"/>
                        <a:pt x="36" y="2130"/>
                      </a:cubicBezTo>
                      <a:cubicBezTo>
                        <a:pt x="84" y="3235"/>
                        <a:pt x="992" y="4114"/>
                        <a:pt x="2106" y="4114"/>
                      </a:cubicBezTo>
                      <a:cubicBezTo>
                        <a:pt x="2114" y="4114"/>
                        <a:pt x="2121" y="4114"/>
                        <a:pt x="2129" y="4114"/>
                      </a:cubicBezTo>
                      <a:lnTo>
                        <a:pt x="2274" y="4114"/>
                      </a:lnTo>
                      <a:cubicBezTo>
                        <a:pt x="3375" y="4029"/>
                        <a:pt x="4210" y="3086"/>
                        <a:pt x="4173" y="1985"/>
                      </a:cubicBezTo>
                      <a:cubicBezTo>
                        <a:pt x="4137" y="884"/>
                        <a:pt x="3230" y="13"/>
                        <a:pt x="21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3456;p61"/>
                <p:cNvSpPr/>
                <p:nvPr/>
              </p:nvSpPr>
              <p:spPr>
                <a:xfrm>
                  <a:off x="5626767" y="4119280"/>
                  <a:ext cx="15494" cy="13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0" h="1660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62"/>
                        <a:pt x="0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7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4" name="Google Shape;3457;p61"/>
              <p:cNvGrpSpPr/>
              <p:nvPr/>
            </p:nvGrpSpPr>
            <p:grpSpPr>
              <a:xfrm>
                <a:off x="5479298" y="4128262"/>
                <a:ext cx="31405" cy="26906"/>
                <a:chOff x="5479298" y="4128262"/>
                <a:chExt cx="31405" cy="26906"/>
              </a:xfrm>
            </p:grpSpPr>
            <p:sp>
              <p:nvSpPr>
                <p:cNvPr id="778" name="Google Shape;3458;p61"/>
                <p:cNvSpPr/>
                <p:nvPr/>
              </p:nvSpPr>
              <p:spPr>
                <a:xfrm>
                  <a:off x="5479298" y="4128262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3459;p61"/>
                <p:cNvSpPr/>
                <p:nvPr/>
              </p:nvSpPr>
              <p:spPr>
                <a:xfrm>
                  <a:off x="5493471" y="413793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8" y="1"/>
                        <a:pt x="1" y="218"/>
                        <a:pt x="1" y="485"/>
                      </a:cubicBezTo>
                      <a:cubicBezTo>
                        <a:pt x="1" y="751"/>
                        <a:pt x="218" y="968"/>
                        <a:pt x="485" y="968"/>
                      </a:cubicBezTo>
                      <a:cubicBezTo>
                        <a:pt x="751" y="968"/>
                        <a:pt x="968" y="751"/>
                        <a:pt x="968" y="485"/>
                      </a:cubicBezTo>
                      <a:cubicBezTo>
                        <a:pt x="968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5" name="Google Shape;3460;p61"/>
              <p:cNvGrpSpPr/>
              <p:nvPr/>
            </p:nvGrpSpPr>
            <p:grpSpPr>
              <a:xfrm>
                <a:off x="5582903" y="4180116"/>
                <a:ext cx="31499" cy="26898"/>
                <a:chOff x="5582903" y="4180116"/>
                <a:chExt cx="31499" cy="26898"/>
              </a:xfrm>
            </p:grpSpPr>
            <p:sp>
              <p:nvSpPr>
                <p:cNvPr id="776" name="Google Shape;3461;p61"/>
                <p:cNvSpPr/>
                <p:nvPr/>
              </p:nvSpPr>
              <p:spPr>
                <a:xfrm>
                  <a:off x="5582903" y="4180116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1"/>
                      </a:moveTo>
                      <a:cubicBezTo>
                        <a:pt x="1855" y="1"/>
                        <a:pt x="1425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7" name="Google Shape;3462;p61"/>
                <p:cNvSpPr/>
                <p:nvPr/>
              </p:nvSpPr>
              <p:spPr>
                <a:xfrm>
                  <a:off x="5597084" y="4189790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" name="Google Shape;3463;p61"/>
            <p:cNvGrpSpPr/>
            <p:nvPr/>
          </p:nvGrpSpPr>
          <p:grpSpPr>
            <a:xfrm>
              <a:off x="3977681" y="3230323"/>
              <a:ext cx="94584" cy="84085"/>
              <a:chOff x="3977681" y="3230323"/>
              <a:chExt cx="94584" cy="84085"/>
            </a:xfrm>
          </p:grpSpPr>
          <p:grpSp>
            <p:nvGrpSpPr>
              <p:cNvPr id="752" name="Google Shape;3464;p61"/>
              <p:cNvGrpSpPr/>
              <p:nvPr/>
            </p:nvGrpSpPr>
            <p:grpSpPr>
              <a:xfrm>
                <a:off x="4000135" y="3243041"/>
                <a:ext cx="59570" cy="57186"/>
                <a:chOff x="4000135" y="3243041"/>
                <a:chExt cx="59570" cy="57186"/>
              </a:xfrm>
            </p:grpSpPr>
            <p:sp>
              <p:nvSpPr>
                <p:cNvPr id="765" name="Google Shape;3465;p61"/>
                <p:cNvSpPr/>
                <p:nvPr/>
              </p:nvSpPr>
              <p:spPr>
                <a:xfrm>
                  <a:off x="4000135" y="3243041"/>
                  <a:ext cx="59570" cy="57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4" h="7259" fill="none" extrusionOk="0">
                      <a:moveTo>
                        <a:pt x="1" y="2323"/>
                      </a:moveTo>
                      <a:lnTo>
                        <a:pt x="2577" y="7259"/>
                      </a:lnTo>
                      <a:lnTo>
                        <a:pt x="7573" y="4114"/>
                      </a:lnTo>
                      <a:lnTo>
                        <a:pt x="5541" y="1"/>
                      </a:lnTo>
                      <a:lnTo>
                        <a:pt x="352" y="232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6" name="Google Shape;3466;p61"/>
                <p:cNvSpPr/>
                <p:nvPr/>
              </p:nvSpPr>
              <p:spPr>
                <a:xfrm>
                  <a:off x="4024210" y="3246847"/>
                  <a:ext cx="15706" cy="53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6787" fill="none" extrusionOk="0">
                      <a:moveTo>
                        <a:pt x="0" y="6787"/>
                      </a:moveTo>
                      <a:lnTo>
                        <a:pt x="199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7" name="Google Shape;3467;p61"/>
                <p:cNvSpPr/>
                <p:nvPr/>
              </p:nvSpPr>
              <p:spPr>
                <a:xfrm>
                  <a:off x="4002896" y="3261311"/>
                  <a:ext cx="56809" cy="14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" h="1791" fill="none" extrusionOk="0">
                      <a:moveTo>
                        <a:pt x="7222" y="1791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3" name="Google Shape;3468;p61"/>
              <p:cNvGrpSpPr/>
              <p:nvPr/>
            </p:nvGrpSpPr>
            <p:grpSpPr>
              <a:xfrm>
                <a:off x="3977681" y="3245872"/>
                <a:ext cx="37783" cy="32380"/>
                <a:chOff x="3977681" y="3245872"/>
                <a:chExt cx="37783" cy="32380"/>
              </a:xfrm>
            </p:grpSpPr>
            <p:sp>
              <p:nvSpPr>
                <p:cNvPr id="763" name="Google Shape;3469;p61"/>
                <p:cNvSpPr/>
                <p:nvPr/>
              </p:nvSpPr>
              <p:spPr>
                <a:xfrm>
                  <a:off x="3977681" y="3245872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26" y="1"/>
                      </a:moveTo>
                      <a:cubicBezTo>
                        <a:pt x="2219" y="1"/>
                        <a:pt x="1703" y="189"/>
                        <a:pt x="1283" y="608"/>
                      </a:cubicBezTo>
                      <a:cubicBezTo>
                        <a:pt x="1" y="1903"/>
                        <a:pt x="908" y="4117"/>
                        <a:pt x="2747" y="4117"/>
                      </a:cubicBezTo>
                      <a:cubicBezTo>
                        <a:pt x="3872" y="4104"/>
                        <a:pt x="4791" y="3185"/>
                        <a:pt x="4803" y="2060"/>
                      </a:cubicBezTo>
                      <a:cubicBezTo>
                        <a:pt x="4795" y="818"/>
                        <a:pt x="3782" y="1"/>
                        <a:pt x="27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3470;p61"/>
                <p:cNvSpPr/>
                <p:nvPr/>
              </p:nvSpPr>
              <p:spPr>
                <a:xfrm>
                  <a:off x="3992718" y="325550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4" name="Google Shape;3471;p61"/>
              <p:cNvGrpSpPr/>
              <p:nvPr/>
            </p:nvGrpSpPr>
            <p:grpSpPr>
              <a:xfrm>
                <a:off x="4040860" y="3262672"/>
                <a:ext cx="31405" cy="27001"/>
                <a:chOff x="4040860" y="3262672"/>
                <a:chExt cx="31405" cy="27001"/>
              </a:xfrm>
            </p:grpSpPr>
            <p:sp>
              <p:nvSpPr>
                <p:cNvPr id="761" name="Google Shape;3472;p61"/>
                <p:cNvSpPr/>
                <p:nvPr/>
              </p:nvSpPr>
              <p:spPr>
                <a:xfrm>
                  <a:off x="4040860" y="326267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2" name="Google Shape;3473;p61"/>
                <p:cNvSpPr/>
                <p:nvPr/>
              </p:nvSpPr>
              <p:spPr>
                <a:xfrm>
                  <a:off x="4054938" y="327234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5" name="Google Shape;3474;p61"/>
              <p:cNvGrpSpPr/>
              <p:nvPr/>
            </p:nvGrpSpPr>
            <p:grpSpPr>
              <a:xfrm>
                <a:off x="4021072" y="3230323"/>
                <a:ext cx="31397" cy="26906"/>
                <a:chOff x="4021072" y="3230323"/>
                <a:chExt cx="31397" cy="26906"/>
              </a:xfrm>
            </p:grpSpPr>
            <p:sp>
              <p:nvSpPr>
                <p:cNvPr id="759" name="Google Shape;3475;p61"/>
                <p:cNvSpPr/>
                <p:nvPr/>
              </p:nvSpPr>
              <p:spPr>
                <a:xfrm>
                  <a:off x="4021072" y="3230323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3476;p61"/>
                <p:cNvSpPr/>
                <p:nvPr/>
              </p:nvSpPr>
              <p:spPr>
                <a:xfrm>
                  <a:off x="403524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6" name="Google Shape;3477;p61"/>
              <p:cNvGrpSpPr/>
              <p:nvPr/>
            </p:nvGrpSpPr>
            <p:grpSpPr>
              <a:xfrm>
                <a:off x="4001472" y="3287462"/>
                <a:ext cx="31499" cy="26945"/>
                <a:chOff x="4001472" y="3287462"/>
                <a:chExt cx="31499" cy="26945"/>
              </a:xfrm>
            </p:grpSpPr>
            <p:sp>
              <p:nvSpPr>
                <p:cNvPr id="757" name="Google Shape;3478;p61"/>
                <p:cNvSpPr/>
                <p:nvPr/>
              </p:nvSpPr>
              <p:spPr>
                <a:xfrm>
                  <a:off x="4001472" y="3287462"/>
                  <a:ext cx="31499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6" extrusionOk="0">
                      <a:moveTo>
                        <a:pt x="2276" y="1"/>
                      </a:moveTo>
                      <a:cubicBezTo>
                        <a:pt x="1854" y="1"/>
                        <a:pt x="1425" y="158"/>
                        <a:pt x="1077" y="510"/>
                      </a:cubicBezTo>
                      <a:cubicBezTo>
                        <a:pt x="0" y="1587"/>
                        <a:pt x="762" y="3425"/>
                        <a:pt x="2286" y="3425"/>
                      </a:cubicBezTo>
                      <a:cubicBezTo>
                        <a:pt x="3230" y="3425"/>
                        <a:pt x="3992" y="2663"/>
                        <a:pt x="4004" y="1720"/>
                      </a:cubicBezTo>
                      <a:cubicBezTo>
                        <a:pt x="4004" y="688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3479;p61"/>
                <p:cNvSpPr/>
                <p:nvPr/>
              </p:nvSpPr>
              <p:spPr>
                <a:xfrm>
                  <a:off x="4014410" y="3297175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06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" name="Google Shape;3480;p61"/>
            <p:cNvGrpSpPr/>
            <p:nvPr/>
          </p:nvGrpSpPr>
          <p:grpSpPr>
            <a:xfrm>
              <a:off x="4084715" y="3258865"/>
              <a:ext cx="184961" cy="137268"/>
              <a:chOff x="4084715" y="3258865"/>
              <a:chExt cx="184961" cy="137268"/>
            </a:xfrm>
          </p:grpSpPr>
          <p:grpSp>
            <p:nvGrpSpPr>
              <p:cNvPr id="729" name="Google Shape;3481;p61"/>
              <p:cNvGrpSpPr/>
              <p:nvPr/>
            </p:nvGrpSpPr>
            <p:grpSpPr>
              <a:xfrm>
                <a:off x="4107453" y="3271583"/>
                <a:ext cx="153470" cy="110275"/>
                <a:chOff x="4107453" y="3271583"/>
                <a:chExt cx="153470" cy="110275"/>
              </a:xfrm>
            </p:grpSpPr>
            <p:sp>
              <p:nvSpPr>
                <p:cNvPr id="748" name="Google Shape;3482;p61"/>
                <p:cNvSpPr/>
                <p:nvPr/>
              </p:nvSpPr>
              <p:spPr>
                <a:xfrm>
                  <a:off x="4107453" y="3271583"/>
                  <a:ext cx="153470" cy="11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3" h="14021" fill="none" extrusionOk="0">
                      <a:moveTo>
                        <a:pt x="19513" y="14021"/>
                      </a:moveTo>
                      <a:lnTo>
                        <a:pt x="14844" y="968"/>
                      </a:lnTo>
                      <a:lnTo>
                        <a:pt x="5674" y="1"/>
                      </a:lnTo>
                      <a:lnTo>
                        <a:pt x="1" y="968"/>
                      </a:lnTo>
                      <a:lnTo>
                        <a:pt x="8977" y="2674"/>
                      </a:lnTo>
                      <a:lnTo>
                        <a:pt x="14360" y="10102"/>
                      </a:lnTo>
                      <a:lnTo>
                        <a:pt x="19029" y="14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3483;p61"/>
                <p:cNvSpPr/>
                <p:nvPr/>
              </p:nvSpPr>
              <p:spPr>
                <a:xfrm>
                  <a:off x="4155886" y="3271968"/>
                  <a:ext cx="22171" cy="2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2614" fill="none" extrusionOk="0">
                      <a:moveTo>
                        <a:pt x="2819" y="26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3484;p61"/>
                <p:cNvSpPr/>
                <p:nvPr/>
              </p:nvSpPr>
              <p:spPr>
                <a:xfrm>
                  <a:off x="4178049" y="3279196"/>
                  <a:ext cx="42345" cy="13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4" h="1695" fill="none" extrusionOk="0">
                      <a:moveTo>
                        <a:pt x="1" y="1694"/>
                      </a:moveTo>
                      <a:lnTo>
                        <a:pt x="538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3485;p61"/>
                <p:cNvSpPr/>
                <p:nvPr/>
              </p:nvSpPr>
              <p:spPr>
                <a:xfrm>
                  <a:off x="4220387" y="3279196"/>
                  <a:ext cx="8" cy="7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9122" fill="none" extrusionOk="0">
                      <a:moveTo>
                        <a:pt x="1" y="0"/>
                      </a:moveTo>
                      <a:lnTo>
                        <a:pt x="1" y="91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0" name="Google Shape;3486;p61"/>
              <p:cNvGrpSpPr/>
              <p:nvPr/>
            </p:nvGrpSpPr>
            <p:grpSpPr>
              <a:xfrm>
                <a:off x="4136947" y="3258865"/>
                <a:ext cx="31499" cy="27001"/>
                <a:chOff x="4136947" y="3258865"/>
                <a:chExt cx="31499" cy="27001"/>
              </a:xfrm>
            </p:grpSpPr>
            <p:sp>
              <p:nvSpPr>
                <p:cNvPr id="746" name="Google Shape;3487;p61"/>
                <p:cNvSpPr/>
                <p:nvPr/>
              </p:nvSpPr>
              <p:spPr>
                <a:xfrm>
                  <a:off x="4136947" y="3258865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32"/>
                        <a:pt x="2299" y="3432"/>
                      </a:cubicBezTo>
                      <a:cubicBezTo>
                        <a:pt x="3243" y="3420"/>
                        <a:pt x="4005" y="2658"/>
                        <a:pt x="4005" y="1715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3488;p61"/>
                <p:cNvSpPr/>
                <p:nvPr/>
              </p:nvSpPr>
              <p:spPr>
                <a:xfrm>
                  <a:off x="4151222" y="3268539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06" y="1"/>
                        <a:pt x="0" y="218"/>
                        <a:pt x="0" y="485"/>
                      </a:cubicBezTo>
                      <a:cubicBezTo>
                        <a:pt x="0" y="751"/>
                        <a:pt x="206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1" name="Google Shape;3489;p61"/>
              <p:cNvGrpSpPr/>
              <p:nvPr/>
            </p:nvGrpSpPr>
            <p:grpSpPr>
              <a:xfrm>
                <a:off x="4084715" y="3266478"/>
                <a:ext cx="31468" cy="26898"/>
                <a:chOff x="4084715" y="3266478"/>
                <a:chExt cx="31468" cy="26898"/>
              </a:xfrm>
            </p:grpSpPr>
            <p:sp>
              <p:nvSpPr>
                <p:cNvPr id="744" name="Google Shape;3490;p61"/>
                <p:cNvSpPr/>
                <p:nvPr/>
              </p:nvSpPr>
              <p:spPr>
                <a:xfrm>
                  <a:off x="4084715" y="3266478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9" y="1"/>
                      </a:moveTo>
                      <a:cubicBezTo>
                        <a:pt x="1859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26"/>
                      </a:cubicBezTo>
                      <a:cubicBezTo>
                        <a:pt x="4001" y="686"/>
                        <a:pt x="3161" y="1"/>
                        <a:pt x="227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3491;p61"/>
                <p:cNvSpPr/>
                <p:nvPr/>
              </p:nvSpPr>
              <p:spPr>
                <a:xfrm>
                  <a:off x="4098896" y="327615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2" name="Google Shape;3492;p61"/>
              <p:cNvGrpSpPr/>
              <p:nvPr/>
            </p:nvGrpSpPr>
            <p:grpSpPr>
              <a:xfrm>
                <a:off x="4159213" y="3279849"/>
                <a:ext cx="31405" cy="26945"/>
                <a:chOff x="4159213" y="3279849"/>
                <a:chExt cx="31405" cy="26945"/>
              </a:xfrm>
            </p:grpSpPr>
            <p:sp>
              <p:nvSpPr>
                <p:cNvPr id="742" name="Google Shape;3493;p61"/>
                <p:cNvSpPr/>
                <p:nvPr/>
              </p:nvSpPr>
              <p:spPr>
                <a:xfrm>
                  <a:off x="4159213" y="3279849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6"/>
                        <a:pt x="2287" y="3426"/>
                      </a:cubicBezTo>
                      <a:cubicBezTo>
                        <a:pt x="3230" y="3426"/>
                        <a:pt x="3992" y="2663"/>
                        <a:pt x="3992" y="1720"/>
                      </a:cubicBezTo>
                      <a:cubicBezTo>
                        <a:pt x="3992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3494;p61"/>
                <p:cNvSpPr/>
                <p:nvPr/>
              </p:nvSpPr>
              <p:spPr>
                <a:xfrm>
                  <a:off x="4173385" y="3289570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3" name="Google Shape;3495;p61"/>
              <p:cNvGrpSpPr/>
              <p:nvPr/>
            </p:nvGrpSpPr>
            <p:grpSpPr>
              <a:xfrm>
                <a:off x="4201550" y="3266502"/>
                <a:ext cx="31405" cy="26883"/>
                <a:chOff x="4201550" y="3266502"/>
                <a:chExt cx="31405" cy="26883"/>
              </a:xfrm>
            </p:grpSpPr>
            <p:sp>
              <p:nvSpPr>
                <p:cNvPr id="740" name="Google Shape;3496;p61"/>
                <p:cNvSpPr/>
                <p:nvPr/>
              </p:nvSpPr>
              <p:spPr>
                <a:xfrm>
                  <a:off x="4201550" y="3266502"/>
                  <a:ext cx="31405" cy="26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18" extrusionOk="0">
                      <a:moveTo>
                        <a:pt x="2266" y="1"/>
                      </a:moveTo>
                      <a:cubicBezTo>
                        <a:pt x="1849" y="1"/>
                        <a:pt x="1423" y="155"/>
                        <a:pt x="1077" y="502"/>
                      </a:cubicBezTo>
                      <a:cubicBezTo>
                        <a:pt x="1" y="1566"/>
                        <a:pt x="751" y="3417"/>
                        <a:pt x="2275" y="3417"/>
                      </a:cubicBezTo>
                      <a:cubicBezTo>
                        <a:pt x="2282" y="3417"/>
                        <a:pt x="2290" y="3417"/>
                        <a:pt x="2297" y="3417"/>
                      </a:cubicBezTo>
                      <a:cubicBezTo>
                        <a:pt x="3230" y="3417"/>
                        <a:pt x="3993" y="2660"/>
                        <a:pt x="3993" y="1723"/>
                      </a:cubicBezTo>
                      <a:cubicBezTo>
                        <a:pt x="3993" y="689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3497;p61"/>
                <p:cNvSpPr/>
                <p:nvPr/>
              </p:nvSpPr>
              <p:spPr>
                <a:xfrm>
                  <a:off x="4214331" y="3276247"/>
                  <a:ext cx="8919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4" extrusionOk="0">
                      <a:moveTo>
                        <a:pt x="635" y="0"/>
                      </a:moveTo>
                      <a:cubicBezTo>
                        <a:pt x="209" y="0"/>
                        <a:pt x="0" y="512"/>
                        <a:pt x="311" y="823"/>
                      </a:cubicBezTo>
                      <a:cubicBezTo>
                        <a:pt x="408" y="920"/>
                        <a:pt x="528" y="964"/>
                        <a:pt x="646" y="964"/>
                      </a:cubicBezTo>
                      <a:cubicBezTo>
                        <a:pt x="895" y="964"/>
                        <a:pt x="1134" y="771"/>
                        <a:pt x="1134" y="484"/>
                      </a:cubicBezTo>
                      <a:cubicBezTo>
                        <a:pt x="1134" y="206"/>
                        <a:pt x="916" y="0"/>
                        <a:pt x="650" y="0"/>
                      </a:cubicBezTo>
                      <a:cubicBezTo>
                        <a:pt x="645" y="0"/>
                        <a:pt x="640" y="0"/>
                        <a:pt x="6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4" name="Google Shape;3498;p61"/>
              <p:cNvGrpSpPr/>
              <p:nvPr/>
            </p:nvGrpSpPr>
            <p:grpSpPr>
              <a:xfrm>
                <a:off x="4201550" y="3338278"/>
                <a:ext cx="31405" cy="26930"/>
                <a:chOff x="4201550" y="3338278"/>
                <a:chExt cx="31405" cy="26930"/>
              </a:xfrm>
            </p:grpSpPr>
            <p:sp>
              <p:nvSpPr>
                <p:cNvPr id="738" name="Google Shape;3499;p61"/>
                <p:cNvSpPr/>
                <p:nvPr/>
              </p:nvSpPr>
              <p:spPr>
                <a:xfrm>
                  <a:off x="4201550" y="3338278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6" y="1"/>
                      </a:moveTo>
                      <a:cubicBezTo>
                        <a:pt x="1848" y="1"/>
                        <a:pt x="1423" y="154"/>
                        <a:pt x="1077" y="497"/>
                      </a:cubicBezTo>
                      <a:cubicBezTo>
                        <a:pt x="1" y="1573"/>
                        <a:pt x="751" y="3412"/>
                        <a:pt x="2275" y="3424"/>
                      </a:cubicBezTo>
                      <a:cubicBezTo>
                        <a:pt x="3218" y="3424"/>
                        <a:pt x="3993" y="2662"/>
                        <a:pt x="3993" y="1718"/>
                      </a:cubicBezTo>
                      <a:cubicBezTo>
                        <a:pt x="3993" y="684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3500;p61"/>
                <p:cNvSpPr/>
                <p:nvPr/>
              </p:nvSpPr>
              <p:spPr>
                <a:xfrm>
                  <a:off x="4214331" y="3347976"/>
                  <a:ext cx="8919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5" extrusionOk="0">
                      <a:moveTo>
                        <a:pt x="671" y="1"/>
                      </a:moveTo>
                      <a:cubicBezTo>
                        <a:pt x="664" y="1"/>
                        <a:pt x="657" y="1"/>
                        <a:pt x="650" y="1"/>
                      </a:cubicBezTo>
                      <a:cubicBezTo>
                        <a:pt x="645" y="1"/>
                        <a:pt x="640" y="1"/>
                        <a:pt x="635" y="1"/>
                      </a:cubicBezTo>
                      <a:cubicBezTo>
                        <a:pt x="209" y="1"/>
                        <a:pt x="0" y="513"/>
                        <a:pt x="311" y="824"/>
                      </a:cubicBezTo>
                      <a:cubicBezTo>
                        <a:pt x="408" y="921"/>
                        <a:pt x="528" y="965"/>
                        <a:pt x="646" y="965"/>
                      </a:cubicBezTo>
                      <a:cubicBezTo>
                        <a:pt x="895" y="965"/>
                        <a:pt x="1134" y="772"/>
                        <a:pt x="1134" y="485"/>
                      </a:cubicBezTo>
                      <a:cubicBezTo>
                        <a:pt x="1134" y="214"/>
                        <a:pt x="927" y="1"/>
                        <a:pt x="67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5" name="Google Shape;3501;p61"/>
              <p:cNvGrpSpPr/>
              <p:nvPr/>
            </p:nvGrpSpPr>
            <p:grpSpPr>
              <a:xfrm>
                <a:off x="4238272" y="3369132"/>
                <a:ext cx="31405" cy="27001"/>
                <a:chOff x="4238272" y="3369132"/>
                <a:chExt cx="31405" cy="27001"/>
              </a:xfrm>
            </p:grpSpPr>
            <p:sp>
              <p:nvSpPr>
                <p:cNvPr id="736" name="Google Shape;3502;p61"/>
                <p:cNvSpPr/>
                <p:nvPr/>
              </p:nvSpPr>
              <p:spPr>
                <a:xfrm>
                  <a:off x="4238272" y="33691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4" y="1"/>
                        <a:pt x="1426" y="157"/>
                        <a:pt x="1078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3503;p61"/>
                <p:cNvSpPr/>
                <p:nvPr/>
              </p:nvSpPr>
              <p:spPr>
                <a:xfrm>
                  <a:off x="4251217" y="3378806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3"/>
                      </a:cubicBezTo>
                      <a:cubicBezTo>
                        <a:pt x="401" y="922"/>
                        <a:pt x="524" y="967"/>
                        <a:pt x="643" y="967"/>
                      </a:cubicBezTo>
                      <a:cubicBezTo>
                        <a:pt x="889" y="967"/>
                        <a:pt x="1125" y="778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" name="Google Shape;3504;p61"/>
            <p:cNvGrpSpPr/>
            <p:nvPr/>
          </p:nvGrpSpPr>
          <p:grpSpPr>
            <a:xfrm>
              <a:off x="4068639" y="3200169"/>
              <a:ext cx="77643" cy="37272"/>
              <a:chOff x="4068639" y="3200169"/>
              <a:chExt cx="77643" cy="37272"/>
            </a:xfrm>
          </p:grpSpPr>
          <p:sp>
            <p:nvSpPr>
              <p:cNvPr id="722" name="Google Shape;3505;p61"/>
              <p:cNvSpPr/>
              <p:nvPr/>
            </p:nvSpPr>
            <p:spPr>
              <a:xfrm>
                <a:off x="4087570" y="3212886"/>
                <a:ext cx="49958" cy="10374"/>
              </a:xfrm>
              <a:custGeom>
                <a:avLst/>
                <a:gdLst/>
                <a:ahLst/>
                <a:cxnLst/>
                <a:rect l="l" t="t" r="r" b="b"/>
                <a:pathLst>
                  <a:path w="6352" h="1319" fill="none" extrusionOk="0">
                    <a:moveTo>
                      <a:pt x="1" y="1319"/>
                    </a:moveTo>
                    <a:lnTo>
                      <a:pt x="6351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3" name="Google Shape;3506;p61"/>
              <p:cNvGrpSpPr/>
              <p:nvPr/>
            </p:nvGrpSpPr>
            <p:grpSpPr>
              <a:xfrm>
                <a:off x="4114878" y="3200169"/>
                <a:ext cx="31405" cy="26993"/>
                <a:chOff x="4114878" y="3200169"/>
                <a:chExt cx="31405" cy="26993"/>
              </a:xfrm>
            </p:grpSpPr>
            <p:sp>
              <p:nvSpPr>
                <p:cNvPr id="727" name="Google Shape;3507;p61"/>
                <p:cNvSpPr/>
                <p:nvPr/>
              </p:nvSpPr>
              <p:spPr>
                <a:xfrm>
                  <a:off x="4114878" y="3200169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7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3508;p61"/>
                <p:cNvSpPr/>
                <p:nvPr/>
              </p:nvSpPr>
              <p:spPr>
                <a:xfrm>
                  <a:off x="4127721" y="320983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36"/>
                      </a:cubicBezTo>
                      <a:cubicBezTo>
                        <a:pt x="400" y="933"/>
                        <a:pt x="519" y="976"/>
                        <a:pt x="637" y="976"/>
                      </a:cubicBezTo>
                      <a:cubicBezTo>
                        <a:pt x="887" y="976"/>
                        <a:pt x="1129" y="781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4" name="Google Shape;3509;p61"/>
              <p:cNvGrpSpPr/>
              <p:nvPr/>
            </p:nvGrpSpPr>
            <p:grpSpPr>
              <a:xfrm>
                <a:off x="4068639" y="3210535"/>
                <a:ext cx="31499" cy="26906"/>
                <a:chOff x="4068639" y="3210535"/>
                <a:chExt cx="31499" cy="26906"/>
              </a:xfrm>
            </p:grpSpPr>
            <p:sp>
              <p:nvSpPr>
                <p:cNvPr id="725" name="Google Shape;3510;p61"/>
                <p:cNvSpPr/>
                <p:nvPr/>
              </p:nvSpPr>
              <p:spPr>
                <a:xfrm>
                  <a:off x="4068639" y="321053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3511;p61"/>
                <p:cNvSpPr/>
                <p:nvPr/>
              </p:nvSpPr>
              <p:spPr>
                <a:xfrm>
                  <a:off x="4081577" y="3220209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7" y="964"/>
                        <a:pt x="1126" y="771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" name="Google Shape;3512;p61"/>
            <p:cNvGrpSpPr/>
            <p:nvPr/>
          </p:nvGrpSpPr>
          <p:grpSpPr>
            <a:xfrm>
              <a:off x="3869702" y="3066935"/>
              <a:ext cx="382664" cy="190294"/>
              <a:chOff x="3869702" y="3066935"/>
              <a:chExt cx="382664" cy="190294"/>
            </a:xfrm>
          </p:grpSpPr>
          <p:grpSp>
            <p:nvGrpSpPr>
              <p:cNvPr id="688" name="Google Shape;3513;p61"/>
              <p:cNvGrpSpPr/>
              <p:nvPr/>
            </p:nvGrpSpPr>
            <p:grpSpPr>
              <a:xfrm>
                <a:off x="3888633" y="3082351"/>
                <a:ext cx="351172" cy="160698"/>
                <a:chOff x="3888633" y="3082351"/>
                <a:chExt cx="351172" cy="160698"/>
              </a:xfrm>
            </p:grpSpPr>
            <p:sp>
              <p:nvSpPr>
                <p:cNvPr id="716" name="Google Shape;3514;p61"/>
                <p:cNvSpPr/>
                <p:nvPr/>
              </p:nvSpPr>
              <p:spPr>
                <a:xfrm>
                  <a:off x="3892440" y="3082351"/>
                  <a:ext cx="347366" cy="160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66" h="20432" fill="none" extrusionOk="0">
                      <a:moveTo>
                        <a:pt x="7041" y="11529"/>
                      </a:moveTo>
                      <a:lnTo>
                        <a:pt x="22440" y="4162"/>
                      </a:lnTo>
                      <a:lnTo>
                        <a:pt x="34815" y="0"/>
                      </a:lnTo>
                      <a:lnTo>
                        <a:pt x="44166" y="484"/>
                      </a:lnTo>
                      <a:lnTo>
                        <a:pt x="38964" y="8565"/>
                      </a:lnTo>
                      <a:lnTo>
                        <a:pt x="33012" y="10065"/>
                      </a:lnTo>
                      <a:lnTo>
                        <a:pt x="22440" y="4839"/>
                      </a:lnTo>
                      <a:lnTo>
                        <a:pt x="18750" y="15424"/>
                      </a:lnTo>
                      <a:cubicBezTo>
                        <a:pt x="18750" y="15424"/>
                        <a:pt x="6206" y="11154"/>
                        <a:pt x="6557" y="11516"/>
                      </a:cubicBezTo>
                      <a:lnTo>
                        <a:pt x="0" y="204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7" name="Google Shape;3515;p61"/>
                <p:cNvSpPr/>
                <p:nvPr/>
              </p:nvSpPr>
              <p:spPr>
                <a:xfrm>
                  <a:off x="3888633" y="3172924"/>
                  <a:ext cx="72979" cy="70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9" h="8916" fill="none" extrusionOk="0">
                      <a:moveTo>
                        <a:pt x="0" y="8916"/>
                      </a:moveTo>
                      <a:lnTo>
                        <a:pt x="9279" y="6883"/>
                      </a:lnTo>
                      <a:lnTo>
                        <a:pt x="704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8" name="Google Shape;3516;p61"/>
                <p:cNvSpPr/>
                <p:nvPr/>
              </p:nvSpPr>
              <p:spPr>
                <a:xfrm>
                  <a:off x="3960370" y="3203653"/>
                  <a:ext cx="79547" cy="19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4" h="2493" fill="none" extrusionOk="0">
                      <a:moveTo>
                        <a:pt x="0" y="2493"/>
                      </a:moveTo>
                      <a:lnTo>
                        <a:pt x="1011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9" name="Google Shape;3517;p61"/>
                <p:cNvSpPr/>
                <p:nvPr/>
              </p:nvSpPr>
              <p:spPr>
                <a:xfrm>
                  <a:off x="4043613" y="3161504"/>
                  <a:ext cx="108474" cy="42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2" h="5360" fill="none" extrusionOk="0">
                      <a:moveTo>
                        <a:pt x="1" y="5360"/>
                      </a:moveTo>
                      <a:lnTo>
                        <a:pt x="1379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3518;p61"/>
                <p:cNvSpPr/>
                <p:nvPr/>
              </p:nvSpPr>
              <p:spPr>
                <a:xfrm>
                  <a:off x="4152079" y="3082351"/>
                  <a:ext cx="17224" cy="8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" h="10549" fill="none" extrusionOk="0">
                      <a:moveTo>
                        <a:pt x="0" y="10549"/>
                      </a:moveTo>
                      <a:lnTo>
                        <a:pt x="219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1" name="Google Shape;3519;p61"/>
                <p:cNvSpPr/>
                <p:nvPr/>
              </p:nvSpPr>
              <p:spPr>
                <a:xfrm>
                  <a:off x="4169296" y="3082351"/>
                  <a:ext cx="25797" cy="63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" h="8081" fill="none" extrusionOk="0">
                      <a:moveTo>
                        <a:pt x="1" y="0"/>
                      </a:moveTo>
                      <a:lnTo>
                        <a:pt x="3279" y="808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9" name="Google Shape;3520;p61"/>
              <p:cNvGrpSpPr/>
              <p:nvPr/>
            </p:nvGrpSpPr>
            <p:grpSpPr>
              <a:xfrm>
                <a:off x="4143703" y="3066935"/>
                <a:ext cx="37783" cy="32357"/>
                <a:chOff x="4143703" y="3066935"/>
                <a:chExt cx="37783" cy="32357"/>
              </a:xfrm>
            </p:grpSpPr>
            <p:sp>
              <p:nvSpPr>
                <p:cNvPr id="714" name="Google Shape;3521;p61"/>
                <p:cNvSpPr/>
                <p:nvPr/>
              </p:nvSpPr>
              <p:spPr>
                <a:xfrm>
                  <a:off x="4143703" y="306693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1" y="0"/>
                      </a:moveTo>
                      <a:cubicBezTo>
                        <a:pt x="2227" y="0"/>
                        <a:pt x="1713" y="188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3522;p61"/>
                <p:cNvSpPr/>
                <p:nvPr/>
              </p:nvSpPr>
              <p:spPr>
                <a:xfrm>
                  <a:off x="4158741" y="3076641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4" y="1658"/>
                        <a:pt x="1657" y="1283"/>
                        <a:pt x="1657" y="823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0" name="Google Shape;3523;p61"/>
              <p:cNvGrpSpPr/>
              <p:nvPr/>
            </p:nvGrpSpPr>
            <p:grpSpPr>
              <a:xfrm>
                <a:off x="4044565" y="3103563"/>
                <a:ext cx="37783" cy="32451"/>
                <a:chOff x="4044565" y="3103563"/>
                <a:chExt cx="37783" cy="32451"/>
              </a:xfrm>
            </p:grpSpPr>
            <p:sp>
              <p:nvSpPr>
                <p:cNvPr id="712" name="Google Shape;3524;p61"/>
                <p:cNvSpPr/>
                <p:nvPr/>
              </p:nvSpPr>
              <p:spPr>
                <a:xfrm>
                  <a:off x="4044565" y="3103563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3525;p61"/>
                <p:cNvSpPr/>
                <p:nvPr/>
              </p:nvSpPr>
              <p:spPr>
                <a:xfrm>
                  <a:off x="4059602" y="3113268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1" name="Google Shape;3526;p61"/>
              <p:cNvGrpSpPr/>
              <p:nvPr/>
            </p:nvGrpSpPr>
            <p:grpSpPr>
              <a:xfrm>
                <a:off x="4017454" y="3188237"/>
                <a:ext cx="37776" cy="32357"/>
                <a:chOff x="4017454" y="3188237"/>
                <a:chExt cx="37776" cy="32357"/>
              </a:xfrm>
            </p:grpSpPr>
            <p:sp>
              <p:nvSpPr>
                <p:cNvPr id="710" name="Google Shape;3527;p61"/>
                <p:cNvSpPr/>
                <p:nvPr/>
              </p:nvSpPr>
              <p:spPr>
                <a:xfrm>
                  <a:off x="4017454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08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3528;p61"/>
                <p:cNvSpPr/>
                <p:nvPr/>
              </p:nvSpPr>
              <p:spPr>
                <a:xfrm>
                  <a:off x="4032484" y="319794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2" name="Google Shape;3529;p61"/>
              <p:cNvGrpSpPr/>
              <p:nvPr/>
            </p:nvGrpSpPr>
            <p:grpSpPr>
              <a:xfrm>
                <a:off x="3921548" y="3157509"/>
                <a:ext cx="37783" cy="32357"/>
                <a:chOff x="3921548" y="3157509"/>
                <a:chExt cx="37783" cy="32357"/>
              </a:xfrm>
            </p:grpSpPr>
            <p:sp>
              <p:nvSpPr>
                <p:cNvPr id="708" name="Google Shape;3530;p61"/>
                <p:cNvSpPr/>
                <p:nvPr/>
              </p:nvSpPr>
              <p:spPr>
                <a:xfrm>
                  <a:off x="3921548" y="31575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3531;p61"/>
                <p:cNvSpPr/>
                <p:nvPr/>
              </p:nvSpPr>
              <p:spPr>
                <a:xfrm>
                  <a:off x="3936586" y="3167214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4"/>
                        <a:pt x="1282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3" name="Google Shape;3532;p61"/>
              <p:cNvGrpSpPr/>
              <p:nvPr/>
            </p:nvGrpSpPr>
            <p:grpSpPr>
              <a:xfrm>
                <a:off x="3939056" y="3211620"/>
                <a:ext cx="37783" cy="32380"/>
                <a:chOff x="3939056" y="3211620"/>
                <a:chExt cx="37783" cy="32380"/>
              </a:xfrm>
            </p:grpSpPr>
            <p:sp>
              <p:nvSpPr>
                <p:cNvPr id="706" name="Google Shape;3533;p61"/>
                <p:cNvSpPr/>
                <p:nvPr/>
              </p:nvSpPr>
              <p:spPr>
                <a:xfrm>
                  <a:off x="3939056" y="3211620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59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3534;p61"/>
                <p:cNvSpPr/>
                <p:nvPr/>
              </p:nvSpPr>
              <p:spPr>
                <a:xfrm>
                  <a:off x="3954188" y="32212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4" name="Google Shape;3535;p61"/>
              <p:cNvGrpSpPr/>
              <p:nvPr/>
            </p:nvGrpSpPr>
            <p:grpSpPr>
              <a:xfrm>
                <a:off x="4176240" y="3136965"/>
                <a:ext cx="31405" cy="26930"/>
                <a:chOff x="4176240" y="3136965"/>
                <a:chExt cx="31405" cy="26930"/>
              </a:xfrm>
            </p:grpSpPr>
            <p:sp>
              <p:nvSpPr>
                <p:cNvPr id="704" name="Google Shape;3536;p61"/>
                <p:cNvSpPr/>
                <p:nvPr/>
              </p:nvSpPr>
              <p:spPr>
                <a:xfrm>
                  <a:off x="4176240" y="3136965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8" y="1"/>
                      </a:moveTo>
                      <a:cubicBezTo>
                        <a:pt x="1846" y="1"/>
                        <a:pt x="1415" y="158"/>
                        <a:pt x="1065" y="508"/>
                      </a:cubicBezTo>
                      <a:cubicBezTo>
                        <a:pt x="1" y="1585"/>
                        <a:pt x="763" y="3423"/>
                        <a:pt x="2275" y="3423"/>
                      </a:cubicBezTo>
                      <a:cubicBezTo>
                        <a:pt x="3231" y="3423"/>
                        <a:pt x="3993" y="2649"/>
                        <a:pt x="3993" y="1705"/>
                      </a:cubicBezTo>
                      <a:cubicBezTo>
                        <a:pt x="3985" y="677"/>
                        <a:pt x="3145" y="1"/>
                        <a:pt x="226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3537;p61"/>
                <p:cNvSpPr/>
                <p:nvPr/>
              </p:nvSpPr>
              <p:spPr>
                <a:xfrm>
                  <a:off x="4190327" y="3146663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5" name="Google Shape;3538;p61"/>
              <p:cNvGrpSpPr/>
              <p:nvPr/>
            </p:nvGrpSpPr>
            <p:grpSpPr>
              <a:xfrm>
                <a:off x="4133148" y="3152593"/>
                <a:ext cx="31499" cy="27001"/>
                <a:chOff x="4133148" y="3152593"/>
                <a:chExt cx="31499" cy="27001"/>
              </a:xfrm>
            </p:grpSpPr>
            <p:sp>
              <p:nvSpPr>
                <p:cNvPr id="702" name="Google Shape;3539;p61"/>
                <p:cNvSpPr/>
                <p:nvPr/>
              </p:nvSpPr>
              <p:spPr>
                <a:xfrm>
                  <a:off x="4133148" y="31525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8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3540;p61"/>
                <p:cNvSpPr/>
                <p:nvPr/>
              </p:nvSpPr>
              <p:spPr>
                <a:xfrm>
                  <a:off x="4147321" y="316226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6" name="Google Shape;3541;p61"/>
              <p:cNvGrpSpPr/>
              <p:nvPr/>
            </p:nvGrpSpPr>
            <p:grpSpPr>
              <a:xfrm>
                <a:off x="4220866" y="3073534"/>
                <a:ext cx="31499" cy="26898"/>
                <a:chOff x="4220866" y="3073534"/>
                <a:chExt cx="31499" cy="26898"/>
              </a:xfrm>
            </p:grpSpPr>
            <p:sp>
              <p:nvSpPr>
                <p:cNvPr id="700" name="Google Shape;3542;p61"/>
                <p:cNvSpPr/>
                <p:nvPr/>
              </p:nvSpPr>
              <p:spPr>
                <a:xfrm>
                  <a:off x="4220866" y="307353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3543;p61"/>
                <p:cNvSpPr/>
                <p:nvPr/>
              </p:nvSpPr>
              <p:spPr>
                <a:xfrm>
                  <a:off x="4235039" y="3083114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5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7" name="Google Shape;3544;p61"/>
              <p:cNvGrpSpPr/>
              <p:nvPr/>
            </p:nvGrpSpPr>
            <p:grpSpPr>
              <a:xfrm>
                <a:off x="3869702" y="3230323"/>
                <a:ext cx="31499" cy="26906"/>
                <a:chOff x="3869702" y="3230323"/>
                <a:chExt cx="31499" cy="26906"/>
              </a:xfrm>
            </p:grpSpPr>
            <p:sp>
              <p:nvSpPr>
                <p:cNvPr id="698" name="Google Shape;3545;p61"/>
                <p:cNvSpPr/>
                <p:nvPr/>
              </p:nvSpPr>
              <p:spPr>
                <a:xfrm>
                  <a:off x="3869702" y="32303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3546;p61"/>
                <p:cNvSpPr/>
                <p:nvPr/>
              </p:nvSpPr>
              <p:spPr>
                <a:xfrm>
                  <a:off x="388387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" name="Google Shape;3547;p61"/>
            <p:cNvGrpSpPr/>
            <p:nvPr/>
          </p:nvGrpSpPr>
          <p:grpSpPr>
            <a:xfrm>
              <a:off x="4271383" y="3065882"/>
              <a:ext cx="304556" cy="341663"/>
              <a:chOff x="4271383" y="3065882"/>
              <a:chExt cx="304556" cy="341663"/>
            </a:xfrm>
          </p:grpSpPr>
          <p:grpSp>
            <p:nvGrpSpPr>
              <p:cNvPr id="631" name="Google Shape;3548;p61"/>
              <p:cNvGrpSpPr/>
              <p:nvPr/>
            </p:nvGrpSpPr>
            <p:grpSpPr>
              <a:xfrm>
                <a:off x="4293838" y="3078639"/>
                <a:ext cx="269353" cy="311973"/>
                <a:chOff x="4293838" y="3078639"/>
                <a:chExt cx="269353" cy="311973"/>
              </a:xfrm>
            </p:grpSpPr>
            <p:sp>
              <p:nvSpPr>
                <p:cNvPr id="671" name="Google Shape;3549;p61"/>
                <p:cNvSpPr/>
                <p:nvPr/>
              </p:nvSpPr>
              <p:spPr>
                <a:xfrm>
                  <a:off x="4293838" y="3078639"/>
                  <a:ext cx="269353" cy="31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7" h="39666" fill="none" extrusionOk="0">
                      <a:moveTo>
                        <a:pt x="13" y="16730"/>
                      </a:moveTo>
                      <a:lnTo>
                        <a:pt x="7162" y="27690"/>
                      </a:lnTo>
                      <a:lnTo>
                        <a:pt x="8480" y="39666"/>
                      </a:lnTo>
                      <a:lnTo>
                        <a:pt x="18182" y="34138"/>
                      </a:lnTo>
                      <a:lnTo>
                        <a:pt x="26371" y="29807"/>
                      </a:lnTo>
                      <a:cubicBezTo>
                        <a:pt x="26371" y="29807"/>
                        <a:pt x="33605" y="34694"/>
                        <a:pt x="33932" y="35456"/>
                      </a:cubicBezTo>
                      <a:cubicBezTo>
                        <a:pt x="34246" y="36218"/>
                        <a:pt x="32263" y="18388"/>
                        <a:pt x="32263" y="18388"/>
                      </a:cubicBezTo>
                      <a:lnTo>
                        <a:pt x="28428" y="2928"/>
                      </a:lnTo>
                      <a:lnTo>
                        <a:pt x="12932" y="1"/>
                      </a:lnTo>
                      <a:lnTo>
                        <a:pt x="1670" y="2650"/>
                      </a:lnTo>
                      <a:lnTo>
                        <a:pt x="0" y="1714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3550;p61"/>
                <p:cNvSpPr/>
                <p:nvPr/>
              </p:nvSpPr>
              <p:spPr>
                <a:xfrm>
                  <a:off x="4306965" y="3099473"/>
                  <a:ext cx="625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9" h="8856" fill="none" extrusionOk="0">
                      <a:moveTo>
                        <a:pt x="1" y="1"/>
                      </a:moveTo>
                      <a:lnTo>
                        <a:pt x="7948" y="885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3551;p61"/>
                <p:cNvSpPr/>
                <p:nvPr/>
              </p:nvSpPr>
              <p:spPr>
                <a:xfrm>
                  <a:off x="4369476" y="3169118"/>
                  <a:ext cx="26072" cy="98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2545" fill="none" extrusionOk="0">
                      <a:moveTo>
                        <a:pt x="0" y="1"/>
                      </a:moveTo>
                      <a:lnTo>
                        <a:pt x="3315" y="1254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3552;p61"/>
                <p:cNvSpPr/>
                <p:nvPr/>
              </p:nvSpPr>
              <p:spPr>
                <a:xfrm>
                  <a:off x="4399347" y="3078639"/>
                  <a:ext cx="60041" cy="110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4" h="14057" fill="none" extrusionOk="0">
                      <a:moveTo>
                        <a:pt x="7634" y="14057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3553;p61"/>
                <p:cNvSpPr/>
                <p:nvPr/>
              </p:nvSpPr>
              <p:spPr>
                <a:xfrm>
                  <a:off x="4373282" y="3169118"/>
                  <a:ext cx="82299" cy="20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4" h="2553" fill="none" extrusionOk="0">
                      <a:moveTo>
                        <a:pt x="0" y="1"/>
                      </a:moveTo>
                      <a:lnTo>
                        <a:pt x="10464" y="2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3554;p61"/>
                <p:cNvSpPr/>
                <p:nvPr/>
              </p:nvSpPr>
              <p:spPr>
                <a:xfrm>
                  <a:off x="4369476" y="3078639"/>
                  <a:ext cx="29879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9" h="11505" fill="none" extrusionOk="0">
                      <a:moveTo>
                        <a:pt x="0" y="11505"/>
                      </a:moveTo>
                      <a:lnTo>
                        <a:pt x="379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3555;p61"/>
                <p:cNvSpPr/>
                <p:nvPr/>
              </p:nvSpPr>
              <p:spPr>
                <a:xfrm>
                  <a:off x="4293932" y="3169118"/>
                  <a:ext cx="75551" cy="41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6" h="5227" fill="none" extrusionOk="0">
                      <a:moveTo>
                        <a:pt x="1" y="5226"/>
                      </a:moveTo>
                      <a:lnTo>
                        <a:pt x="9605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3556;p61"/>
                <p:cNvSpPr/>
                <p:nvPr/>
              </p:nvSpPr>
              <p:spPr>
                <a:xfrm>
                  <a:off x="4350159" y="3267776"/>
                  <a:ext cx="45389" cy="27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1" h="3437" fill="none" extrusionOk="0">
                      <a:moveTo>
                        <a:pt x="1" y="3436"/>
                      </a:moveTo>
                      <a:lnTo>
                        <a:pt x="577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3557;p61"/>
                <p:cNvSpPr/>
                <p:nvPr/>
              </p:nvSpPr>
              <p:spPr>
                <a:xfrm>
                  <a:off x="4395540" y="3267776"/>
                  <a:ext cx="38830" cy="76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9667" fill="none" extrusionOk="0">
                      <a:moveTo>
                        <a:pt x="1" y="1"/>
                      </a:moveTo>
                      <a:lnTo>
                        <a:pt x="4936" y="96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3558;p61"/>
                <p:cNvSpPr/>
                <p:nvPr/>
              </p:nvSpPr>
              <p:spPr>
                <a:xfrm>
                  <a:off x="4360439" y="3267776"/>
                  <a:ext cx="35109" cy="12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4" h="15509" fill="none" extrusionOk="0">
                      <a:moveTo>
                        <a:pt x="0" y="15509"/>
                      </a:moveTo>
                      <a:lnTo>
                        <a:pt x="446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3559;p61"/>
                <p:cNvSpPr/>
                <p:nvPr/>
              </p:nvSpPr>
              <p:spPr>
                <a:xfrm>
                  <a:off x="4293932" y="3210220"/>
                  <a:ext cx="101616" cy="57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0" h="7319" fill="none" extrusionOk="0">
                      <a:moveTo>
                        <a:pt x="1" y="0"/>
                      </a:moveTo>
                      <a:lnTo>
                        <a:pt x="12920" y="73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3560;p61"/>
                <p:cNvSpPr/>
                <p:nvPr/>
              </p:nvSpPr>
              <p:spPr>
                <a:xfrm>
                  <a:off x="4395540" y="3186436"/>
                  <a:ext cx="66420" cy="7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5" h="10138" fill="none" extrusionOk="0">
                      <a:moveTo>
                        <a:pt x="8444" y="0"/>
                      </a:moveTo>
                      <a:lnTo>
                        <a:pt x="1" y="1013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3561;p61"/>
                <p:cNvSpPr/>
                <p:nvPr/>
              </p:nvSpPr>
              <p:spPr>
                <a:xfrm>
                  <a:off x="4459380" y="3189669"/>
                  <a:ext cx="41873" cy="123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4" h="15690" fill="none" extrusionOk="0">
                      <a:moveTo>
                        <a:pt x="1" y="0"/>
                      </a:moveTo>
                      <a:lnTo>
                        <a:pt x="5323" y="15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3562;p61"/>
                <p:cNvSpPr/>
                <p:nvPr/>
              </p:nvSpPr>
              <p:spPr>
                <a:xfrm>
                  <a:off x="4395540" y="3267776"/>
                  <a:ext cx="105713" cy="45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1" h="5759" fill="none" extrusionOk="0">
                      <a:moveTo>
                        <a:pt x="1" y="1"/>
                      </a:moveTo>
                      <a:lnTo>
                        <a:pt x="13440" y="575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3563;p61"/>
                <p:cNvSpPr/>
                <p:nvPr/>
              </p:nvSpPr>
              <p:spPr>
                <a:xfrm>
                  <a:off x="4501246" y="3223252"/>
                  <a:ext cx="46435" cy="89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4" h="11420" fill="none" extrusionOk="0">
                      <a:moveTo>
                        <a:pt x="0" y="11420"/>
                      </a:moveTo>
                      <a:lnTo>
                        <a:pt x="590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3564;p61"/>
                <p:cNvSpPr/>
                <p:nvPr/>
              </p:nvSpPr>
              <p:spPr>
                <a:xfrm>
                  <a:off x="4459671" y="3104231"/>
                  <a:ext cx="58421" cy="8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8" h="10803" fill="none" extrusionOk="0">
                      <a:moveTo>
                        <a:pt x="0" y="10803"/>
                      </a:moveTo>
                      <a:lnTo>
                        <a:pt x="7428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3565;p61"/>
                <p:cNvSpPr/>
                <p:nvPr/>
              </p:nvSpPr>
              <p:spPr>
                <a:xfrm>
                  <a:off x="4459671" y="3189189"/>
                  <a:ext cx="86586" cy="36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4671" fill="none" extrusionOk="0">
                      <a:moveTo>
                        <a:pt x="0" y="1"/>
                      </a:moveTo>
                      <a:lnTo>
                        <a:pt x="11008" y="467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2" name="Google Shape;3566;p61"/>
              <p:cNvGrpSpPr/>
              <p:nvPr/>
            </p:nvGrpSpPr>
            <p:grpSpPr>
              <a:xfrm>
                <a:off x="4538164" y="3342061"/>
                <a:ext cx="37776" cy="32380"/>
                <a:chOff x="4538164" y="3342061"/>
                <a:chExt cx="37776" cy="32380"/>
              </a:xfrm>
            </p:grpSpPr>
            <p:sp>
              <p:nvSpPr>
                <p:cNvPr id="669" name="Google Shape;3567;p61"/>
                <p:cNvSpPr/>
                <p:nvPr/>
              </p:nvSpPr>
              <p:spPr>
                <a:xfrm>
                  <a:off x="4538164" y="3342061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9"/>
                        <a:pt x="1294" y="608"/>
                      </a:cubicBezTo>
                      <a:cubicBezTo>
                        <a:pt x="0" y="1903"/>
                        <a:pt x="919" y="4116"/>
                        <a:pt x="2746" y="4116"/>
                      </a:cubicBezTo>
                      <a:cubicBezTo>
                        <a:pt x="3883" y="4116"/>
                        <a:pt x="4802" y="3197"/>
                        <a:pt x="4802" y="2060"/>
                      </a:cubicBezTo>
                      <a:cubicBezTo>
                        <a:pt x="4802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3568;p61"/>
                <p:cNvSpPr/>
                <p:nvPr/>
              </p:nvSpPr>
              <p:spPr>
                <a:xfrm>
                  <a:off x="455319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3" name="Google Shape;3569;p61"/>
              <p:cNvGrpSpPr/>
              <p:nvPr/>
            </p:nvGrpSpPr>
            <p:grpSpPr>
              <a:xfrm>
                <a:off x="4271383" y="3194742"/>
                <a:ext cx="37783" cy="32420"/>
                <a:chOff x="4271383" y="3194742"/>
                <a:chExt cx="37783" cy="32420"/>
              </a:xfrm>
            </p:grpSpPr>
            <p:sp>
              <p:nvSpPr>
                <p:cNvPr id="667" name="Google Shape;3570;p61"/>
                <p:cNvSpPr/>
                <p:nvPr/>
              </p:nvSpPr>
              <p:spPr>
                <a:xfrm>
                  <a:off x="4271383" y="3194742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3571;p61"/>
                <p:cNvSpPr/>
                <p:nvPr/>
              </p:nvSpPr>
              <p:spPr>
                <a:xfrm>
                  <a:off x="4286516" y="320441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4" name="Google Shape;3572;p61"/>
              <p:cNvGrpSpPr/>
              <p:nvPr/>
            </p:nvGrpSpPr>
            <p:grpSpPr>
              <a:xfrm>
                <a:off x="4284416" y="3084058"/>
                <a:ext cx="37783" cy="32357"/>
                <a:chOff x="4284416" y="3084058"/>
                <a:chExt cx="37783" cy="32357"/>
              </a:xfrm>
            </p:grpSpPr>
            <p:sp>
              <p:nvSpPr>
                <p:cNvPr id="665" name="Google Shape;3573;p61"/>
                <p:cNvSpPr/>
                <p:nvPr/>
              </p:nvSpPr>
              <p:spPr>
                <a:xfrm>
                  <a:off x="4284416" y="308405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3574;p61"/>
                <p:cNvSpPr/>
                <p:nvPr/>
              </p:nvSpPr>
              <p:spPr>
                <a:xfrm>
                  <a:off x="4299548" y="309376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4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5" name="Google Shape;3575;p61"/>
              <p:cNvGrpSpPr/>
              <p:nvPr/>
            </p:nvGrpSpPr>
            <p:grpSpPr>
              <a:xfrm>
                <a:off x="4478697" y="3297561"/>
                <a:ext cx="37776" cy="32451"/>
                <a:chOff x="4478697" y="3297561"/>
                <a:chExt cx="37776" cy="32451"/>
              </a:xfrm>
            </p:grpSpPr>
            <p:sp>
              <p:nvSpPr>
                <p:cNvPr id="663" name="Google Shape;3576;p61"/>
                <p:cNvSpPr/>
                <p:nvPr/>
              </p:nvSpPr>
              <p:spPr>
                <a:xfrm>
                  <a:off x="4478697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46" y="4125"/>
                      </a:cubicBezTo>
                      <a:cubicBezTo>
                        <a:pt x="3884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3577;p61"/>
                <p:cNvSpPr/>
                <p:nvPr/>
              </p:nvSpPr>
              <p:spPr>
                <a:xfrm>
                  <a:off x="4493727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2"/>
                        <a:pt x="376" y="1657"/>
                        <a:pt x="835" y="1657"/>
                      </a:cubicBezTo>
                      <a:cubicBezTo>
                        <a:pt x="1295" y="1657"/>
                        <a:pt x="1658" y="1282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6" name="Google Shape;3578;p61"/>
              <p:cNvGrpSpPr/>
              <p:nvPr/>
            </p:nvGrpSpPr>
            <p:grpSpPr>
              <a:xfrm>
                <a:off x="4411813" y="3331711"/>
                <a:ext cx="37776" cy="32451"/>
                <a:chOff x="4411813" y="3331711"/>
                <a:chExt cx="37776" cy="32451"/>
              </a:xfrm>
            </p:grpSpPr>
            <p:sp>
              <p:nvSpPr>
                <p:cNvPr id="661" name="Google Shape;3579;p61"/>
                <p:cNvSpPr/>
                <p:nvPr/>
              </p:nvSpPr>
              <p:spPr>
                <a:xfrm>
                  <a:off x="4411813" y="333171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3" y="188"/>
                        <a:pt x="1295" y="606"/>
                      </a:cubicBezTo>
                      <a:cubicBezTo>
                        <a:pt x="0" y="1900"/>
                        <a:pt x="920" y="4126"/>
                        <a:pt x="2759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3580;p61"/>
                <p:cNvSpPr/>
                <p:nvPr/>
              </p:nvSpPr>
              <p:spPr>
                <a:xfrm>
                  <a:off x="4426937" y="3341416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7" name="Google Shape;3581;p61"/>
              <p:cNvGrpSpPr/>
              <p:nvPr/>
            </p:nvGrpSpPr>
            <p:grpSpPr>
              <a:xfrm>
                <a:off x="4337984" y="3375188"/>
                <a:ext cx="37776" cy="32357"/>
                <a:chOff x="4337984" y="3375188"/>
                <a:chExt cx="37776" cy="32357"/>
              </a:xfrm>
            </p:grpSpPr>
            <p:sp>
              <p:nvSpPr>
                <p:cNvPr id="659" name="Google Shape;3582;p61"/>
                <p:cNvSpPr/>
                <p:nvPr/>
              </p:nvSpPr>
              <p:spPr>
                <a:xfrm>
                  <a:off x="4337984" y="3375188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3583;p61"/>
                <p:cNvSpPr/>
                <p:nvPr/>
              </p:nvSpPr>
              <p:spPr>
                <a:xfrm>
                  <a:off x="4353108" y="3384894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64"/>
                        <a:pt x="1" y="824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8" name="Google Shape;3584;p61"/>
              <p:cNvGrpSpPr/>
              <p:nvPr/>
            </p:nvGrpSpPr>
            <p:grpSpPr>
              <a:xfrm>
                <a:off x="4494867" y="3090530"/>
                <a:ext cx="37878" cy="32451"/>
                <a:chOff x="4494867" y="3090530"/>
                <a:chExt cx="37878" cy="32451"/>
              </a:xfrm>
            </p:grpSpPr>
            <p:sp>
              <p:nvSpPr>
                <p:cNvPr id="657" name="Google Shape;3585;p61"/>
                <p:cNvSpPr/>
                <p:nvPr/>
              </p:nvSpPr>
              <p:spPr>
                <a:xfrm>
                  <a:off x="4494867" y="3090530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96" y="4114"/>
                        <a:pt x="4803" y="3194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3586;p61"/>
                <p:cNvSpPr/>
                <p:nvPr/>
              </p:nvSpPr>
              <p:spPr>
                <a:xfrm>
                  <a:off x="4510000" y="310023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9" name="Google Shape;3587;p61"/>
              <p:cNvGrpSpPr/>
              <p:nvPr/>
            </p:nvGrpSpPr>
            <p:grpSpPr>
              <a:xfrm>
                <a:off x="4525124" y="3207774"/>
                <a:ext cx="37783" cy="32420"/>
                <a:chOff x="4525124" y="3207774"/>
                <a:chExt cx="37783" cy="32420"/>
              </a:xfrm>
            </p:grpSpPr>
            <p:sp>
              <p:nvSpPr>
                <p:cNvPr id="655" name="Google Shape;3588;p61"/>
                <p:cNvSpPr/>
                <p:nvPr/>
              </p:nvSpPr>
              <p:spPr>
                <a:xfrm>
                  <a:off x="4525124" y="3207774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3589;p61"/>
                <p:cNvSpPr/>
                <p:nvPr/>
              </p:nvSpPr>
              <p:spPr>
                <a:xfrm>
                  <a:off x="4540256" y="32174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0" name="Google Shape;3590;p61"/>
              <p:cNvGrpSpPr/>
              <p:nvPr/>
            </p:nvGrpSpPr>
            <p:grpSpPr>
              <a:xfrm>
                <a:off x="4440544" y="3176479"/>
                <a:ext cx="31499" cy="26898"/>
                <a:chOff x="4440544" y="3176479"/>
                <a:chExt cx="31499" cy="26898"/>
              </a:xfrm>
            </p:grpSpPr>
            <p:sp>
              <p:nvSpPr>
                <p:cNvPr id="653" name="Google Shape;3591;p61"/>
                <p:cNvSpPr/>
                <p:nvPr/>
              </p:nvSpPr>
              <p:spPr>
                <a:xfrm>
                  <a:off x="4440544" y="3176479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1" y="0"/>
                      </a:moveTo>
                      <a:cubicBezTo>
                        <a:pt x="1860" y="0"/>
                        <a:pt x="1429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2"/>
                        <a:pt x="3163" y="0"/>
                        <a:pt x="228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3592;p61"/>
                <p:cNvSpPr/>
                <p:nvPr/>
              </p:nvSpPr>
              <p:spPr>
                <a:xfrm>
                  <a:off x="4454724" y="3186145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1" name="Google Shape;3593;p61"/>
              <p:cNvGrpSpPr/>
              <p:nvPr/>
            </p:nvGrpSpPr>
            <p:grpSpPr>
              <a:xfrm>
                <a:off x="4350545" y="3156400"/>
                <a:ext cx="31405" cy="27001"/>
                <a:chOff x="4350545" y="3156400"/>
                <a:chExt cx="31405" cy="27001"/>
              </a:xfrm>
            </p:grpSpPr>
            <p:sp>
              <p:nvSpPr>
                <p:cNvPr id="651" name="Google Shape;3594;p61"/>
                <p:cNvSpPr/>
                <p:nvPr/>
              </p:nvSpPr>
              <p:spPr>
                <a:xfrm>
                  <a:off x="4350545" y="3156400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3595;p61"/>
                <p:cNvSpPr/>
                <p:nvPr/>
              </p:nvSpPr>
              <p:spPr>
                <a:xfrm>
                  <a:off x="4364717" y="3166074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2" name="Google Shape;3596;p61"/>
              <p:cNvGrpSpPr/>
              <p:nvPr/>
            </p:nvGrpSpPr>
            <p:grpSpPr>
              <a:xfrm>
                <a:off x="4376703" y="3255058"/>
                <a:ext cx="31405" cy="27001"/>
                <a:chOff x="4376703" y="3255058"/>
                <a:chExt cx="31405" cy="27001"/>
              </a:xfrm>
            </p:grpSpPr>
            <p:sp>
              <p:nvSpPr>
                <p:cNvPr id="649" name="Google Shape;3597;p61"/>
                <p:cNvSpPr/>
                <p:nvPr/>
              </p:nvSpPr>
              <p:spPr>
                <a:xfrm>
                  <a:off x="4376703" y="325505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3598;p61"/>
                <p:cNvSpPr/>
                <p:nvPr/>
              </p:nvSpPr>
              <p:spPr>
                <a:xfrm>
                  <a:off x="4390884" y="326473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3" name="Google Shape;3599;p61"/>
              <p:cNvGrpSpPr/>
              <p:nvPr/>
            </p:nvGrpSpPr>
            <p:grpSpPr>
              <a:xfrm>
                <a:off x="4331322" y="3283656"/>
                <a:ext cx="31405" cy="26945"/>
                <a:chOff x="4331322" y="3283656"/>
                <a:chExt cx="31405" cy="26945"/>
              </a:xfrm>
            </p:grpSpPr>
            <p:sp>
              <p:nvSpPr>
                <p:cNvPr id="647" name="Google Shape;3600;p61"/>
                <p:cNvSpPr/>
                <p:nvPr/>
              </p:nvSpPr>
              <p:spPr>
                <a:xfrm>
                  <a:off x="4331322" y="3283656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20"/>
                      </a:cubicBezTo>
                      <a:cubicBezTo>
                        <a:pt x="3993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3601;p61"/>
                <p:cNvSpPr/>
                <p:nvPr/>
              </p:nvSpPr>
              <p:spPr>
                <a:xfrm>
                  <a:off x="4345503" y="3293274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63"/>
                        <a:pt x="218" y="969"/>
                        <a:pt x="484" y="969"/>
                      </a:cubicBezTo>
                      <a:cubicBezTo>
                        <a:pt x="750" y="969"/>
                        <a:pt x="968" y="763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4" name="Google Shape;3602;p61"/>
              <p:cNvGrpSpPr/>
              <p:nvPr/>
            </p:nvGrpSpPr>
            <p:grpSpPr>
              <a:xfrm>
                <a:off x="4380510" y="3065882"/>
                <a:ext cx="31405" cy="26938"/>
                <a:chOff x="4380510" y="3065882"/>
                <a:chExt cx="31405" cy="26938"/>
              </a:xfrm>
            </p:grpSpPr>
            <p:sp>
              <p:nvSpPr>
                <p:cNvPr id="645" name="Google Shape;3603;p61"/>
                <p:cNvSpPr/>
                <p:nvPr/>
              </p:nvSpPr>
              <p:spPr>
                <a:xfrm>
                  <a:off x="4380510" y="3065882"/>
                  <a:ext cx="31405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5" extrusionOk="0">
                      <a:moveTo>
                        <a:pt x="2273" y="0"/>
                      </a:moveTo>
                      <a:cubicBezTo>
                        <a:pt x="1853" y="0"/>
                        <a:pt x="1426" y="157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19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3604;p61"/>
                <p:cNvSpPr/>
                <p:nvPr/>
              </p:nvSpPr>
              <p:spPr>
                <a:xfrm>
                  <a:off x="4393354" y="3075500"/>
                  <a:ext cx="8950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6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35"/>
                      </a:cubicBezTo>
                      <a:cubicBezTo>
                        <a:pt x="401" y="932"/>
                        <a:pt x="522" y="976"/>
                        <a:pt x="641" y="976"/>
                      </a:cubicBezTo>
                      <a:cubicBezTo>
                        <a:pt x="893" y="976"/>
                        <a:pt x="1138" y="783"/>
                        <a:pt x="1138" y="496"/>
                      </a:cubicBezTo>
                      <a:cubicBezTo>
                        <a:pt x="1138" y="218"/>
                        <a:pt x="920" y="12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" name="Google Shape;3605;p61"/>
            <p:cNvGrpSpPr/>
            <p:nvPr/>
          </p:nvGrpSpPr>
          <p:grpSpPr>
            <a:xfrm>
              <a:off x="4558998" y="3188237"/>
              <a:ext cx="1280131" cy="1052746"/>
              <a:chOff x="4558998" y="3188237"/>
              <a:chExt cx="1280131" cy="1052746"/>
            </a:xfrm>
          </p:grpSpPr>
          <p:sp>
            <p:nvSpPr>
              <p:cNvPr id="209" name="Google Shape;3606;p61"/>
              <p:cNvSpPr/>
              <p:nvPr/>
            </p:nvSpPr>
            <p:spPr>
              <a:xfrm>
                <a:off x="4916156" y="3750813"/>
                <a:ext cx="8" cy="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0" name="Google Shape;3607;p61"/>
              <p:cNvGrpSpPr/>
              <p:nvPr/>
            </p:nvGrpSpPr>
            <p:grpSpPr>
              <a:xfrm>
                <a:off x="4579164" y="3203653"/>
                <a:ext cx="1244833" cy="1020397"/>
                <a:chOff x="4579164" y="3203653"/>
                <a:chExt cx="1244833" cy="1020397"/>
              </a:xfrm>
            </p:grpSpPr>
            <p:sp>
              <p:nvSpPr>
                <p:cNvPr id="530" name="Google Shape;3608;p61"/>
                <p:cNvSpPr/>
                <p:nvPr/>
              </p:nvSpPr>
              <p:spPr>
                <a:xfrm>
                  <a:off x="5490144" y="3482892"/>
                  <a:ext cx="58995" cy="4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" h="630" fill="none" extrusionOk="0">
                      <a:moveTo>
                        <a:pt x="0" y="630"/>
                      </a:moveTo>
                      <a:lnTo>
                        <a:pt x="750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3609;p61"/>
                <p:cNvSpPr/>
                <p:nvPr/>
              </p:nvSpPr>
              <p:spPr>
                <a:xfrm>
                  <a:off x="5490616" y="3482892"/>
                  <a:ext cx="66137" cy="77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9" h="9836" fill="none" extrusionOk="0">
                      <a:moveTo>
                        <a:pt x="1" y="1"/>
                      </a:moveTo>
                      <a:lnTo>
                        <a:pt x="8408" y="98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32" name="Google Shape;3610;p61"/>
                <p:cNvGrpSpPr/>
                <p:nvPr/>
              </p:nvGrpSpPr>
              <p:grpSpPr>
                <a:xfrm>
                  <a:off x="4579164" y="3203653"/>
                  <a:ext cx="1244833" cy="1020397"/>
                  <a:chOff x="4579164" y="3203653"/>
                  <a:chExt cx="1244833" cy="1020397"/>
                </a:xfrm>
              </p:grpSpPr>
              <p:sp>
                <p:nvSpPr>
                  <p:cNvPr id="533" name="Google Shape;3611;p61"/>
                  <p:cNvSpPr/>
                  <p:nvPr/>
                </p:nvSpPr>
                <p:spPr>
                  <a:xfrm>
                    <a:off x="4787909" y="3833395"/>
                    <a:ext cx="69267" cy="22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7" h="2831" fill="none" extrusionOk="0">
                        <a:moveTo>
                          <a:pt x="8806" y="0"/>
                        </a:moveTo>
                        <a:lnTo>
                          <a:pt x="0" y="2831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3612;p61"/>
                  <p:cNvSpPr/>
                  <p:nvPr/>
                </p:nvSpPr>
                <p:spPr>
                  <a:xfrm>
                    <a:off x="4857263" y="3819695"/>
                    <a:ext cx="69936" cy="14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2" h="1803" fill="none" extrusionOk="0">
                        <a:moveTo>
                          <a:pt x="1" y="1803"/>
                        </a:moveTo>
                        <a:lnTo>
                          <a:pt x="8892" y="0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535" name="Google Shape;3613;p61"/>
                  <p:cNvGrpSpPr/>
                  <p:nvPr/>
                </p:nvGrpSpPr>
                <p:grpSpPr>
                  <a:xfrm>
                    <a:off x="4579164" y="3203653"/>
                    <a:ext cx="1244833" cy="1020397"/>
                    <a:chOff x="4579164" y="3203653"/>
                    <a:chExt cx="1244833" cy="1020397"/>
                  </a:xfrm>
                </p:grpSpPr>
                <p:sp>
                  <p:nvSpPr>
                    <p:cNvPr id="536" name="Google Shape;3614;p61"/>
                    <p:cNvSpPr/>
                    <p:nvPr/>
                  </p:nvSpPr>
                  <p:spPr>
                    <a:xfrm>
                      <a:off x="4930329" y="3363965"/>
                      <a:ext cx="23894" cy="1027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38" h="13066" fill="none" extrusionOk="0">
                          <a:moveTo>
                            <a:pt x="3037" y="13065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7" name="Google Shape;3615;p61"/>
                    <p:cNvSpPr/>
                    <p:nvPr/>
                  </p:nvSpPr>
                  <p:spPr>
                    <a:xfrm>
                      <a:off x="4849846" y="3385948"/>
                      <a:ext cx="104085" cy="792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234" h="10077" fill="none" extrusionOk="0">
                          <a:moveTo>
                            <a:pt x="0" y="0"/>
                          </a:moveTo>
                          <a:lnTo>
                            <a:pt x="13234" y="10077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8" name="Google Shape;3616;p61"/>
                    <p:cNvSpPr/>
                    <p:nvPr/>
                  </p:nvSpPr>
                  <p:spPr>
                    <a:xfrm>
                      <a:off x="4849650" y="3306598"/>
                      <a:ext cx="45869" cy="79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32" h="10090" fill="none" extrusionOk="0">
                          <a:moveTo>
                            <a:pt x="5831" y="0"/>
                          </a:moveTo>
                          <a:lnTo>
                            <a:pt x="1" y="10089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9" name="Google Shape;3617;p61"/>
                    <p:cNvSpPr/>
                    <p:nvPr/>
                  </p:nvSpPr>
                  <p:spPr>
                    <a:xfrm>
                      <a:off x="4849650" y="3361299"/>
                      <a:ext cx="84305" cy="246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9" h="3135" fill="none" extrusionOk="0">
                          <a:moveTo>
                            <a:pt x="1" y="3134"/>
                          </a:moveTo>
                          <a:lnTo>
                            <a:pt x="10719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0" name="Google Shape;3618;p61"/>
                    <p:cNvSpPr/>
                    <p:nvPr/>
                  </p:nvSpPr>
                  <p:spPr>
                    <a:xfrm>
                      <a:off x="4789616" y="3306598"/>
                      <a:ext cx="19702" cy="547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5" h="6956" fill="none" extrusionOk="0">
                          <a:moveTo>
                            <a:pt x="2505" y="6956"/>
                          </a:move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1" name="Google Shape;3619;p61"/>
                    <p:cNvSpPr/>
                    <p:nvPr/>
                  </p:nvSpPr>
                  <p:spPr>
                    <a:xfrm>
                      <a:off x="4738242" y="3357500"/>
                      <a:ext cx="74883" cy="10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1" h="1307" fill="none" extrusionOk="0">
                          <a:moveTo>
                            <a:pt x="1" y="1307"/>
                          </a:moveTo>
                          <a:lnTo>
                            <a:pt x="952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2" name="Google Shape;3620;p61"/>
                    <p:cNvSpPr/>
                    <p:nvPr/>
                  </p:nvSpPr>
                  <p:spPr>
                    <a:xfrm>
                      <a:off x="4710274" y="3357500"/>
                      <a:ext cx="99044" cy="635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3" h="8081" fill="none" extrusionOk="0">
                          <a:moveTo>
                            <a:pt x="0" y="8081"/>
                          </a:moveTo>
                          <a:lnTo>
                            <a:pt x="12593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3" name="Google Shape;3621;p61"/>
                    <p:cNvSpPr/>
                    <p:nvPr/>
                  </p:nvSpPr>
                  <p:spPr>
                    <a:xfrm>
                      <a:off x="4809310" y="3306598"/>
                      <a:ext cx="87443" cy="50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18" h="6473" fill="none" extrusionOk="0">
                          <a:moveTo>
                            <a:pt x="1" y="6472"/>
                          </a:moveTo>
                          <a:lnTo>
                            <a:pt x="11118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544" name="Google Shape;3622;p61"/>
                    <p:cNvGrpSpPr/>
                    <p:nvPr/>
                  </p:nvGrpSpPr>
                  <p:grpSpPr>
                    <a:xfrm>
                      <a:off x="4579164" y="3203653"/>
                      <a:ext cx="1244833" cy="1020397"/>
                      <a:chOff x="4579164" y="3203653"/>
                      <a:chExt cx="1244833" cy="1020397"/>
                    </a:xfrm>
                  </p:grpSpPr>
                  <p:sp>
                    <p:nvSpPr>
                      <p:cNvPr id="545" name="Google Shape;3623;p61"/>
                      <p:cNvSpPr/>
                      <p:nvPr/>
                    </p:nvSpPr>
                    <p:spPr>
                      <a:xfrm>
                        <a:off x="4617986" y="3614284"/>
                        <a:ext cx="53002" cy="2103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739" h="2674" fill="none" extrusionOk="0">
                            <a:moveTo>
                              <a:pt x="0" y="0"/>
                            </a:moveTo>
                            <a:lnTo>
                              <a:pt x="6738" y="267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6" name="Google Shape;3624;p61"/>
                      <p:cNvSpPr/>
                      <p:nvPr/>
                    </p:nvSpPr>
                    <p:spPr>
                      <a:xfrm>
                        <a:off x="4624545" y="3589069"/>
                        <a:ext cx="43682" cy="6318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54" h="8033" fill="none" extrusionOk="0">
                            <a:moveTo>
                              <a:pt x="1" y="8033"/>
                            </a:moveTo>
                            <a:lnTo>
                              <a:pt x="5553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7" name="Google Shape;3625;p61"/>
                      <p:cNvSpPr/>
                      <p:nvPr/>
                    </p:nvSpPr>
                    <p:spPr>
                      <a:xfrm>
                        <a:off x="4668220" y="3517907"/>
                        <a:ext cx="112178" cy="7117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263" h="9049" fill="none" extrusionOk="0">
                            <a:moveTo>
                              <a:pt x="0" y="9049"/>
                            </a:moveTo>
                            <a:lnTo>
                              <a:pt x="14262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8" name="Google Shape;3626;p61"/>
                      <p:cNvSpPr/>
                      <p:nvPr/>
                    </p:nvSpPr>
                    <p:spPr>
                      <a:xfrm>
                        <a:off x="4706562" y="3516766"/>
                        <a:ext cx="77455" cy="799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848" h="10162" fill="none" extrusionOk="0">
                            <a:moveTo>
                              <a:pt x="0" y="10161"/>
                            </a:moveTo>
                            <a:lnTo>
                              <a:pt x="9847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9" name="Google Shape;3627;p61"/>
                      <p:cNvSpPr/>
                      <p:nvPr/>
                    </p:nvSpPr>
                    <p:spPr>
                      <a:xfrm>
                        <a:off x="4763646" y="3516766"/>
                        <a:ext cx="20370" cy="528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90" h="6714" fill="none" extrusionOk="0">
                            <a:moveTo>
                              <a:pt x="0" y="6714"/>
                            </a:moveTo>
                            <a:lnTo>
                              <a:pt x="258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0" name="Google Shape;3628;p61"/>
                      <p:cNvSpPr/>
                      <p:nvPr/>
                    </p:nvSpPr>
                    <p:spPr>
                      <a:xfrm>
                        <a:off x="4783151" y="3520565"/>
                        <a:ext cx="45861" cy="974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831" h="12388" fill="none" extrusionOk="0">
                            <a:moveTo>
                              <a:pt x="5831" y="12388"/>
                            </a:moveTo>
                            <a:lnTo>
                              <a:pt x="0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1" name="Google Shape;3629;p61"/>
                      <p:cNvSpPr/>
                      <p:nvPr/>
                    </p:nvSpPr>
                    <p:spPr>
                      <a:xfrm>
                        <a:off x="4738242" y="3483175"/>
                        <a:ext cx="44917" cy="3739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11" h="4755" fill="none" extrusionOk="0">
                            <a:moveTo>
                              <a:pt x="1" y="1"/>
                            </a:moveTo>
                            <a:lnTo>
                              <a:pt x="5710" y="475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2" name="Google Shape;3630;p61"/>
                      <p:cNvSpPr/>
                      <p:nvPr/>
                    </p:nvSpPr>
                    <p:spPr>
                      <a:xfrm>
                        <a:off x="4704941" y="3501823"/>
                        <a:ext cx="78217" cy="18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945" h="2384" fill="none" extrusionOk="0">
                            <a:moveTo>
                              <a:pt x="1" y="1"/>
                            </a:moveTo>
                            <a:lnTo>
                              <a:pt x="9944" y="238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3" name="Google Shape;3631;p61"/>
                      <p:cNvSpPr/>
                      <p:nvPr/>
                    </p:nvSpPr>
                    <p:spPr>
                      <a:xfrm>
                        <a:off x="4668220" y="3520565"/>
                        <a:ext cx="115796" cy="193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723" h="2457" fill="none" extrusionOk="0">
                            <a:moveTo>
                              <a:pt x="0" y="2457"/>
                            </a:moveTo>
                            <a:lnTo>
                              <a:pt x="14722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4" name="Google Shape;3632;p61"/>
                      <p:cNvSpPr/>
                      <p:nvPr/>
                    </p:nvSpPr>
                    <p:spPr>
                      <a:xfrm>
                        <a:off x="4813117" y="3462915"/>
                        <a:ext cx="40347" cy="511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130" h="6509" fill="none" extrusionOk="0">
                            <a:moveTo>
                              <a:pt x="5130" y="6508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5" name="Google Shape;3633;p61"/>
                      <p:cNvSpPr/>
                      <p:nvPr/>
                    </p:nvSpPr>
                    <p:spPr>
                      <a:xfrm>
                        <a:off x="4787807" y="3462915"/>
                        <a:ext cx="25317" cy="55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19" h="6993" fill="none" extrusionOk="0">
                            <a:moveTo>
                              <a:pt x="1" y="6992"/>
                            </a:moveTo>
                            <a:lnTo>
                              <a:pt x="321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6" name="Google Shape;3634;p61"/>
                      <p:cNvSpPr/>
                      <p:nvPr/>
                    </p:nvSpPr>
                    <p:spPr>
                      <a:xfrm>
                        <a:off x="4781342" y="3514100"/>
                        <a:ext cx="72311" cy="69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194" h="884" fill="none" extrusionOk="0">
                            <a:moveTo>
                              <a:pt x="0" y="883"/>
                            </a:moveTo>
                            <a:lnTo>
                              <a:pt x="9194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7" name="Google Shape;3635;p61"/>
                      <p:cNvSpPr/>
                      <p:nvPr/>
                    </p:nvSpPr>
                    <p:spPr>
                      <a:xfrm>
                        <a:off x="4853645" y="3514100"/>
                        <a:ext cx="26175" cy="591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28" h="7525" fill="none" extrusionOk="0">
                            <a:moveTo>
                              <a:pt x="1" y="0"/>
                            </a:moveTo>
                            <a:lnTo>
                              <a:pt x="3328" y="752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8" name="Google Shape;3636;p61"/>
                      <p:cNvSpPr/>
                      <p:nvPr/>
                    </p:nvSpPr>
                    <p:spPr>
                      <a:xfrm>
                        <a:off x="4827392" y="3514100"/>
                        <a:ext cx="26261" cy="10038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39" h="12763" fill="none" extrusionOk="0">
                            <a:moveTo>
                              <a:pt x="3339" y="0"/>
                            </a:moveTo>
                            <a:lnTo>
                              <a:pt x="0" y="12762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559" name="Google Shape;3637;p61"/>
                      <p:cNvGrpSpPr/>
                      <p:nvPr/>
                    </p:nvGrpSpPr>
                    <p:grpSpPr>
                      <a:xfrm>
                        <a:off x="4579164" y="3203653"/>
                        <a:ext cx="1244833" cy="1020397"/>
                        <a:chOff x="4579164" y="3203653"/>
                        <a:chExt cx="1244833" cy="1020397"/>
                      </a:xfrm>
                    </p:grpSpPr>
                    <p:sp>
                      <p:nvSpPr>
                        <p:cNvPr id="560" name="Google Shape;3638;p61"/>
                        <p:cNvSpPr/>
                        <p:nvPr/>
                      </p:nvSpPr>
                      <p:spPr>
                        <a:xfrm>
                          <a:off x="4879812" y="3466721"/>
                          <a:ext cx="74411" cy="1065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461" h="13549" fill="none" extrusionOk="0">
                              <a:moveTo>
                                <a:pt x="1" y="13549"/>
                              </a:moveTo>
                              <a:lnTo>
                                <a:pt x="946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1" name="Google Shape;3639;p61"/>
                        <p:cNvSpPr/>
                        <p:nvPr/>
                      </p:nvSpPr>
                      <p:spPr>
                        <a:xfrm>
                          <a:off x="4954215" y="3408017"/>
                          <a:ext cx="105989" cy="5871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476" h="7465" fill="none" extrusionOk="0">
                              <a:moveTo>
                                <a:pt x="0" y="7464"/>
                              </a:moveTo>
                              <a:lnTo>
                                <a:pt x="13476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2" name="Google Shape;3640;p61"/>
                        <p:cNvSpPr/>
                        <p:nvPr/>
                      </p:nvSpPr>
                      <p:spPr>
                        <a:xfrm>
                          <a:off x="4953924" y="3465195"/>
                          <a:ext cx="119792" cy="5481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231" h="6969" fill="none" extrusionOk="0">
                              <a:moveTo>
                                <a:pt x="1" y="1"/>
                              </a:moveTo>
                              <a:lnTo>
                                <a:pt x="15231" y="6968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3" name="Google Shape;3641;p61"/>
                        <p:cNvSpPr/>
                        <p:nvPr/>
                      </p:nvSpPr>
                      <p:spPr>
                        <a:xfrm>
                          <a:off x="5073708" y="3521045"/>
                          <a:ext cx="26938" cy="718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5" h="9134" fill="none" extrusionOk="0">
                              <a:moveTo>
                                <a:pt x="1" y="0"/>
                              </a:moveTo>
                              <a:lnTo>
                                <a:pt x="3424" y="913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4" name="Google Shape;3642;p61"/>
                        <p:cNvSpPr/>
                        <p:nvPr/>
                      </p:nvSpPr>
                      <p:spPr>
                        <a:xfrm>
                          <a:off x="5100637" y="3586309"/>
                          <a:ext cx="26741" cy="811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00" h="10320" fill="none" extrusionOk="0">
                              <a:moveTo>
                                <a:pt x="3399" y="10319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5" name="Google Shape;3643;p61"/>
                        <p:cNvSpPr/>
                        <p:nvPr/>
                      </p:nvSpPr>
                      <p:spPr>
                        <a:xfrm>
                          <a:off x="5088549" y="3252840"/>
                          <a:ext cx="693968" cy="52062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8235" h="66195" fill="none" extrusionOk="0">
                              <a:moveTo>
                                <a:pt x="1" y="63509"/>
                              </a:moveTo>
                              <a:lnTo>
                                <a:pt x="1537" y="42400"/>
                              </a:lnTo>
                              <a:lnTo>
                                <a:pt x="10077" y="22210"/>
                              </a:lnTo>
                              <a:cubicBezTo>
                                <a:pt x="10077" y="22210"/>
                                <a:pt x="14202" y="33218"/>
                                <a:pt x="14202" y="32384"/>
                              </a:cubicBezTo>
                              <a:cubicBezTo>
                                <a:pt x="14202" y="31561"/>
                                <a:pt x="26009" y="8976"/>
                                <a:pt x="26009" y="8976"/>
                              </a:cubicBezTo>
                              <a:lnTo>
                                <a:pt x="33618" y="31077"/>
                              </a:lnTo>
                              <a:lnTo>
                                <a:pt x="15025" y="46779"/>
                              </a:lnTo>
                              <a:lnTo>
                                <a:pt x="36037" y="48944"/>
                              </a:lnTo>
                              <a:lnTo>
                                <a:pt x="27557" y="58863"/>
                              </a:lnTo>
                              <a:lnTo>
                                <a:pt x="40803" y="66194"/>
                              </a:lnTo>
                              <a:lnTo>
                                <a:pt x="43586" y="48448"/>
                              </a:lnTo>
                              <a:lnTo>
                                <a:pt x="51122" y="29734"/>
                              </a:lnTo>
                              <a:lnTo>
                                <a:pt x="49670" y="16694"/>
                              </a:lnTo>
                              <a:lnTo>
                                <a:pt x="65263" y="21376"/>
                              </a:lnTo>
                              <a:lnTo>
                                <a:pt x="68819" y="9448"/>
                              </a:lnTo>
                              <a:lnTo>
                                <a:pt x="66098" y="1"/>
                              </a:lnTo>
                              <a:lnTo>
                                <a:pt x="88235" y="200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6" name="Google Shape;3644;p61"/>
                        <p:cNvSpPr/>
                        <p:nvPr/>
                      </p:nvSpPr>
                      <p:spPr>
                        <a:xfrm>
                          <a:off x="5060203" y="3203653"/>
                          <a:ext cx="544588" cy="3163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9242" h="40223" fill="none" extrusionOk="0">
                              <a:moveTo>
                                <a:pt x="69242" y="6255"/>
                              </a:moveTo>
                              <a:lnTo>
                                <a:pt x="53274" y="22948"/>
                              </a:lnTo>
                              <a:lnTo>
                                <a:pt x="45532" y="5432"/>
                              </a:lnTo>
                              <a:lnTo>
                                <a:pt x="29613" y="14747"/>
                              </a:lnTo>
                              <a:lnTo>
                                <a:pt x="28790" y="1"/>
                              </a:lnTo>
                              <a:lnTo>
                                <a:pt x="13500" y="28912"/>
                              </a:lnTo>
                              <a:lnTo>
                                <a:pt x="4306" y="13089"/>
                              </a:lnTo>
                              <a:lnTo>
                                <a:pt x="0" y="25984"/>
                              </a:lnTo>
                              <a:lnTo>
                                <a:pt x="1718" y="4022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7" name="Google Shape;3645;p61"/>
                        <p:cNvSpPr/>
                        <p:nvPr/>
                      </p:nvSpPr>
                      <p:spPr>
                        <a:xfrm>
                          <a:off x="5127371" y="3507533"/>
                          <a:ext cx="124739" cy="26783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860" h="34054" fill="none" extrusionOk="0">
                              <a:moveTo>
                                <a:pt x="9266" y="1"/>
                              </a:moveTo>
                              <a:lnTo>
                                <a:pt x="10101" y="14396"/>
                              </a:lnTo>
                              <a:lnTo>
                                <a:pt x="15859" y="34053"/>
                              </a:lnTo>
                              <a:lnTo>
                                <a:pt x="0" y="19851"/>
                              </a:lnTo>
                              <a:lnTo>
                                <a:pt x="1234" y="3364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8" name="Google Shape;3646;p61"/>
                        <p:cNvSpPr/>
                        <p:nvPr/>
                      </p:nvSpPr>
                      <p:spPr>
                        <a:xfrm>
                          <a:off x="5100637" y="3507533"/>
                          <a:ext cx="99618" cy="7878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6" h="10017" fill="none" extrusionOk="0">
                              <a:moveTo>
                                <a:pt x="0" y="10017"/>
                              </a:moveTo>
                              <a:lnTo>
                                <a:pt x="12665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9" name="Google Shape;3647;p61"/>
                        <p:cNvSpPr/>
                        <p:nvPr/>
                      </p:nvSpPr>
                      <p:spPr>
                        <a:xfrm>
                          <a:off x="5200248" y="3501068"/>
                          <a:ext cx="156514" cy="64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900" h="823" fill="none" extrusionOk="0">
                              <a:moveTo>
                                <a:pt x="0" y="823"/>
                              </a:moveTo>
                              <a:lnTo>
                                <a:pt x="1990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0" name="Google Shape;3648;p61"/>
                        <p:cNvSpPr/>
                        <p:nvPr/>
                      </p:nvSpPr>
                      <p:spPr>
                        <a:xfrm>
                          <a:off x="5127371" y="3507533"/>
                          <a:ext cx="72885" cy="15585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267" h="19816" fill="none" extrusionOk="0">
                              <a:moveTo>
                                <a:pt x="9266" y="1"/>
                              </a:moveTo>
                              <a:lnTo>
                                <a:pt x="0" y="19815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1" name="Google Shape;3649;p61"/>
                        <p:cNvSpPr/>
                        <p:nvPr/>
                      </p:nvSpPr>
                      <p:spPr>
                        <a:xfrm>
                          <a:off x="5352947" y="3384139"/>
                          <a:ext cx="126265" cy="11769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054" h="14964" fill="none" extrusionOk="0">
                              <a:moveTo>
                                <a:pt x="1" y="14964"/>
                              </a:moveTo>
                              <a:lnTo>
                                <a:pt x="16053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2" name="Google Shape;3650;p61"/>
                        <p:cNvSpPr/>
                        <p:nvPr/>
                      </p:nvSpPr>
                      <p:spPr>
                        <a:xfrm>
                          <a:off x="5356753" y="3246375"/>
                          <a:ext cx="61567" cy="2547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828" h="32384" fill="none" extrusionOk="0">
                              <a:moveTo>
                                <a:pt x="1" y="32383"/>
                              </a:moveTo>
                              <a:lnTo>
                                <a:pt x="7827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3" name="Google Shape;3651;p61"/>
                        <p:cNvSpPr/>
                        <p:nvPr/>
                      </p:nvSpPr>
                      <p:spPr>
                        <a:xfrm>
                          <a:off x="5352947" y="3486698"/>
                          <a:ext cx="141483" cy="1057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989" h="1344" fill="none" extrusionOk="0">
                              <a:moveTo>
                                <a:pt x="1" y="1343"/>
                              </a:moveTo>
                              <a:lnTo>
                                <a:pt x="1798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4" name="Google Shape;3652;p61"/>
                        <p:cNvSpPr/>
                        <p:nvPr/>
                      </p:nvSpPr>
                      <p:spPr>
                        <a:xfrm>
                          <a:off x="5353898" y="3501068"/>
                          <a:ext cx="18089" cy="1367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00" h="17384" fill="none" extrusionOk="0">
                              <a:moveTo>
                                <a:pt x="1" y="0"/>
                              </a:moveTo>
                              <a:lnTo>
                                <a:pt x="2299" y="1738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5" name="Google Shape;3653;p61"/>
                        <p:cNvSpPr/>
                        <p:nvPr/>
                      </p:nvSpPr>
                      <p:spPr>
                        <a:xfrm>
                          <a:off x="5206721" y="3620749"/>
                          <a:ext cx="102379" cy="988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017" h="12570" fill="none" extrusionOk="0">
                              <a:moveTo>
                                <a:pt x="0" y="1"/>
                              </a:moveTo>
                              <a:lnTo>
                                <a:pt x="13016" y="125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6" name="Google Shape;3654;p61"/>
                        <p:cNvSpPr/>
                        <p:nvPr/>
                      </p:nvSpPr>
                      <p:spPr>
                        <a:xfrm>
                          <a:off x="5293102" y="3715798"/>
                          <a:ext cx="15997" cy="10123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034" h="12872" fill="none" extrusionOk="0">
                              <a:moveTo>
                                <a:pt x="2033" y="0"/>
                              </a:moveTo>
                              <a:lnTo>
                                <a:pt x="1" y="1287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7" name="Google Shape;3655;p61"/>
                        <p:cNvSpPr/>
                        <p:nvPr/>
                      </p:nvSpPr>
                      <p:spPr>
                        <a:xfrm>
                          <a:off x="5127371" y="3659854"/>
                          <a:ext cx="92862" cy="1345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07" h="17106" fill="none" extrusionOk="0">
                              <a:moveTo>
                                <a:pt x="11807" y="17105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8" name="Google Shape;3656;p61"/>
                        <p:cNvSpPr/>
                        <p:nvPr/>
                      </p:nvSpPr>
                      <p:spPr>
                        <a:xfrm>
                          <a:off x="5479203" y="3327149"/>
                          <a:ext cx="150615" cy="569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150" h="7247" fill="none" extrusionOk="0">
                              <a:moveTo>
                                <a:pt x="19149" y="0"/>
                              </a:moveTo>
                              <a:lnTo>
                                <a:pt x="0" y="7246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9" name="Google Shape;3657;p61"/>
                        <p:cNvSpPr/>
                        <p:nvPr/>
                      </p:nvSpPr>
                      <p:spPr>
                        <a:xfrm>
                          <a:off x="5371980" y="3633790"/>
                          <a:ext cx="59373" cy="400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549" h="509" fill="none" extrusionOk="0">
                              <a:moveTo>
                                <a:pt x="0" y="508"/>
                              </a:moveTo>
                              <a:lnTo>
                                <a:pt x="754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0" name="Google Shape;3658;p61"/>
                        <p:cNvSpPr/>
                        <p:nvPr/>
                      </p:nvSpPr>
                      <p:spPr>
                        <a:xfrm>
                          <a:off x="5352947" y="3497261"/>
                          <a:ext cx="78406" cy="1365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969" h="17360" fill="none" extrusionOk="0">
                              <a:moveTo>
                                <a:pt x="9969" y="17359"/>
                              </a:moveTo>
                              <a:lnTo>
                                <a:pt x="1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1" name="Google Shape;3659;p61"/>
                        <p:cNvSpPr/>
                        <p:nvPr/>
                      </p:nvSpPr>
                      <p:spPr>
                        <a:xfrm>
                          <a:off x="4917296" y="3466721"/>
                          <a:ext cx="40733" cy="12235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9" h="15557" fill="none" extrusionOk="0">
                              <a:moveTo>
                                <a:pt x="1" y="15557"/>
                              </a:moveTo>
                              <a:lnTo>
                                <a:pt x="5178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2" name="Google Shape;3660;p61"/>
                        <p:cNvSpPr/>
                        <p:nvPr/>
                      </p:nvSpPr>
                      <p:spPr>
                        <a:xfrm>
                          <a:off x="5060203" y="3408017"/>
                          <a:ext cx="111416" cy="195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4166" h="2481" fill="none" extrusionOk="0">
                              <a:moveTo>
                                <a:pt x="0" y="0"/>
                              </a:moveTo>
                              <a:lnTo>
                                <a:pt x="14165" y="248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3" name="Google Shape;3661;p61"/>
                        <p:cNvSpPr/>
                        <p:nvPr/>
                      </p:nvSpPr>
                      <p:spPr>
                        <a:xfrm>
                          <a:off x="5127371" y="3620749"/>
                          <a:ext cx="79358" cy="426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090" h="5421" fill="none" extrusionOk="0">
                              <a:moveTo>
                                <a:pt x="0" y="5420"/>
                              </a:moveTo>
                              <a:lnTo>
                                <a:pt x="1008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grpSp>
                      <p:nvGrpSpPr>
                        <p:cNvPr id="584" name="Google Shape;3662;p61"/>
                        <p:cNvGrpSpPr/>
                        <p:nvPr/>
                      </p:nvGrpSpPr>
                      <p:grpSpPr>
                        <a:xfrm>
                          <a:off x="4579164" y="3203653"/>
                          <a:ext cx="1244833" cy="1020397"/>
                          <a:chOff x="4579164" y="3203653"/>
                          <a:chExt cx="1244833" cy="1020397"/>
                        </a:xfrm>
                      </p:grpSpPr>
                      <p:sp>
                        <p:nvSpPr>
                          <p:cNvPr id="586" name="Google Shape;3663;p61"/>
                          <p:cNvSpPr/>
                          <p:nvPr/>
                        </p:nvSpPr>
                        <p:spPr>
                          <a:xfrm>
                            <a:off x="4949551" y="3708185"/>
                            <a:ext cx="37972" cy="381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4828" h="485" fill="none" extrusionOk="0">
                                <a:moveTo>
                                  <a:pt x="0" y="1"/>
                                </a:moveTo>
                                <a:lnTo>
                                  <a:pt x="4827" y="485"/>
                                </a:lnTo>
                              </a:path>
                            </a:pathLst>
                          </a:custGeom>
                          <a:noFill/>
                          <a:ln w="1825" cap="flat" cmpd="sng">
                            <a:solidFill>
                              <a:srgbClr val="A5B7C5"/>
                            </a:solidFill>
                            <a:prstDash val="solid"/>
                            <a:miter lim="12096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grpSp>
                        <p:nvGrpSpPr>
                          <p:cNvPr id="587" name="Google Shape;3664;p61"/>
                          <p:cNvGrpSpPr/>
                          <p:nvPr/>
                        </p:nvGrpSpPr>
                        <p:grpSpPr>
                          <a:xfrm>
                            <a:off x="4579164" y="3203653"/>
                            <a:ext cx="1244833" cy="1020397"/>
                            <a:chOff x="4579164" y="3203653"/>
                            <a:chExt cx="1244833" cy="1020397"/>
                          </a:xfrm>
                        </p:grpSpPr>
                        <p:sp>
                          <p:nvSpPr>
                            <p:cNvPr id="588" name="Google Shape;3665;p61"/>
                            <p:cNvSpPr/>
                            <p:nvPr/>
                          </p:nvSpPr>
                          <p:spPr>
                            <a:xfrm>
                              <a:off x="4953357" y="3586309"/>
                              <a:ext cx="147288" cy="12188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727" h="15497" fill="none" extrusionOk="0">
                                  <a:moveTo>
                                    <a:pt x="18726" y="1"/>
                                  </a:moveTo>
                                  <a:lnTo>
                                    <a:pt x="0" y="1549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89" name="Google Shape;3666;p61"/>
                            <p:cNvSpPr/>
                            <p:nvPr/>
                          </p:nvSpPr>
                          <p:spPr>
                            <a:xfrm>
                              <a:off x="4987515" y="3592876"/>
                              <a:ext cx="113130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384" h="15146" fill="none" extrusionOk="0">
                                  <a:moveTo>
                                    <a:pt x="0" y="15146"/>
                                  </a:moveTo>
                                  <a:lnTo>
                                    <a:pt x="14383" y="0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0" name="Google Shape;3667;p61"/>
                            <p:cNvSpPr/>
                            <p:nvPr/>
                          </p:nvSpPr>
                          <p:spPr>
                            <a:xfrm>
                              <a:off x="4913395" y="3708185"/>
                              <a:ext cx="39970" cy="453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082" h="5771" fill="none" extrusionOk="0">
                                  <a:moveTo>
                                    <a:pt x="1" y="5771"/>
                                  </a:moveTo>
                                  <a:lnTo>
                                    <a:pt x="5081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1" name="Google Shape;3668;p61"/>
                            <p:cNvSpPr/>
                            <p:nvPr/>
                          </p:nvSpPr>
                          <p:spPr>
                            <a:xfrm>
                              <a:off x="4888943" y="3704378"/>
                              <a:ext cx="60616" cy="2608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707" h="3316" fill="none" extrusionOk="0">
                                  <a:moveTo>
                                    <a:pt x="1" y="3315"/>
                                  </a:moveTo>
                                  <a:lnTo>
                                    <a:pt x="7706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2" name="Google Shape;3669;p61"/>
                            <p:cNvSpPr/>
                            <p:nvPr/>
                          </p:nvSpPr>
                          <p:spPr>
                            <a:xfrm>
                              <a:off x="4917296" y="3589069"/>
                              <a:ext cx="32262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102" h="15146" fill="none" extrusionOk="0">
                                  <a:moveTo>
                                    <a:pt x="1" y="1"/>
                                  </a:moveTo>
                                  <a:lnTo>
                                    <a:pt x="4101" y="1514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3" name="Google Shape;3670;p61"/>
                            <p:cNvSpPr/>
                            <p:nvPr/>
                          </p:nvSpPr>
                          <p:spPr>
                            <a:xfrm>
                              <a:off x="4949551" y="3708185"/>
                              <a:ext cx="22840" cy="7288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04" h="9267" fill="none" extrusionOk="0">
                                  <a:moveTo>
                                    <a:pt x="0" y="1"/>
                                  </a:moveTo>
                                  <a:lnTo>
                                    <a:pt x="2904" y="926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4" name="Google Shape;3671;p61"/>
                            <p:cNvSpPr/>
                            <p:nvPr/>
                          </p:nvSpPr>
                          <p:spPr>
                            <a:xfrm>
                              <a:off x="4912066" y="3752237"/>
                              <a:ext cx="60325" cy="288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670" h="3666" fill="none" extrusionOk="0">
                                  <a:moveTo>
                                    <a:pt x="0" y="1"/>
                                  </a:moveTo>
                                  <a:lnTo>
                                    <a:pt x="7670" y="366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grpSp>
                          <p:nvGrpSpPr>
                            <p:cNvPr id="595" name="Google Shape;3672;p61"/>
                            <p:cNvGrpSpPr/>
                            <p:nvPr/>
                          </p:nvGrpSpPr>
                          <p:grpSpPr>
                            <a:xfrm>
                              <a:off x="4579164" y="3203653"/>
                              <a:ext cx="1244833" cy="1020397"/>
                              <a:chOff x="4579164" y="3203653"/>
                              <a:chExt cx="1244833" cy="1020397"/>
                            </a:xfrm>
                          </p:grpSpPr>
                          <p:sp>
                            <p:nvSpPr>
                              <p:cNvPr id="599" name="Google Shape;3673;p61"/>
                              <p:cNvSpPr/>
                              <p:nvPr/>
                            </p:nvSpPr>
                            <p:spPr>
                              <a:xfrm>
                                <a:off x="4590301" y="3738347"/>
                                <a:ext cx="92956" cy="9172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1819" h="11662" fill="none" extrusionOk="0">
                                    <a:moveTo>
                                      <a:pt x="0" y="0"/>
                                    </a:moveTo>
                                    <a:lnTo>
                                      <a:pt x="11819" y="11662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0" name="Google Shape;3674;p61"/>
                              <p:cNvSpPr/>
                              <p:nvPr/>
                            </p:nvSpPr>
                            <p:spPr>
                              <a:xfrm>
                                <a:off x="4683250" y="3652241"/>
                                <a:ext cx="33591" cy="17782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271" h="22610" fill="none" extrusionOk="0">
                                    <a:moveTo>
                                      <a:pt x="1" y="22610"/>
                                    </a:moveTo>
                                    <a:lnTo>
                                      <a:pt x="427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1" name="Google Shape;3675;p61"/>
                              <p:cNvSpPr/>
                              <p:nvPr/>
                            </p:nvSpPr>
                            <p:spPr>
                              <a:xfrm>
                                <a:off x="4716833" y="3652241"/>
                                <a:ext cx="70982" cy="20770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025" h="26409" fill="none" extrusionOk="0">
                                    <a:moveTo>
                                      <a:pt x="1" y="1"/>
                                    </a:moveTo>
                                    <a:lnTo>
                                      <a:pt x="9025" y="26408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2" name="Google Shape;3676;p61"/>
                              <p:cNvSpPr/>
                              <p:nvPr/>
                            </p:nvSpPr>
                            <p:spPr>
                              <a:xfrm>
                                <a:off x="4813117" y="3694578"/>
                                <a:ext cx="44154" cy="13929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5614" h="17711" fill="none" extrusionOk="0">
                                    <a:moveTo>
                                      <a:pt x="5614" y="17711"/>
                                    </a:moveTo>
                                    <a:lnTo>
                                      <a:pt x="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3" name="Google Shape;3677;p61"/>
                              <p:cNvSpPr/>
                              <p:nvPr/>
                            </p:nvSpPr>
                            <p:spPr>
                              <a:xfrm>
                                <a:off x="4787807" y="3694578"/>
                                <a:ext cx="25317" cy="16536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219" h="21026" fill="none" extrusionOk="0">
                                    <a:moveTo>
                                      <a:pt x="3219" y="1"/>
                                    </a:moveTo>
                                    <a:lnTo>
                                      <a:pt x="1" y="21025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4" name="Google Shape;3678;p61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106374" cy="2522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525" h="3207" fill="none" extrusionOk="0">
                                    <a:moveTo>
                                      <a:pt x="1" y="1"/>
                                    </a:moveTo>
                                    <a:lnTo>
                                      <a:pt x="13525" y="3206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5" name="Google Shape;3679;p61"/>
                              <p:cNvSpPr/>
                              <p:nvPr/>
                            </p:nvSpPr>
                            <p:spPr>
                              <a:xfrm>
                                <a:off x="4670980" y="3830061"/>
                                <a:ext cx="12277" cy="7926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561" h="10078" fill="none" extrusionOk="0">
                                    <a:moveTo>
                                      <a:pt x="1561" y="1"/>
                                    </a:moveTo>
                                    <a:lnTo>
                                      <a:pt x="0" y="10077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6" name="Google Shape;3680;p61"/>
                              <p:cNvSpPr/>
                              <p:nvPr/>
                            </p:nvSpPr>
                            <p:spPr>
                              <a:xfrm>
                                <a:off x="4583828" y="3830061"/>
                                <a:ext cx="99429" cy="3454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2642" h="4392" fill="none" extrusionOk="0">
                                    <a:moveTo>
                                      <a:pt x="0" y="4392"/>
                                    </a:moveTo>
                                    <a:lnTo>
                                      <a:pt x="12642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7" name="Google Shape;3681;p61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50336" cy="11798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400" h="15001" fill="none" extrusionOk="0">
                                    <a:moveTo>
                                      <a:pt x="1" y="1"/>
                                    </a:moveTo>
                                    <a:lnTo>
                                      <a:pt x="6400" y="1500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8" name="Google Shape;3682;p61"/>
                              <p:cNvSpPr/>
                              <p:nvPr/>
                            </p:nvSpPr>
                            <p:spPr>
                              <a:xfrm>
                                <a:off x="4733578" y="3855276"/>
                                <a:ext cx="56046" cy="927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126" h="11795" fill="none" extrusionOk="0">
                                    <a:moveTo>
                                      <a:pt x="1" y="11795"/>
                                    </a:moveTo>
                                    <a:lnTo>
                                      <a:pt x="7126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9" name="Google Shape;3683;p61"/>
                              <p:cNvSpPr/>
                              <p:nvPr/>
                            </p:nvSpPr>
                            <p:spPr>
                              <a:xfrm>
                                <a:off x="4888943" y="3730450"/>
                                <a:ext cx="34928" cy="8925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441" h="11348" fill="none" extrusionOk="0">
                                    <a:moveTo>
                                      <a:pt x="4440" y="11347"/>
                                    </a:move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10" name="Google Shape;3684;p61"/>
                              <p:cNvSpPr/>
                              <p:nvPr/>
                            </p:nvSpPr>
                            <p:spPr>
                              <a:xfrm>
                                <a:off x="4590301" y="3667468"/>
                                <a:ext cx="49762" cy="7088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327" h="9013" fill="none" extrusionOk="0">
                                    <a:moveTo>
                                      <a:pt x="0" y="9012"/>
                                    </a:moveTo>
                                    <a:lnTo>
                                      <a:pt x="632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11" name="Google Shape;3685;p61"/>
                              <p:cNvSpPr/>
                              <p:nvPr/>
                            </p:nvSpPr>
                            <p:spPr>
                              <a:xfrm>
                                <a:off x="4640338" y="3648536"/>
                                <a:ext cx="80593" cy="202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0247" h="2577" fill="none" extrusionOk="0">
                                    <a:moveTo>
                                      <a:pt x="1" y="2577"/>
                                    </a:moveTo>
                                    <a:lnTo>
                                      <a:pt x="1024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612" name="Google Shape;3686;p61"/>
                              <p:cNvGrpSpPr/>
                              <p:nvPr/>
                            </p:nvGrpSpPr>
                            <p:grpSpPr>
                              <a:xfrm>
                                <a:off x="4579164" y="3203653"/>
                                <a:ext cx="1244833" cy="1020397"/>
                                <a:chOff x="4579164" y="3203653"/>
                                <a:chExt cx="1244833" cy="1020397"/>
                              </a:xfrm>
                            </p:grpSpPr>
                            <p:sp>
                              <p:nvSpPr>
                                <p:cNvPr id="613" name="Google Shape;3687;p61"/>
                                <p:cNvSpPr/>
                                <p:nvPr/>
                              </p:nvSpPr>
                              <p:spPr>
                                <a:xfrm>
                                  <a:off x="4753083" y="3966015"/>
                                  <a:ext cx="92964" cy="5376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820" h="6836" fill="none" extrusionOk="0">
                                      <a:moveTo>
                                        <a:pt x="1" y="6836"/>
                                      </a:moveTo>
                                      <a:lnTo>
                                        <a:pt x="11819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4" name="Google Shape;3688;p61"/>
                                <p:cNvSpPr/>
                                <p:nvPr/>
                              </p:nvSpPr>
                              <p:spPr>
                                <a:xfrm>
                                  <a:off x="4846040" y="3952794"/>
                                  <a:ext cx="103519" cy="1313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3162" h="1670" fill="none" extrusionOk="0">
                                      <a:moveTo>
                                        <a:pt x="13161" y="0"/>
                                      </a:moveTo>
                                      <a:lnTo>
                                        <a:pt x="0" y="167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5" name="Google Shape;3689;p61"/>
                                <p:cNvSpPr/>
                                <p:nvPr/>
                              </p:nvSpPr>
                              <p:spPr>
                                <a:xfrm>
                                  <a:off x="4846040" y="3962216"/>
                                  <a:ext cx="64800" cy="12806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239" h="16283" fill="none" extrusionOk="0">
                                      <a:moveTo>
                                        <a:pt x="0" y="0"/>
                                      </a:moveTo>
                                      <a:lnTo>
                                        <a:pt x="8238" y="16282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6" name="Google Shape;3690;p61"/>
                                <p:cNvSpPr/>
                                <p:nvPr/>
                              </p:nvSpPr>
                              <p:spPr>
                                <a:xfrm>
                                  <a:off x="4842233" y="3962216"/>
                                  <a:ext cx="3815" cy="16478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85" h="20952" fill="none" extrusionOk="0">
                                      <a:moveTo>
                                        <a:pt x="0" y="20952"/>
                                      </a:moveTo>
                                      <a:lnTo>
                                        <a:pt x="484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7" name="Google Shape;3691;p61"/>
                                <p:cNvSpPr/>
                                <p:nvPr/>
                              </p:nvSpPr>
                              <p:spPr>
                                <a:xfrm>
                                  <a:off x="4842233" y="4123189"/>
                                  <a:ext cx="37587" cy="5300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779" h="6739" fill="none" extrusionOk="0">
                                      <a:moveTo>
                                        <a:pt x="4779" y="6739"/>
                                      </a:moveTo>
                                      <a:lnTo>
                                        <a:pt x="0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8" name="Google Shape;3692;p61"/>
                                <p:cNvSpPr/>
                                <p:nvPr/>
                              </p:nvSpPr>
                              <p:spPr>
                                <a:xfrm>
                                  <a:off x="4770779" y="4118525"/>
                                  <a:ext cx="71461" cy="467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9086" h="594" fill="none" extrusionOk="0">
                                      <a:moveTo>
                                        <a:pt x="9085" y="594"/>
                                      </a:moveTo>
                                      <a:lnTo>
                                        <a:pt x="1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9" name="Google Shape;3693;p61"/>
                                <p:cNvSpPr/>
                                <p:nvPr/>
                              </p:nvSpPr>
                              <p:spPr>
                                <a:xfrm>
                                  <a:off x="4842233" y="4090274"/>
                                  <a:ext cx="68606" cy="3292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723" h="4186" fill="none" extrusionOk="0">
                                      <a:moveTo>
                                        <a:pt x="0" y="4186"/>
                                      </a:moveTo>
                                      <a:lnTo>
                                        <a:pt x="8722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grpSp>
                              <p:nvGrpSpPr>
                                <p:cNvPr id="620" name="Google Shape;3694;p61"/>
                                <p:cNvGrpSpPr/>
                                <p:nvPr/>
                              </p:nvGrpSpPr>
                              <p:grpSpPr>
                                <a:xfrm>
                                  <a:off x="4579164" y="3203653"/>
                                  <a:ext cx="1244833" cy="1020397"/>
                                  <a:chOff x="4579164" y="3203653"/>
                                  <a:chExt cx="1244833" cy="1020397"/>
                                </a:xfrm>
                              </p:grpSpPr>
                              <p:sp>
                                <p:nvSpPr>
                                  <p:cNvPr id="621" name="Google Shape;3695;p61"/>
                                  <p:cNvSpPr/>
                                  <p:nvPr/>
                                </p:nvSpPr>
                                <p:spPr>
                                  <a:xfrm>
                                    <a:off x="4788476" y="3855276"/>
                                    <a:ext cx="57572" cy="11074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7320" h="14081" fill="none" extrusionOk="0">
                                        <a:moveTo>
                                          <a:pt x="7319" y="14081"/>
                                        </a:moveTo>
                                        <a:lnTo>
                                          <a:pt x="1" y="0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2" name="Google Shape;3696;p61"/>
                                  <p:cNvSpPr/>
                                  <p:nvPr/>
                                </p:nvSpPr>
                                <p:spPr>
                                  <a:xfrm>
                                    <a:off x="4846040" y="3833867"/>
                                    <a:ext cx="11231" cy="132156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428" h="16803" fill="none" extrusionOk="0">
                                        <a:moveTo>
                                          <a:pt x="0" y="16803"/>
                                        </a:moveTo>
                                        <a:lnTo>
                                          <a:pt x="1428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3" name="Google Shape;3697;p61"/>
                                  <p:cNvSpPr/>
                                  <p:nvPr/>
                                </p:nvSpPr>
                                <p:spPr>
                                  <a:xfrm>
                                    <a:off x="4761554" y="3854796"/>
                                    <a:ext cx="26261" cy="164984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339" h="20977" fill="none" extrusionOk="0">
                                        <a:moveTo>
                                          <a:pt x="0" y="20977"/>
                                        </a:moveTo>
                                        <a:lnTo>
                                          <a:pt x="3339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4" name="Google Shape;3698;p61"/>
                                  <p:cNvSpPr/>
                                  <p:nvPr/>
                                </p:nvSpPr>
                                <p:spPr>
                                  <a:xfrm>
                                    <a:off x="4846991" y="3818263"/>
                                    <a:ext cx="74025" cy="146242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9412" h="18594" fill="none" extrusionOk="0">
                                        <a:moveTo>
                                          <a:pt x="0" y="18593"/>
                                        </a:moveTo>
                                        <a:lnTo>
                                          <a:pt x="9411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5" name="Google Shape;3699;p61"/>
                                  <p:cNvSpPr/>
                                  <p:nvPr/>
                                </p:nvSpPr>
                                <p:spPr>
                                  <a:xfrm>
                                    <a:off x="4927191" y="3823305"/>
                                    <a:ext cx="22368" cy="12949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844" h="16465" fill="none" extrusionOk="0">
                                        <a:moveTo>
                                          <a:pt x="1" y="1"/>
                                        </a:moveTo>
                                        <a:lnTo>
                                          <a:pt x="2843" y="16464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grpSp>
                                <p:nvGrpSpPr>
                                  <p:cNvPr id="626" name="Google Shape;3700;p61"/>
                                  <p:cNvGrpSpPr/>
                                  <p:nvPr/>
                                </p:nvGrpSpPr>
                                <p:grpSpPr>
                                  <a:xfrm>
                                    <a:off x="4579164" y="3203653"/>
                                    <a:ext cx="1244833" cy="1020397"/>
                                    <a:chOff x="4579164" y="3203653"/>
                                    <a:chExt cx="1244833" cy="1020397"/>
                                  </a:xfrm>
                                </p:grpSpPr>
                                <p:sp>
                                  <p:nvSpPr>
                                    <p:cNvPr id="627" name="Google Shape;3701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579164" y="3652241"/>
                                      <a:ext cx="422626" cy="571809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53735" h="72703" fill="none" extrusionOk="0">
                                          <a:moveTo>
                                            <a:pt x="27593" y="71880"/>
                                          </a:moveTo>
                                          <a:lnTo>
                                            <a:pt x="23771" y="58694"/>
                                          </a:lnTo>
                                          <a:lnTo>
                                            <a:pt x="22936" y="46731"/>
                                          </a:lnTo>
                                          <a:lnTo>
                                            <a:pt x="19972" y="37380"/>
                                          </a:lnTo>
                                          <a:lnTo>
                                            <a:pt x="11674" y="32686"/>
                                          </a:lnTo>
                                          <a:lnTo>
                                            <a:pt x="1" y="27001"/>
                                          </a:lnTo>
                                          <a:lnTo>
                                            <a:pt x="1392" y="10610"/>
                                          </a:lnTo>
                                          <a:lnTo>
                                            <a:pt x="17517" y="1"/>
                                          </a:lnTo>
                                          <a:lnTo>
                                            <a:pt x="29747" y="5384"/>
                                          </a:lnTo>
                                          <a:lnTo>
                                            <a:pt x="43827" y="21291"/>
                                          </a:lnTo>
                                          <a:lnTo>
                                            <a:pt x="49343" y="27122"/>
                                          </a:lnTo>
                                          <a:lnTo>
                                            <a:pt x="53735" y="25815"/>
                                          </a:lnTo>
                                          <a:lnTo>
                                            <a:pt x="50347" y="35940"/>
                                          </a:lnTo>
                                          <a:lnTo>
                                            <a:pt x="47093" y="38214"/>
                                          </a:lnTo>
                                          <a:lnTo>
                                            <a:pt x="44069" y="44275"/>
                                          </a:lnTo>
                                          <a:lnTo>
                                            <a:pt x="45073" y="51944"/>
                                          </a:lnTo>
                                          <a:lnTo>
                                            <a:pt x="42170" y="55694"/>
                                          </a:lnTo>
                                          <a:lnTo>
                                            <a:pt x="38227" y="66025"/>
                                          </a:lnTo>
                                          <a:lnTo>
                                            <a:pt x="27593" y="7270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628" name="Google Shape;3702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617986" y="3203653"/>
                                      <a:ext cx="1206011" cy="684357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153339" h="87013" fill="none" extrusionOk="0">
                                          <a:moveTo>
                                            <a:pt x="24811" y="62214"/>
                                          </a:moveTo>
                                          <a:lnTo>
                                            <a:pt x="34452" y="66980"/>
                                          </a:lnTo>
                                          <a:lnTo>
                                            <a:pt x="37549" y="69920"/>
                                          </a:lnTo>
                                          <a:lnTo>
                                            <a:pt x="41274" y="77698"/>
                                          </a:lnTo>
                                          <a:lnTo>
                                            <a:pt x="46270" y="79222"/>
                                          </a:lnTo>
                                          <a:lnTo>
                                            <a:pt x="55899" y="72775"/>
                                          </a:lnTo>
                                          <a:lnTo>
                                            <a:pt x="52645" y="69085"/>
                                          </a:lnTo>
                                          <a:lnTo>
                                            <a:pt x="48291" y="70234"/>
                                          </a:lnTo>
                                          <a:lnTo>
                                            <a:pt x="46585" y="64634"/>
                                          </a:lnTo>
                                          <a:lnTo>
                                            <a:pt x="48774" y="66097"/>
                                          </a:lnTo>
                                          <a:lnTo>
                                            <a:pt x="59698" y="70234"/>
                                          </a:lnTo>
                                          <a:lnTo>
                                            <a:pt x="65988" y="72279"/>
                                          </a:lnTo>
                                          <a:lnTo>
                                            <a:pt x="66315" y="75944"/>
                                          </a:lnTo>
                                          <a:lnTo>
                                            <a:pt x="70960" y="87013"/>
                                          </a:lnTo>
                                          <a:lnTo>
                                            <a:pt x="76573" y="75944"/>
                                          </a:lnTo>
                                          <a:lnTo>
                                            <a:pt x="80831" y="72932"/>
                                          </a:lnTo>
                                          <a:lnTo>
                                            <a:pt x="86069" y="78146"/>
                                          </a:lnTo>
                                          <a:lnTo>
                                            <a:pt x="88355" y="83928"/>
                                          </a:lnTo>
                                          <a:lnTo>
                                            <a:pt x="94633" y="84037"/>
                                          </a:lnTo>
                                          <a:lnTo>
                                            <a:pt x="94270" y="74299"/>
                                          </a:lnTo>
                                          <a:lnTo>
                                            <a:pt x="100936" y="72690"/>
                                          </a:lnTo>
                                          <a:lnTo>
                                            <a:pt x="106682" y="64307"/>
                                          </a:lnTo>
                                          <a:lnTo>
                                            <a:pt x="106319" y="56553"/>
                                          </a:lnTo>
                                          <a:lnTo>
                                            <a:pt x="103416" y="54690"/>
                                          </a:lnTo>
                                          <a:lnTo>
                                            <a:pt x="106827" y="53105"/>
                                          </a:lnTo>
                                          <a:lnTo>
                                            <a:pt x="120194" y="45339"/>
                                          </a:lnTo>
                                          <a:lnTo>
                                            <a:pt x="122528" y="36859"/>
                                          </a:lnTo>
                                          <a:lnTo>
                                            <a:pt x="118851" y="35493"/>
                                          </a:lnTo>
                                          <a:lnTo>
                                            <a:pt x="125093" y="28464"/>
                                          </a:lnTo>
                                          <a:lnTo>
                                            <a:pt x="148536" y="25972"/>
                                          </a:lnTo>
                                          <a:lnTo>
                                            <a:pt x="153339" y="12255"/>
                                          </a:lnTo>
                                          <a:lnTo>
                                            <a:pt x="125468" y="6255"/>
                                          </a:lnTo>
                                          <a:lnTo>
                                            <a:pt x="101758" y="5432"/>
                                          </a:lnTo>
                                          <a:lnTo>
                                            <a:pt x="85016" y="1"/>
                                          </a:lnTo>
                                          <a:lnTo>
                                            <a:pt x="60532" y="12255"/>
                                          </a:lnTo>
                                          <a:lnTo>
                                            <a:pt x="39714" y="20214"/>
                                          </a:lnTo>
                                          <a:lnTo>
                                            <a:pt x="35444" y="13089"/>
                                          </a:lnTo>
                                          <a:lnTo>
                                            <a:pt x="22186" y="13464"/>
                                          </a:lnTo>
                                          <a:lnTo>
                                            <a:pt x="15291" y="21351"/>
                                          </a:lnTo>
                                          <a:lnTo>
                                            <a:pt x="11831" y="27484"/>
                                          </a:lnTo>
                                          <a:lnTo>
                                            <a:pt x="21581" y="26614"/>
                                          </a:lnTo>
                                          <a:lnTo>
                                            <a:pt x="24532" y="19561"/>
                                          </a:lnTo>
                                          <a:lnTo>
                                            <a:pt x="29480" y="22694"/>
                                          </a:lnTo>
                                          <a:lnTo>
                                            <a:pt x="24811" y="32964"/>
                                          </a:lnTo>
                                          <a:lnTo>
                                            <a:pt x="20262" y="35541"/>
                                          </a:lnTo>
                                          <a:lnTo>
                                            <a:pt x="15569" y="31368"/>
                                          </a:lnTo>
                                          <a:lnTo>
                                            <a:pt x="15061" y="35650"/>
                                          </a:lnTo>
                                          <a:lnTo>
                                            <a:pt x="11057" y="37924"/>
                                          </a:lnTo>
                                          <a:lnTo>
                                            <a:pt x="6024" y="43089"/>
                                          </a:lnTo>
                                          <a:lnTo>
                                            <a:pt x="6387" y="49210"/>
                                          </a:lnTo>
                                          <a:lnTo>
                                            <a:pt x="992" y="49210"/>
                                          </a:lnTo>
                                          <a:lnTo>
                                            <a:pt x="0" y="52198"/>
                                          </a:lnTo>
                                          <a:lnTo>
                                            <a:pt x="835" y="57037"/>
                                          </a:lnTo>
                                          <a:lnTo>
                                            <a:pt x="6726" y="55198"/>
                                          </a:lnTo>
                                          <a:lnTo>
                                            <a:pt x="10924" y="50069"/>
                                          </a:lnTo>
                                          <a:lnTo>
                                            <a:pt x="16367" y="50686"/>
                                          </a:lnTo>
                                          <a:lnTo>
                                            <a:pt x="18049" y="46670"/>
                                          </a:lnTo>
                                          <a:lnTo>
                                            <a:pt x="23093" y="54363"/>
                                          </a:lnTo>
                                          <a:lnTo>
                                            <a:pt x="26528" y="56105"/>
                                          </a:lnTo>
                                          <a:lnTo>
                                            <a:pt x="26734" y="52210"/>
                                          </a:lnTo>
                                          <a:lnTo>
                                            <a:pt x="33835" y="47069"/>
                                          </a:lnTo>
                                          <a:lnTo>
                                            <a:pt x="38069" y="49488"/>
                                          </a:lnTo>
                                          <a:lnTo>
                                            <a:pt x="36278" y="53045"/>
                                          </a:lnTo>
                                          <a:lnTo>
                                            <a:pt x="28343" y="55392"/>
                                          </a:lnTo>
                                          <a:cubicBezTo>
                                            <a:pt x="28343" y="55392"/>
                                            <a:pt x="31041" y="58888"/>
                                            <a:pt x="31319" y="58984"/>
                                          </a:cubicBezTo>
                                          <a:cubicBezTo>
                                            <a:pt x="31597" y="59069"/>
                                            <a:pt x="36278" y="58150"/>
                                            <a:pt x="36278" y="58150"/>
                                          </a:cubicBezTo>
                                          <a:lnTo>
                                            <a:pt x="35456" y="61948"/>
                                          </a:lnTo>
                                          <a:lnTo>
                                            <a:pt x="30920" y="63255"/>
                                          </a:lnTo>
                                          <a:lnTo>
                                            <a:pt x="24823" y="6214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629" name="Google Shape;3703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06356" y="3466721"/>
                                      <a:ext cx="194289" cy="358880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24703" h="45630" fill="none" extrusionOk="0">
                                          <a:moveTo>
                                            <a:pt x="8396" y="39968"/>
                                          </a:moveTo>
                                          <a:lnTo>
                                            <a:pt x="9835" y="45629"/>
                                          </a:lnTo>
                                          <a:lnTo>
                                            <a:pt x="11626" y="36786"/>
                                          </a:lnTo>
                                          <a:lnTo>
                                            <a:pt x="5492" y="30218"/>
                                          </a:lnTo>
                                          <a:lnTo>
                                            <a:pt x="1" y="25016"/>
                                          </a:lnTo>
                                          <a:lnTo>
                                            <a:pt x="1392" y="16040"/>
                                          </a:lnTo>
                                          <a:lnTo>
                                            <a:pt x="24702" y="15206"/>
                                          </a:lnTo>
                                          <a:lnTo>
                                            <a:pt x="6472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630" name="Google Shape;3704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72383" y="3756043"/>
                                      <a:ext cx="25412" cy="25026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3231" h="3182" fill="none" extrusionOk="0">
                                          <a:moveTo>
                                            <a:pt x="1" y="3182"/>
                                          </a:moveTo>
                                          <a:lnTo>
                                            <a:pt x="3231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</p:grpSp>
                            </p:grpSp>
                          </p:grpSp>
                        </p:grpSp>
                        <p:sp>
                          <p:nvSpPr>
                            <p:cNvPr id="596" name="Google Shape;3705;p61"/>
                            <p:cNvSpPr/>
                            <p:nvPr/>
                          </p:nvSpPr>
                          <p:spPr>
                            <a:xfrm>
                              <a:off x="4890375" y="3688019"/>
                              <a:ext cx="5144" cy="4376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54" h="5565" fill="none" extrusionOk="0">
                                  <a:moveTo>
                                    <a:pt x="653" y="0"/>
                                  </a:moveTo>
                                  <a:lnTo>
                                    <a:pt x="0" y="5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7" name="Google Shape;3706;p61"/>
                            <p:cNvSpPr/>
                            <p:nvPr/>
                          </p:nvSpPr>
                          <p:spPr>
                            <a:xfrm>
                              <a:off x="4899317" y="3688019"/>
                              <a:ext cx="54048" cy="2017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872" h="2565" fill="none" extrusionOk="0">
                                  <a:moveTo>
                                    <a:pt x="0" y="0"/>
                                  </a:moveTo>
                                  <a:lnTo>
                                    <a:pt x="6871" y="2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8" name="Google Shape;3707;p61"/>
                            <p:cNvSpPr/>
                            <p:nvPr/>
                          </p:nvSpPr>
                          <p:spPr>
                            <a:xfrm>
                              <a:off x="4862690" y="3700571"/>
                              <a:ext cx="27693" cy="3121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21" h="3969" fill="none" extrusionOk="0">
                                  <a:moveTo>
                                    <a:pt x="0" y="1"/>
                                  </a:moveTo>
                                  <a:lnTo>
                                    <a:pt x="3520" y="3969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</p:grpSp>
                    </p:grpSp>
                    <p:sp>
                      <p:nvSpPr>
                        <p:cNvPr id="585" name="Google Shape;3708;p61"/>
                        <p:cNvSpPr/>
                        <p:nvPr/>
                      </p:nvSpPr>
                      <p:spPr>
                        <a:xfrm>
                          <a:off x="4953924" y="3297081"/>
                          <a:ext cx="146053" cy="16812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8570" h="21376" fill="none" extrusionOk="0">
                              <a:moveTo>
                                <a:pt x="1" y="21376"/>
                              </a:moveTo>
                              <a:lnTo>
                                <a:pt x="1856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11" name="Google Shape;3709;p61"/>
              <p:cNvGrpSpPr/>
              <p:nvPr/>
            </p:nvGrpSpPr>
            <p:grpSpPr>
              <a:xfrm>
                <a:off x="4595437" y="3598775"/>
                <a:ext cx="37776" cy="32451"/>
                <a:chOff x="4595437" y="3598775"/>
                <a:chExt cx="37776" cy="32451"/>
              </a:xfrm>
            </p:grpSpPr>
            <p:sp>
              <p:nvSpPr>
                <p:cNvPr id="528" name="Google Shape;3710;p61"/>
                <p:cNvSpPr/>
                <p:nvPr/>
              </p:nvSpPr>
              <p:spPr>
                <a:xfrm>
                  <a:off x="4595437" y="3598775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00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3711;p61"/>
                <p:cNvSpPr/>
                <p:nvPr/>
              </p:nvSpPr>
              <p:spPr>
                <a:xfrm>
                  <a:off x="4610561" y="360848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35"/>
                      </a:cubicBezTo>
                      <a:cubicBezTo>
                        <a:pt x="1658" y="375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2" name="Google Shape;3712;p61"/>
              <p:cNvGrpSpPr/>
              <p:nvPr/>
            </p:nvGrpSpPr>
            <p:grpSpPr>
              <a:xfrm>
                <a:off x="4641864" y="3524443"/>
                <a:ext cx="37776" cy="32380"/>
                <a:chOff x="4641864" y="3524443"/>
                <a:chExt cx="37776" cy="32380"/>
              </a:xfrm>
            </p:grpSpPr>
            <p:sp>
              <p:nvSpPr>
                <p:cNvPr id="526" name="Google Shape;3713;p61"/>
                <p:cNvSpPr/>
                <p:nvPr/>
              </p:nvSpPr>
              <p:spPr>
                <a:xfrm>
                  <a:off x="4641864" y="3524443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0" y="1903"/>
                        <a:pt x="908" y="4117"/>
                        <a:pt x="2746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3714;p61"/>
                <p:cNvSpPr/>
                <p:nvPr/>
              </p:nvSpPr>
              <p:spPr>
                <a:xfrm>
                  <a:off x="4656988" y="3534077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3715;p61"/>
              <p:cNvGrpSpPr/>
              <p:nvPr/>
            </p:nvGrpSpPr>
            <p:grpSpPr>
              <a:xfrm>
                <a:off x="4648431" y="3893901"/>
                <a:ext cx="37776" cy="32357"/>
                <a:chOff x="4648431" y="3893901"/>
                <a:chExt cx="37776" cy="32357"/>
              </a:xfrm>
            </p:grpSpPr>
            <p:sp>
              <p:nvSpPr>
                <p:cNvPr id="524" name="Google Shape;3716;p61"/>
                <p:cNvSpPr/>
                <p:nvPr/>
              </p:nvSpPr>
              <p:spPr>
                <a:xfrm>
                  <a:off x="4648431" y="389390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3"/>
                        <a:pt x="2746" y="4113"/>
                      </a:cubicBezTo>
                      <a:cubicBezTo>
                        <a:pt x="3883" y="4113"/>
                        <a:pt x="4803" y="3194"/>
                        <a:pt x="4803" y="2057"/>
                      </a:cubicBezTo>
                      <a:cubicBezTo>
                        <a:pt x="4803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3717;p61"/>
                <p:cNvSpPr/>
                <p:nvPr/>
              </p:nvSpPr>
              <p:spPr>
                <a:xfrm>
                  <a:off x="4663556" y="390360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4" name="Google Shape;3718;p61"/>
              <p:cNvGrpSpPr/>
              <p:nvPr/>
            </p:nvGrpSpPr>
            <p:grpSpPr>
              <a:xfrm>
                <a:off x="4567752" y="3722908"/>
                <a:ext cx="37870" cy="32380"/>
                <a:chOff x="4567752" y="3722908"/>
                <a:chExt cx="37870" cy="32380"/>
              </a:xfrm>
            </p:grpSpPr>
            <p:sp>
              <p:nvSpPr>
                <p:cNvPr id="522" name="Google Shape;3719;p61"/>
                <p:cNvSpPr/>
                <p:nvPr/>
              </p:nvSpPr>
              <p:spPr>
                <a:xfrm>
                  <a:off x="4567752" y="3722908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1"/>
                      </a:moveTo>
                      <a:cubicBezTo>
                        <a:pt x="2243" y="1"/>
                        <a:pt x="1726" y="189"/>
                        <a:pt x="1307" y="609"/>
                      </a:cubicBezTo>
                      <a:cubicBezTo>
                        <a:pt x="0" y="1903"/>
                        <a:pt x="919" y="4117"/>
                        <a:pt x="2758" y="4117"/>
                      </a:cubicBezTo>
                      <a:cubicBezTo>
                        <a:pt x="3895" y="4117"/>
                        <a:pt x="4815" y="3197"/>
                        <a:pt x="4815" y="2060"/>
                      </a:cubicBezTo>
                      <a:cubicBezTo>
                        <a:pt x="4815" y="818"/>
                        <a:pt x="3804" y="1"/>
                        <a:pt x="274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3720;p61"/>
                <p:cNvSpPr/>
                <p:nvPr/>
              </p:nvSpPr>
              <p:spPr>
                <a:xfrm>
                  <a:off x="4580690" y="373254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5" name="Google Shape;3721;p61"/>
              <p:cNvGrpSpPr/>
              <p:nvPr/>
            </p:nvGrpSpPr>
            <p:grpSpPr>
              <a:xfrm>
                <a:off x="4617506" y="3652052"/>
                <a:ext cx="37783" cy="32357"/>
                <a:chOff x="4617506" y="3652052"/>
                <a:chExt cx="37783" cy="32357"/>
              </a:xfrm>
            </p:grpSpPr>
            <p:sp>
              <p:nvSpPr>
                <p:cNvPr id="520" name="Google Shape;3722;p61"/>
                <p:cNvSpPr/>
                <p:nvPr/>
              </p:nvSpPr>
              <p:spPr>
                <a:xfrm>
                  <a:off x="4617506" y="3652052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3723;p61"/>
                <p:cNvSpPr/>
                <p:nvPr/>
              </p:nvSpPr>
              <p:spPr>
                <a:xfrm>
                  <a:off x="4632638" y="366175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3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3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6" name="Google Shape;3724;p61"/>
              <p:cNvGrpSpPr/>
              <p:nvPr/>
            </p:nvGrpSpPr>
            <p:grpSpPr>
              <a:xfrm>
                <a:off x="4739005" y="3554149"/>
                <a:ext cx="37870" cy="32357"/>
                <a:chOff x="4739005" y="3554149"/>
                <a:chExt cx="37870" cy="32357"/>
              </a:xfrm>
            </p:grpSpPr>
            <p:sp>
              <p:nvSpPr>
                <p:cNvPr id="518" name="Google Shape;3725;p61"/>
                <p:cNvSpPr/>
                <p:nvPr/>
              </p:nvSpPr>
              <p:spPr>
                <a:xfrm>
                  <a:off x="4739005" y="3554149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4" y="1"/>
                      </a:moveTo>
                      <a:cubicBezTo>
                        <a:pt x="2239" y="1"/>
                        <a:pt x="1725" y="188"/>
                        <a:pt x="1307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15" y="3195"/>
                        <a:pt x="4815" y="2058"/>
                      </a:cubicBezTo>
                      <a:cubicBezTo>
                        <a:pt x="4815" y="821"/>
                        <a:pt x="3801" y="1"/>
                        <a:pt x="274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3726;p61"/>
                <p:cNvSpPr/>
                <p:nvPr/>
              </p:nvSpPr>
              <p:spPr>
                <a:xfrm>
                  <a:off x="4751943" y="3563854"/>
                  <a:ext cx="15227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9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1" y="1416"/>
                      </a:cubicBezTo>
                      <a:cubicBezTo>
                        <a:pt x="692" y="1583"/>
                        <a:pt x="899" y="1658"/>
                        <a:pt x="1101" y="1658"/>
                      </a:cubicBezTo>
                      <a:cubicBezTo>
                        <a:pt x="1529" y="1658"/>
                        <a:pt x="1936" y="1324"/>
                        <a:pt x="1936" y="824"/>
                      </a:cubicBezTo>
                      <a:cubicBezTo>
                        <a:pt x="1936" y="364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7" name="Google Shape;3727;p61"/>
              <p:cNvGrpSpPr/>
              <p:nvPr/>
            </p:nvGrpSpPr>
            <p:grpSpPr>
              <a:xfrm>
                <a:off x="4806557" y="3630258"/>
                <a:ext cx="37776" cy="32364"/>
                <a:chOff x="4806557" y="3630258"/>
                <a:chExt cx="37776" cy="32364"/>
              </a:xfrm>
            </p:grpSpPr>
            <p:sp>
              <p:nvSpPr>
                <p:cNvPr id="516" name="Google Shape;3728;p61"/>
                <p:cNvSpPr/>
                <p:nvPr/>
              </p:nvSpPr>
              <p:spPr>
                <a:xfrm>
                  <a:off x="4806557" y="3630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4" y="606"/>
                      </a:cubicBezTo>
                      <a:cubicBezTo>
                        <a:pt x="0" y="1901"/>
                        <a:pt x="907" y="4114"/>
                        <a:pt x="2746" y="4114"/>
                      </a:cubicBezTo>
                      <a:cubicBezTo>
                        <a:pt x="3883" y="4114"/>
                        <a:pt x="4802" y="3195"/>
                        <a:pt x="4802" y="2058"/>
                      </a:cubicBezTo>
                      <a:cubicBezTo>
                        <a:pt x="4802" y="822"/>
                        <a:pt x="3788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3729;p61"/>
                <p:cNvSpPr/>
                <p:nvPr/>
              </p:nvSpPr>
              <p:spPr>
                <a:xfrm>
                  <a:off x="4819495" y="3639972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13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7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8" name="Google Shape;3730;p61"/>
              <p:cNvGrpSpPr/>
              <p:nvPr/>
            </p:nvGrpSpPr>
            <p:grpSpPr>
              <a:xfrm>
                <a:off x="4737007" y="4004357"/>
                <a:ext cx="37870" cy="32357"/>
                <a:chOff x="4737007" y="4004357"/>
                <a:chExt cx="37870" cy="32357"/>
              </a:xfrm>
            </p:grpSpPr>
            <p:sp>
              <p:nvSpPr>
                <p:cNvPr id="514" name="Google Shape;3731;p61"/>
                <p:cNvSpPr/>
                <p:nvPr/>
              </p:nvSpPr>
              <p:spPr>
                <a:xfrm>
                  <a:off x="4737007" y="4004357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0" y="0"/>
                      </a:moveTo>
                      <a:cubicBezTo>
                        <a:pt x="2234" y="0"/>
                        <a:pt x="1717" y="187"/>
                        <a:pt x="1295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03" y="3194"/>
                        <a:pt x="4815" y="2057"/>
                      </a:cubicBezTo>
                      <a:cubicBezTo>
                        <a:pt x="4815" y="821"/>
                        <a:pt x="3801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3732;p61"/>
                <p:cNvSpPr/>
                <p:nvPr/>
              </p:nvSpPr>
              <p:spPr>
                <a:xfrm>
                  <a:off x="4752131" y="4014062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4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9" name="Google Shape;3733;p61"/>
              <p:cNvGrpSpPr/>
              <p:nvPr/>
            </p:nvGrpSpPr>
            <p:grpSpPr>
              <a:xfrm>
                <a:off x="4773634" y="4208627"/>
                <a:ext cx="37776" cy="32357"/>
                <a:chOff x="4773634" y="4208627"/>
                <a:chExt cx="37776" cy="32357"/>
              </a:xfrm>
            </p:grpSpPr>
            <p:sp>
              <p:nvSpPr>
                <p:cNvPr id="512" name="Google Shape;3734;p61"/>
                <p:cNvSpPr/>
                <p:nvPr/>
              </p:nvSpPr>
              <p:spPr>
                <a:xfrm>
                  <a:off x="4773634" y="420862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3735;p61"/>
                <p:cNvSpPr/>
                <p:nvPr/>
              </p:nvSpPr>
              <p:spPr>
                <a:xfrm>
                  <a:off x="4788664" y="421833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0" name="Google Shape;3736;p61"/>
              <p:cNvGrpSpPr/>
              <p:nvPr/>
            </p:nvGrpSpPr>
            <p:grpSpPr>
              <a:xfrm>
                <a:off x="4888282" y="4074764"/>
                <a:ext cx="37776" cy="32451"/>
                <a:chOff x="4888282" y="4074764"/>
                <a:chExt cx="37776" cy="32451"/>
              </a:xfrm>
            </p:grpSpPr>
            <p:sp>
              <p:nvSpPr>
                <p:cNvPr id="510" name="Google Shape;3737;p61"/>
                <p:cNvSpPr/>
                <p:nvPr/>
              </p:nvSpPr>
              <p:spPr>
                <a:xfrm>
                  <a:off x="4888282" y="4074764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912"/>
                        <a:pt x="919" y="4125"/>
                        <a:pt x="2746" y="4125"/>
                      </a:cubicBezTo>
                      <a:cubicBezTo>
                        <a:pt x="3883" y="4125"/>
                        <a:pt x="4803" y="3206"/>
                        <a:pt x="4803" y="2069"/>
                      </a:cubicBezTo>
                      <a:cubicBezTo>
                        <a:pt x="4803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3738;p61"/>
                <p:cNvSpPr/>
                <p:nvPr/>
              </p:nvSpPr>
              <p:spPr>
                <a:xfrm>
                  <a:off x="4901220" y="4084470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1" name="Google Shape;3739;p61"/>
              <p:cNvGrpSpPr/>
              <p:nvPr/>
            </p:nvGrpSpPr>
            <p:grpSpPr>
              <a:xfrm>
                <a:off x="4901315" y="3804271"/>
                <a:ext cx="37776" cy="32364"/>
                <a:chOff x="4901315" y="3804271"/>
                <a:chExt cx="37776" cy="32364"/>
              </a:xfrm>
            </p:grpSpPr>
            <p:sp>
              <p:nvSpPr>
                <p:cNvPr id="508" name="Google Shape;3740;p61"/>
                <p:cNvSpPr/>
                <p:nvPr/>
              </p:nvSpPr>
              <p:spPr>
                <a:xfrm>
                  <a:off x="4901315" y="3804271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3741;p61"/>
                <p:cNvSpPr/>
                <p:nvPr/>
              </p:nvSpPr>
              <p:spPr>
                <a:xfrm>
                  <a:off x="4914253" y="3813985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2" name="Google Shape;3742;p61"/>
              <p:cNvGrpSpPr/>
              <p:nvPr/>
            </p:nvGrpSpPr>
            <p:grpSpPr>
              <a:xfrm>
                <a:off x="4866394" y="3715035"/>
                <a:ext cx="37846" cy="32357"/>
                <a:chOff x="4866394" y="3715035"/>
                <a:chExt cx="37846" cy="32357"/>
              </a:xfrm>
            </p:grpSpPr>
            <p:sp>
              <p:nvSpPr>
                <p:cNvPr id="506" name="Google Shape;3743;p61"/>
                <p:cNvSpPr/>
                <p:nvPr/>
              </p:nvSpPr>
              <p:spPr>
                <a:xfrm>
                  <a:off x="4866394" y="3715035"/>
                  <a:ext cx="3784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2" h="4114" extrusionOk="0">
                      <a:moveTo>
                        <a:pt x="2735" y="0"/>
                      </a:moveTo>
                      <a:cubicBezTo>
                        <a:pt x="2229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11" y="821"/>
                        <a:pt x="3794" y="0"/>
                        <a:pt x="273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3744;p61"/>
                <p:cNvSpPr/>
                <p:nvPr/>
              </p:nvSpPr>
              <p:spPr>
                <a:xfrm>
                  <a:off x="4879340" y="3724646"/>
                  <a:ext cx="15227" cy="13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6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9"/>
                        <a:pt x="898" y="1666"/>
                        <a:pt x="1103" y="1666"/>
                      </a:cubicBezTo>
                      <a:cubicBezTo>
                        <a:pt x="1528" y="1666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3" name="Google Shape;3745;p61"/>
              <p:cNvGrpSpPr/>
              <p:nvPr/>
            </p:nvGrpSpPr>
            <p:grpSpPr>
              <a:xfrm>
                <a:off x="4979233" y="3839798"/>
                <a:ext cx="37878" cy="32420"/>
                <a:chOff x="4979233" y="3839798"/>
                <a:chExt cx="37878" cy="32420"/>
              </a:xfrm>
            </p:grpSpPr>
            <p:sp>
              <p:nvSpPr>
                <p:cNvPr id="504" name="Google Shape;3746;p61"/>
                <p:cNvSpPr/>
                <p:nvPr/>
              </p:nvSpPr>
              <p:spPr>
                <a:xfrm>
                  <a:off x="4979233" y="3839798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84" y="4122"/>
                        <a:pt x="4803" y="3202"/>
                        <a:pt x="4815" y="2065"/>
                      </a:cubicBezTo>
                      <a:cubicBezTo>
                        <a:pt x="4807" y="823"/>
                        <a:pt x="3794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3747;p61"/>
                <p:cNvSpPr/>
                <p:nvPr/>
              </p:nvSpPr>
              <p:spPr>
                <a:xfrm>
                  <a:off x="4994366" y="38494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" name="Google Shape;3748;p61"/>
              <p:cNvGrpSpPr/>
              <p:nvPr/>
            </p:nvGrpSpPr>
            <p:grpSpPr>
              <a:xfrm>
                <a:off x="4790662" y="3679147"/>
                <a:ext cx="37783" cy="32380"/>
                <a:chOff x="4790662" y="3679147"/>
                <a:chExt cx="37783" cy="32380"/>
              </a:xfrm>
            </p:grpSpPr>
            <p:sp>
              <p:nvSpPr>
                <p:cNvPr id="502" name="Google Shape;3749;p61"/>
                <p:cNvSpPr/>
                <p:nvPr/>
              </p:nvSpPr>
              <p:spPr>
                <a:xfrm>
                  <a:off x="4790662" y="3679147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2"/>
                        <a:pt x="908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3750;p61"/>
                <p:cNvSpPr/>
                <p:nvPr/>
              </p:nvSpPr>
              <p:spPr>
                <a:xfrm>
                  <a:off x="4803506" y="3688774"/>
                  <a:ext cx="15235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2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4" y="1585"/>
                        <a:pt x="904" y="1661"/>
                        <a:pt x="1109" y="1661"/>
                      </a:cubicBezTo>
                      <a:cubicBezTo>
                        <a:pt x="1534" y="1661"/>
                        <a:pt x="1936" y="1334"/>
                        <a:pt x="1936" y="836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" name="Google Shape;3751;p61"/>
              <p:cNvGrpSpPr/>
              <p:nvPr/>
            </p:nvGrpSpPr>
            <p:grpSpPr>
              <a:xfrm>
                <a:off x="4857263" y="3557861"/>
                <a:ext cx="37776" cy="32357"/>
                <a:chOff x="4857263" y="3557861"/>
                <a:chExt cx="37776" cy="32357"/>
              </a:xfrm>
            </p:grpSpPr>
            <p:sp>
              <p:nvSpPr>
                <p:cNvPr id="500" name="Google Shape;3752;p61"/>
                <p:cNvSpPr/>
                <p:nvPr/>
              </p:nvSpPr>
              <p:spPr>
                <a:xfrm>
                  <a:off x="4857263" y="355786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3753;p61"/>
                <p:cNvSpPr/>
                <p:nvPr/>
              </p:nvSpPr>
              <p:spPr>
                <a:xfrm>
                  <a:off x="4870106" y="3567566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33" y="1416"/>
                      </a:cubicBezTo>
                      <a:cubicBezTo>
                        <a:pt x="700" y="1583"/>
                        <a:pt x="905" y="1658"/>
                        <a:pt x="1105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48" y="364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" name="Google Shape;3754;p61"/>
              <p:cNvGrpSpPr/>
              <p:nvPr/>
            </p:nvGrpSpPr>
            <p:grpSpPr>
              <a:xfrm>
                <a:off x="4883902" y="3648033"/>
                <a:ext cx="37783" cy="32380"/>
                <a:chOff x="4883902" y="3648033"/>
                <a:chExt cx="37783" cy="32380"/>
              </a:xfrm>
            </p:grpSpPr>
            <p:sp>
              <p:nvSpPr>
                <p:cNvPr id="498" name="Google Shape;3755;p61"/>
                <p:cNvSpPr/>
                <p:nvPr/>
              </p:nvSpPr>
              <p:spPr>
                <a:xfrm>
                  <a:off x="4883902" y="3648033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1" y="0"/>
                      </a:moveTo>
                      <a:cubicBezTo>
                        <a:pt x="2226" y="0"/>
                        <a:pt x="1711" y="188"/>
                        <a:pt x="1295" y="608"/>
                      </a:cubicBezTo>
                      <a:cubicBezTo>
                        <a:pt x="1" y="1903"/>
                        <a:pt x="920" y="4104"/>
                        <a:pt x="2747" y="4116"/>
                      </a:cubicBezTo>
                      <a:cubicBezTo>
                        <a:pt x="3884" y="4104"/>
                        <a:pt x="4803" y="3185"/>
                        <a:pt x="4803" y="2048"/>
                      </a:cubicBezTo>
                      <a:cubicBezTo>
                        <a:pt x="4795" y="814"/>
                        <a:pt x="3783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3756;p61"/>
                <p:cNvSpPr/>
                <p:nvPr/>
              </p:nvSpPr>
              <p:spPr>
                <a:xfrm>
                  <a:off x="4896745" y="3657668"/>
                  <a:ext cx="15329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4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04"/>
                      </a:cubicBezTo>
                      <a:cubicBezTo>
                        <a:pt x="702" y="1577"/>
                        <a:pt x="911" y="1654"/>
                        <a:pt x="1115" y="1654"/>
                      </a:cubicBezTo>
                      <a:cubicBezTo>
                        <a:pt x="1541" y="1654"/>
                        <a:pt x="1948" y="1321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" name="Google Shape;3757;p61"/>
              <p:cNvGrpSpPr/>
              <p:nvPr/>
            </p:nvGrpSpPr>
            <p:grpSpPr>
              <a:xfrm>
                <a:off x="4907780" y="3347220"/>
                <a:ext cx="37878" cy="32357"/>
                <a:chOff x="4907780" y="3347220"/>
                <a:chExt cx="37878" cy="32357"/>
              </a:xfrm>
            </p:grpSpPr>
            <p:sp>
              <p:nvSpPr>
                <p:cNvPr id="496" name="Google Shape;3758;p61"/>
                <p:cNvSpPr/>
                <p:nvPr/>
              </p:nvSpPr>
              <p:spPr>
                <a:xfrm>
                  <a:off x="4907780" y="3347220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33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4"/>
                        <a:pt x="4815" y="2057"/>
                      </a:cubicBezTo>
                      <a:cubicBezTo>
                        <a:pt x="4807" y="821"/>
                        <a:pt x="3791" y="0"/>
                        <a:pt x="273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3759;p61"/>
                <p:cNvSpPr/>
                <p:nvPr/>
              </p:nvSpPr>
              <p:spPr>
                <a:xfrm>
                  <a:off x="4922912" y="335692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0" name="Google Shape;3760;p61"/>
              <p:cNvGrpSpPr/>
              <p:nvPr/>
            </p:nvGrpSpPr>
            <p:grpSpPr>
              <a:xfrm>
                <a:off x="5065048" y="3738150"/>
                <a:ext cx="37783" cy="32364"/>
                <a:chOff x="5065048" y="3738150"/>
                <a:chExt cx="37783" cy="32364"/>
              </a:xfrm>
            </p:grpSpPr>
            <p:sp>
              <p:nvSpPr>
                <p:cNvPr id="494" name="Google Shape;3761;p61"/>
                <p:cNvSpPr/>
                <p:nvPr/>
              </p:nvSpPr>
              <p:spPr>
                <a:xfrm>
                  <a:off x="5065048" y="3738150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3762;p61"/>
                <p:cNvSpPr/>
                <p:nvPr/>
              </p:nvSpPr>
              <p:spPr>
                <a:xfrm>
                  <a:off x="5077994" y="3747761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01" y="1"/>
                      </a:moveTo>
                      <a:cubicBezTo>
                        <a:pt x="363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2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0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1" name="Google Shape;3763;p61"/>
              <p:cNvGrpSpPr/>
              <p:nvPr/>
            </p:nvGrpSpPr>
            <p:grpSpPr>
              <a:xfrm>
                <a:off x="5071616" y="3284615"/>
                <a:ext cx="37783" cy="32357"/>
                <a:chOff x="5071616" y="3284615"/>
                <a:chExt cx="37783" cy="32357"/>
              </a:xfrm>
            </p:grpSpPr>
            <p:sp>
              <p:nvSpPr>
                <p:cNvPr id="492" name="Google Shape;3764;p61"/>
                <p:cNvSpPr/>
                <p:nvPr/>
              </p:nvSpPr>
              <p:spPr>
                <a:xfrm>
                  <a:off x="507161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3765;p61"/>
                <p:cNvSpPr/>
                <p:nvPr/>
              </p:nvSpPr>
              <p:spPr>
                <a:xfrm>
                  <a:off x="5086646" y="3294320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36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6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2" name="Google Shape;3766;p61"/>
              <p:cNvGrpSpPr/>
              <p:nvPr/>
            </p:nvGrpSpPr>
            <p:grpSpPr>
              <a:xfrm>
                <a:off x="5389291" y="3759921"/>
                <a:ext cx="37783" cy="32380"/>
                <a:chOff x="5389291" y="3759921"/>
                <a:chExt cx="37783" cy="32380"/>
              </a:xfrm>
            </p:grpSpPr>
            <p:sp>
              <p:nvSpPr>
                <p:cNvPr id="490" name="Google Shape;3767;p61"/>
                <p:cNvSpPr/>
                <p:nvPr/>
              </p:nvSpPr>
              <p:spPr>
                <a:xfrm>
                  <a:off x="5389291" y="3759921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3"/>
                        <a:pt x="920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3768;p61"/>
                <p:cNvSpPr/>
                <p:nvPr/>
              </p:nvSpPr>
              <p:spPr>
                <a:xfrm>
                  <a:off x="5402229" y="3769555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64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3" name="Google Shape;3769;p61"/>
              <p:cNvGrpSpPr/>
              <p:nvPr/>
            </p:nvGrpSpPr>
            <p:grpSpPr>
              <a:xfrm>
                <a:off x="5431534" y="3632932"/>
                <a:ext cx="37878" cy="32451"/>
                <a:chOff x="5431534" y="3632932"/>
                <a:chExt cx="37878" cy="32451"/>
              </a:xfrm>
            </p:grpSpPr>
            <p:sp>
              <p:nvSpPr>
                <p:cNvPr id="488" name="Google Shape;3770;p61"/>
                <p:cNvSpPr/>
                <p:nvPr/>
              </p:nvSpPr>
              <p:spPr>
                <a:xfrm>
                  <a:off x="5431534" y="3632932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4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59" y="4125"/>
                      </a:cubicBezTo>
                      <a:cubicBezTo>
                        <a:pt x="3896" y="4113"/>
                        <a:pt x="4815" y="3194"/>
                        <a:pt x="4815" y="2069"/>
                      </a:cubicBezTo>
                      <a:cubicBezTo>
                        <a:pt x="4815" y="824"/>
                        <a:pt x="3795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3771;p61"/>
                <p:cNvSpPr/>
                <p:nvPr/>
              </p:nvSpPr>
              <p:spPr>
                <a:xfrm>
                  <a:off x="5444472" y="3642638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76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3772;p61"/>
              <p:cNvGrpSpPr/>
              <p:nvPr/>
            </p:nvGrpSpPr>
            <p:grpSpPr>
              <a:xfrm>
                <a:off x="5540755" y="3544829"/>
                <a:ext cx="37783" cy="32357"/>
                <a:chOff x="5540755" y="3544829"/>
                <a:chExt cx="37783" cy="32357"/>
              </a:xfrm>
            </p:grpSpPr>
            <p:sp>
              <p:nvSpPr>
                <p:cNvPr id="486" name="Google Shape;3773;p61"/>
                <p:cNvSpPr/>
                <p:nvPr/>
              </p:nvSpPr>
              <p:spPr>
                <a:xfrm>
                  <a:off x="5540755" y="354482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3774;p61"/>
                <p:cNvSpPr/>
                <p:nvPr/>
              </p:nvSpPr>
              <p:spPr>
                <a:xfrm>
                  <a:off x="5553693" y="3554534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96"/>
                        <a:pt x="521" y="1416"/>
                      </a:cubicBezTo>
                      <a:cubicBezTo>
                        <a:pt x="688" y="1583"/>
                        <a:pt x="894" y="1658"/>
                        <a:pt x="1096" y="1658"/>
                      </a:cubicBezTo>
                      <a:cubicBezTo>
                        <a:pt x="1524" y="1658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3775;p61"/>
              <p:cNvGrpSpPr/>
              <p:nvPr/>
            </p:nvGrpSpPr>
            <p:grpSpPr>
              <a:xfrm>
                <a:off x="5579293" y="3412107"/>
                <a:ext cx="37776" cy="32357"/>
                <a:chOff x="5579293" y="3412107"/>
                <a:chExt cx="37776" cy="32357"/>
              </a:xfrm>
            </p:grpSpPr>
            <p:sp>
              <p:nvSpPr>
                <p:cNvPr id="484" name="Google Shape;3776;p61"/>
                <p:cNvSpPr/>
                <p:nvPr/>
              </p:nvSpPr>
              <p:spPr>
                <a:xfrm>
                  <a:off x="5579293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4" y="605"/>
                      </a:cubicBezTo>
                      <a:cubicBezTo>
                        <a:pt x="0" y="1900"/>
                        <a:pt x="919" y="4114"/>
                        <a:pt x="2746" y="4114"/>
                      </a:cubicBezTo>
                      <a:cubicBezTo>
                        <a:pt x="3883" y="4114"/>
                        <a:pt x="4802" y="3194"/>
                        <a:pt x="4802" y="2057"/>
                      </a:cubicBezTo>
                      <a:cubicBezTo>
                        <a:pt x="4802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3777;p61"/>
                <p:cNvSpPr/>
                <p:nvPr/>
              </p:nvSpPr>
              <p:spPr>
                <a:xfrm>
                  <a:off x="5594418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6" name="Google Shape;3778;p61"/>
              <p:cNvGrpSpPr/>
              <p:nvPr/>
            </p:nvGrpSpPr>
            <p:grpSpPr>
              <a:xfrm>
                <a:off x="5801346" y="3284615"/>
                <a:ext cx="37783" cy="32357"/>
                <a:chOff x="5801346" y="3284615"/>
                <a:chExt cx="37783" cy="32357"/>
              </a:xfrm>
            </p:grpSpPr>
            <p:sp>
              <p:nvSpPr>
                <p:cNvPr id="482" name="Google Shape;3779;p61"/>
                <p:cNvSpPr/>
                <p:nvPr/>
              </p:nvSpPr>
              <p:spPr>
                <a:xfrm>
                  <a:off x="580134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3780;p61"/>
                <p:cNvSpPr/>
                <p:nvPr/>
              </p:nvSpPr>
              <p:spPr>
                <a:xfrm>
                  <a:off x="5816478" y="3294320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7" name="Google Shape;3781;p61"/>
              <p:cNvGrpSpPr/>
              <p:nvPr/>
            </p:nvGrpSpPr>
            <p:grpSpPr>
              <a:xfrm>
                <a:off x="5763578" y="3399067"/>
                <a:ext cx="37776" cy="32364"/>
                <a:chOff x="5763578" y="3399067"/>
                <a:chExt cx="37776" cy="32364"/>
              </a:xfrm>
            </p:grpSpPr>
            <p:sp>
              <p:nvSpPr>
                <p:cNvPr id="480" name="Google Shape;3782;p61"/>
                <p:cNvSpPr/>
                <p:nvPr/>
              </p:nvSpPr>
              <p:spPr>
                <a:xfrm>
                  <a:off x="5763578" y="3399067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3783;p61"/>
                <p:cNvSpPr/>
                <p:nvPr/>
              </p:nvSpPr>
              <p:spPr>
                <a:xfrm>
                  <a:off x="5776516" y="3408780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4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8" name="Google Shape;3784;p61"/>
              <p:cNvGrpSpPr/>
              <p:nvPr/>
            </p:nvGrpSpPr>
            <p:grpSpPr>
              <a:xfrm>
                <a:off x="5395858" y="3230952"/>
                <a:ext cx="37776" cy="32364"/>
                <a:chOff x="5395858" y="3230952"/>
                <a:chExt cx="37776" cy="32364"/>
              </a:xfrm>
            </p:grpSpPr>
            <p:sp>
              <p:nvSpPr>
                <p:cNvPr id="478" name="Google Shape;3785;p61"/>
                <p:cNvSpPr/>
                <p:nvPr/>
              </p:nvSpPr>
              <p:spPr>
                <a:xfrm>
                  <a:off x="5395858" y="3230952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3786;p61"/>
                <p:cNvSpPr/>
                <p:nvPr/>
              </p:nvSpPr>
              <p:spPr>
                <a:xfrm>
                  <a:off x="5408702" y="3240571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1" y="1416"/>
                      </a:cubicBezTo>
                      <a:cubicBezTo>
                        <a:pt x="690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9" name="Google Shape;3787;p61"/>
              <p:cNvGrpSpPr/>
              <p:nvPr/>
            </p:nvGrpSpPr>
            <p:grpSpPr>
              <a:xfrm>
                <a:off x="5264088" y="3188237"/>
                <a:ext cx="37776" cy="32357"/>
                <a:chOff x="5264088" y="3188237"/>
                <a:chExt cx="37776" cy="32357"/>
              </a:xfrm>
            </p:grpSpPr>
            <p:sp>
              <p:nvSpPr>
                <p:cNvPr id="476" name="Google Shape;3788;p61"/>
                <p:cNvSpPr/>
                <p:nvPr/>
              </p:nvSpPr>
              <p:spPr>
                <a:xfrm>
                  <a:off x="5264088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3789;p61"/>
                <p:cNvSpPr/>
                <p:nvPr/>
              </p:nvSpPr>
              <p:spPr>
                <a:xfrm>
                  <a:off x="5279212" y="319794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76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0" name="Google Shape;3790;p61"/>
              <p:cNvGrpSpPr/>
              <p:nvPr/>
            </p:nvGrpSpPr>
            <p:grpSpPr>
              <a:xfrm>
                <a:off x="5585758" y="3237425"/>
                <a:ext cx="37878" cy="32357"/>
                <a:chOff x="5585758" y="3237425"/>
                <a:chExt cx="37878" cy="32357"/>
              </a:xfrm>
            </p:grpSpPr>
            <p:sp>
              <p:nvSpPr>
                <p:cNvPr id="474" name="Google Shape;3791;p61"/>
                <p:cNvSpPr/>
                <p:nvPr/>
              </p:nvSpPr>
              <p:spPr>
                <a:xfrm>
                  <a:off x="5585758" y="3237425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44" y="0"/>
                      </a:moveTo>
                      <a:cubicBezTo>
                        <a:pt x="2240" y="0"/>
                        <a:pt x="1725" y="188"/>
                        <a:pt x="1307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96" y="4114"/>
                        <a:pt x="4815" y="3195"/>
                        <a:pt x="4815" y="2057"/>
                      </a:cubicBezTo>
                      <a:cubicBezTo>
                        <a:pt x="4815" y="821"/>
                        <a:pt x="3801" y="0"/>
                        <a:pt x="274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3792;p61"/>
                <p:cNvSpPr/>
                <p:nvPr/>
              </p:nvSpPr>
              <p:spPr>
                <a:xfrm>
                  <a:off x="5598696" y="3247130"/>
                  <a:ext cx="15235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9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2" y="1583"/>
                        <a:pt x="899" y="1658"/>
                        <a:pt x="1102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1" name="Google Shape;3793;p61"/>
              <p:cNvGrpSpPr/>
              <p:nvPr/>
            </p:nvGrpSpPr>
            <p:grpSpPr>
              <a:xfrm>
                <a:off x="4874196" y="3291088"/>
                <a:ext cx="37878" cy="32451"/>
                <a:chOff x="4874196" y="3291088"/>
                <a:chExt cx="37878" cy="32451"/>
              </a:xfrm>
            </p:grpSpPr>
            <p:sp>
              <p:nvSpPr>
                <p:cNvPr id="472" name="Google Shape;3794;p61"/>
                <p:cNvSpPr/>
                <p:nvPr/>
              </p:nvSpPr>
              <p:spPr>
                <a:xfrm>
                  <a:off x="4874196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3795;p61"/>
                <p:cNvSpPr/>
                <p:nvPr/>
              </p:nvSpPr>
              <p:spPr>
                <a:xfrm>
                  <a:off x="4889328" y="330079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2" name="Google Shape;3796;p61"/>
              <p:cNvGrpSpPr/>
              <p:nvPr/>
            </p:nvGrpSpPr>
            <p:grpSpPr>
              <a:xfrm>
                <a:off x="5197770" y="3785466"/>
                <a:ext cx="37783" cy="32427"/>
                <a:chOff x="5197770" y="3785466"/>
                <a:chExt cx="37783" cy="32427"/>
              </a:xfrm>
            </p:grpSpPr>
            <p:sp>
              <p:nvSpPr>
                <p:cNvPr id="470" name="Google Shape;3797;p61"/>
                <p:cNvSpPr/>
                <p:nvPr/>
              </p:nvSpPr>
              <p:spPr>
                <a:xfrm>
                  <a:off x="5197770" y="3785466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2" y="1"/>
                        <a:pt x="1715" y="190"/>
                        <a:pt x="1295" y="614"/>
                      </a:cubicBezTo>
                      <a:cubicBezTo>
                        <a:pt x="1" y="1909"/>
                        <a:pt x="908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3798;p61"/>
                <p:cNvSpPr/>
                <p:nvPr/>
              </p:nvSpPr>
              <p:spPr>
                <a:xfrm>
                  <a:off x="5212808" y="37951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4"/>
                        <a:pt x="375" y="1657"/>
                        <a:pt x="835" y="1657"/>
                      </a:cubicBezTo>
                      <a:cubicBezTo>
                        <a:pt x="1295" y="1657"/>
                        <a:pt x="1657" y="1294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3799;p61"/>
              <p:cNvGrpSpPr/>
              <p:nvPr/>
            </p:nvGrpSpPr>
            <p:grpSpPr>
              <a:xfrm>
                <a:off x="5177699" y="3492117"/>
                <a:ext cx="37776" cy="32357"/>
                <a:chOff x="5177699" y="3492117"/>
                <a:chExt cx="37776" cy="32357"/>
              </a:xfrm>
            </p:grpSpPr>
            <p:sp>
              <p:nvSpPr>
                <p:cNvPr id="468" name="Google Shape;3800;p61"/>
                <p:cNvSpPr/>
                <p:nvPr/>
              </p:nvSpPr>
              <p:spPr>
                <a:xfrm>
                  <a:off x="5177699" y="349211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6" y="1"/>
                      </a:moveTo>
                      <a:cubicBezTo>
                        <a:pt x="2232" y="1"/>
                        <a:pt x="1717" y="188"/>
                        <a:pt x="1295" y="606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93" y="1"/>
                        <a:pt x="273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3801;p61"/>
                <p:cNvSpPr/>
                <p:nvPr/>
              </p:nvSpPr>
              <p:spPr>
                <a:xfrm>
                  <a:off x="5192823" y="350182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3802;p61"/>
              <p:cNvGrpSpPr/>
              <p:nvPr/>
            </p:nvGrpSpPr>
            <p:grpSpPr>
              <a:xfrm>
                <a:off x="5349431" y="3622346"/>
                <a:ext cx="37870" cy="32380"/>
                <a:chOff x="5349431" y="3622346"/>
                <a:chExt cx="37870" cy="32380"/>
              </a:xfrm>
            </p:grpSpPr>
            <p:sp>
              <p:nvSpPr>
                <p:cNvPr id="466" name="Google Shape;3803;p61"/>
                <p:cNvSpPr/>
                <p:nvPr/>
              </p:nvSpPr>
              <p:spPr>
                <a:xfrm>
                  <a:off x="5349431" y="3622346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0" y="0"/>
                      </a:moveTo>
                      <a:cubicBezTo>
                        <a:pt x="2232" y="0"/>
                        <a:pt x="1714" y="189"/>
                        <a:pt x="1295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83" y="4116"/>
                        <a:pt x="4815" y="3197"/>
                        <a:pt x="4815" y="2060"/>
                      </a:cubicBezTo>
                      <a:cubicBezTo>
                        <a:pt x="4815" y="817"/>
                        <a:pt x="3798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3804;p61"/>
                <p:cNvSpPr/>
                <p:nvPr/>
              </p:nvSpPr>
              <p:spPr>
                <a:xfrm>
                  <a:off x="5362369" y="3632075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34" y="0"/>
                      </a:moveTo>
                      <a:cubicBezTo>
                        <a:pt x="1127" y="0"/>
                        <a:pt x="1120" y="0"/>
                        <a:pt x="1113" y="0"/>
                      </a:cubicBezTo>
                      <a:cubicBezTo>
                        <a:pt x="363" y="0"/>
                        <a:pt x="0" y="883"/>
                        <a:pt x="521" y="1416"/>
                      </a:cubicBezTo>
                      <a:cubicBezTo>
                        <a:pt x="691" y="1583"/>
                        <a:pt x="899" y="1657"/>
                        <a:pt x="1101" y="1657"/>
                      </a:cubicBezTo>
                      <a:cubicBezTo>
                        <a:pt x="1529" y="1657"/>
                        <a:pt x="1936" y="1324"/>
                        <a:pt x="1936" y="823"/>
                      </a:cubicBezTo>
                      <a:cubicBezTo>
                        <a:pt x="1936" y="370"/>
                        <a:pt x="1573" y="0"/>
                        <a:pt x="113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" name="Google Shape;3805;p61"/>
              <p:cNvGrpSpPr/>
              <p:nvPr/>
            </p:nvGrpSpPr>
            <p:grpSpPr>
              <a:xfrm>
                <a:off x="5068855" y="3563980"/>
                <a:ext cx="53954" cy="46223"/>
                <a:chOff x="5068855" y="3563980"/>
                <a:chExt cx="53954" cy="46223"/>
              </a:xfrm>
            </p:grpSpPr>
            <p:sp>
              <p:nvSpPr>
                <p:cNvPr id="464" name="Google Shape;3806;p61"/>
                <p:cNvSpPr/>
                <p:nvPr/>
              </p:nvSpPr>
              <p:spPr>
                <a:xfrm>
                  <a:off x="5068855" y="3563980"/>
                  <a:ext cx="53954" cy="46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" h="5877" extrusionOk="0">
                      <a:moveTo>
                        <a:pt x="3909" y="0"/>
                      </a:moveTo>
                      <a:cubicBezTo>
                        <a:pt x="3187" y="0"/>
                        <a:pt x="2451" y="269"/>
                        <a:pt x="1852" y="868"/>
                      </a:cubicBezTo>
                      <a:cubicBezTo>
                        <a:pt x="1" y="2719"/>
                        <a:pt x="1307" y="5876"/>
                        <a:pt x="3920" y="5876"/>
                      </a:cubicBezTo>
                      <a:cubicBezTo>
                        <a:pt x="5541" y="5876"/>
                        <a:pt x="6848" y="4558"/>
                        <a:pt x="6860" y="2937"/>
                      </a:cubicBezTo>
                      <a:cubicBezTo>
                        <a:pt x="6860" y="1170"/>
                        <a:pt x="5416" y="0"/>
                        <a:pt x="390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3807;p61"/>
                <p:cNvSpPr/>
                <p:nvPr/>
              </p:nvSpPr>
              <p:spPr>
                <a:xfrm>
                  <a:off x="5086268" y="3573654"/>
                  <a:ext cx="26835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13" extrusionOk="0">
                      <a:moveTo>
                        <a:pt x="1706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12"/>
                        <a:pt x="1706" y="3412"/>
                      </a:cubicBezTo>
                      <a:cubicBezTo>
                        <a:pt x="2650" y="3412"/>
                        <a:pt x="3412" y="2650"/>
                        <a:pt x="3412" y="1707"/>
                      </a:cubicBezTo>
                      <a:cubicBezTo>
                        <a:pt x="3412" y="763"/>
                        <a:pt x="2650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" name="Google Shape;3808;p61"/>
              <p:cNvGrpSpPr/>
              <p:nvPr/>
            </p:nvGrpSpPr>
            <p:grpSpPr>
              <a:xfrm>
                <a:off x="5037654" y="3392507"/>
                <a:ext cx="37870" cy="32451"/>
                <a:chOff x="5037654" y="3392507"/>
                <a:chExt cx="37870" cy="32451"/>
              </a:xfrm>
            </p:grpSpPr>
            <p:sp>
              <p:nvSpPr>
                <p:cNvPr id="462" name="Google Shape;3809;p61"/>
                <p:cNvSpPr/>
                <p:nvPr/>
              </p:nvSpPr>
              <p:spPr>
                <a:xfrm>
                  <a:off x="5037654" y="3392507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1"/>
                      </a:moveTo>
                      <a:cubicBezTo>
                        <a:pt x="2238" y="1"/>
                        <a:pt x="1724" y="188"/>
                        <a:pt x="1307" y="606"/>
                      </a:cubicBezTo>
                      <a:cubicBezTo>
                        <a:pt x="0" y="1912"/>
                        <a:pt x="919" y="4126"/>
                        <a:pt x="2758" y="4126"/>
                      </a:cubicBezTo>
                      <a:cubicBezTo>
                        <a:pt x="3895" y="4114"/>
                        <a:pt x="4815" y="3194"/>
                        <a:pt x="4815" y="2069"/>
                      </a:cubicBezTo>
                      <a:cubicBezTo>
                        <a:pt x="4815" y="824"/>
                        <a:pt x="3799" y="1"/>
                        <a:pt x="274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3810;p61"/>
                <p:cNvSpPr/>
                <p:nvPr/>
              </p:nvSpPr>
              <p:spPr>
                <a:xfrm>
                  <a:off x="5050592" y="340221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" name="Google Shape;3811;p61"/>
              <p:cNvGrpSpPr/>
              <p:nvPr/>
            </p:nvGrpSpPr>
            <p:grpSpPr>
              <a:xfrm>
                <a:off x="5456560" y="3368629"/>
                <a:ext cx="37870" cy="32451"/>
                <a:chOff x="5456560" y="3368629"/>
                <a:chExt cx="37870" cy="32451"/>
              </a:xfrm>
            </p:grpSpPr>
            <p:sp>
              <p:nvSpPr>
                <p:cNvPr id="460" name="Google Shape;3812;p61"/>
                <p:cNvSpPr/>
                <p:nvPr/>
              </p:nvSpPr>
              <p:spPr>
                <a:xfrm>
                  <a:off x="5456560" y="3368629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0"/>
                      </a:moveTo>
                      <a:cubicBezTo>
                        <a:pt x="2238" y="0"/>
                        <a:pt x="1724" y="187"/>
                        <a:pt x="1307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95" y="4113"/>
                        <a:pt x="4815" y="3194"/>
                        <a:pt x="4815" y="2069"/>
                      </a:cubicBezTo>
                      <a:cubicBezTo>
                        <a:pt x="4815" y="824"/>
                        <a:pt x="3800" y="0"/>
                        <a:pt x="27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3813;p61"/>
                <p:cNvSpPr/>
                <p:nvPr/>
              </p:nvSpPr>
              <p:spPr>
                <a:xfrm>
                  <a:off x="5469498" y="3378334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0" y="1416"/>
                      </a:cubicBezTo>
                      <a:cubicBezTo>
                        <a:pt x="693" y="1585"/>
                        <a:pt x="903" y="1660"/>
                        <a:pt x="1108" y="1660"/>
                      </a:cubicBezTo>
                      <a:cubicBezTo>
                        <a:pt x="1533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" name="Google Shape;3814;p61"/>
              <p:cNvGrpSpPr/>
              <p:nvPr/>
            </p:nvGrpSpPr>
            <p:grpSpPr>
              <a:xfrm>
                <a:off x="4755749" y="3501516"/>
                <a:ext cx="46246" cy="39608"/>
                <a:chOff x="4755749" y="3501516"/>
                <a:chExt cx="46246" cy="39608"/>
              </a:xfrm>
            </p:grpSpPr>
            <p:sp>
              <p:nvSpPr>
                <p:cNvPr id="458" name="Google Shape;3815;p61"/>
                <p:cNvSpPr/>
                <p:nvPr/>
              </p:nvSpPr>
              <p:spPr>
                <a:xfrm>
                  <a:off x="4755749" y="3501516"/>
                  <a:ext cx="46246" cy="39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0" h="5036" extrusionOk="0">
                      <a:moveTo>
                        <a:pt x="3345" y="0"/>
                      </a:moveTo>
                      <a:cubicBezTo>
                        <a:pt x="2727" y="0"/>
                        <a:pt x="2097" y="229"/>
                        <a:pt x="1585" y="741"/>
                      </a:cubicBezTo>
                      <a:cubicBezTo>
                        <a:pt x="0" y="2326"/>
                        <a:pt x="1125" y="5036"/>
                        <a:pt x="3363" y="5036"/>
                      </a:cubicBezTo>
                      <a:cubicBezTo>
                        <a:pt x="4754" y="5036"/>
                        <a:pt x="5879" y="3911"/>
                        <a:pt x="5879" y="2520"/>
                      </a:cubicBezTo>
                      <a:cubicBezTo>
                        <a:pt x="5879" y="1005"/>
                        <a:pt x="4638" y="0"/>
                        <a:pt x="334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3816;p61"/>
                <p:cNvSpPr/>
                <p:nvPr/>
              </p:nvSpPr>
              <p:spPr>
                <a:xfrm>
                  <a:off x="4768687" y="3511245"/>
                  <a:ext cx="23697" cy="20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" h="2571" extrusionOk="0">
                      <a:moveTo>
                        <a:pt x="1718" y="0"/>
                      </a:moveTo>
                      <a:cubicBezTo>
                        <a:pt x="569" y="0"/>
                        <a:pt x="0" y="1379"/>
                        <a:pt x="811" y="2190"/>
                      </a:cubicBezTo>
                      <a:cubicBezTo>
                        <a:pt x="1074" y="2453"/>
                        <a:pt x="1398" y="2571"/>
                        <a:pt x="1715" y="2571"/>
                      </a:cubicBezTo>
                      <a:cubicBezTo>
                        <a:pt x="2377" y="2571"/>
                        <a:pt x="3013" y="2059"/>
                        <a:pt x="3013" y="1283"/>
                      </a:cubicBezTo>
                      <a:cubicBezTo>
                        <a:pt x="3013" y="581"/>
                        <a:pt x="2432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" name="Google Shape;3817;p61"/>
              <p:cNvGrpSpPr/>
              <p:nvPr/>
            </p:nvGrpSpPr>
            <p:grpSpPr>
              <a:xfrm>
                <a:off x="4681346" y="3485582"/>
                <a:ext cx="37783" cy="32427"/>
                <a:chOff x="4681346" y="3485582"/>
                <a:chExt cx="37783" cy="32427"/>
              </a:xfrm>
            </p:grpSpPr>
            <p:sp>
              <p:nvSpPr>
                <p:cNvPr id="456" name="Google Shape;3818;p61"/>
                <p:cNvSpPr/>
                <p:nvPr/>
              </p:nvSpPr>
              <p:spPr>
                <a:xfrm>
                  <a:off x="4681346" y="3485582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1" y="1"/>
                        <a:pt x="1715" y="191"/>
                        <a:pt x="1295" y="614"/>
                      </a:cubicBezTo>
                      <a:cubicBezTo>
                        <a:pt x="1" y="1909"/>
                        <a:pt x="920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3819;p61"/>
                <p:cNvSpPr/>
                <p:nvPr/>
              </p:nvSpPr>
              <p:spPr>
                <a:xfrm>
                  <a:off x="4696479" y="34952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7"/>
                        <a:pt x="823" y="1657"/>
                      </a:cubicBezTo>
                      <a:cubicBezTo>
                        <a:pt x="1282" y="1657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" name="Google Shape;3820;p61"/>
              <p:cNvGrpSpPr/>
              <p:nvPr/>
            </p:nvGrpSpPr>
            <p:grpSpPr>
              <a:xfrm>
                <a:off x="4767067" y="3291088"/>
                <a:ext cx="37878" cy="32451"/>
                <a:chOff x="4767067" y="3291088"/>
                <a:chExt cx="37878" cy="32451"/>
              </a:xfrm>
            </p:grpSpPr>
            <p:sp>
              <p:nvSpPr>
                <p:cNvPr id="454" name="Google Shape;3821;p61"/>
                <p:cNvSpPr/>
                <p:nvPr/>
              </p:nvSpPr>
              <p:spPr>
                <a:xfrm>
                  <a:off x="4767067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3822;p61"/>
                <p:cNvSpPr/>
                <p:nvPr/>
              </p:nvSpPr>
              <p:spPr>
                <a:xfrm>
                  <a:off x="4780036" y="3300888"/>
                  <a:ext cx="15203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1654" extrusionOk="0">
                      <a:moveTo>
                        <a:pt x="1131" y="0"/>
                      </a:moveTo>
                      <a:cubicBezTo>
                        <a:pt x="1124" y="0"/>
                        <a:pt x="1117" y="0"/>
                        <a:pt x="1110" y="1"/>
                      </a:cubicBezTo>
                      <a:cubicBezTo>
                        <a:pt x="1105" y="0"/>
                        <a:pt x="1100" y="0"/>
                        <a:pt x="1095" y="0"/>
                      </a:cubicBezTo>
                      <a:cubicBezTo>
                        <a:pt x="367" y="0"/>
                        <a:pt x="0" y="887"/>
                        <a:pt x="517" y="1404"/>
                      </a:cubicBezTo>
                      <a:cubicBezTo>
                        <a:pt x="686" y="1577"/>
                        <a:pt x="895" y="1654"/>
                        <a:pt x="1100" y="1654"/>
                      </a:cubicBezTo>
                      <a:cubicBezTo>
                        <a:pt x="1525" y="1654"/>
                        <a:pt x="1932" y="1321"/>
                        <a:pt x="1932" y="823"/>
                      </a:cubicBezTo>
                      <a:cubicBezTo>
                        <a:pt x="1932" y="371"/>
                        <a:pt x="1569" y="0"/>
                        <a:pt x="113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" name="Google Shape;3823;p61"/>
              <p:cNvGrpSpPr/>
              <p:nvPr/>
            </p:nvGrpSpPr>
            <p:grpSpPr>
              <a:xfrm>
                <a:off x="4687819" y="3405539"/>
                <a:ext cx="37776" cy="32451"/>
                <a:chOff x="4687819" y="3405539"/>
                <a:chExt cx="37776" cy="32451"/>
              </a:xfrm>
            </p:grpSpPr>
            <p:sp>
              <p:nvSpPr>
                <p:cNvPr id="452" name="Google Shape;3824;p61"/>
                <p:cNvSpPr/>
                <p:nvPr/>
              </p:nvSpPr>
              <p:spPr>
                <a:xfrm>
                  <a:off x="4687819" y="3405539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12"/>
                        <a:pt x="920" y="4126"/>
                        <a:pt x="2758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3825;p61"/>
                <p:cNvSpPr/>
                <p:nvPr/>
              </p:nvSpPr>
              <p:spPr>
                <a:xfrm>
                  <a:off x="4702944" y="341524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6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6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" name="Google Shape;3826;p61"/>
              <p:cNvGrpSpPr/>
              <p:nvPr/>
            </p:nvGrpSpPr>
            <p:grpSpPr>
              <a:xfrm>
                <a:off x="4923101" y="3444809"/>
                <a:ext cx="52813" cy="45318"/>
                <a:chOff x="4923101" y="3444809"/>
                <a:chExt cx="52813" cy="45318"/>
              </a:xfrm>
            </p:grpSpPr>
            <p:sp>
              <p:nvSpPr>
                <p:cNvPr id="450" name="Google Shape;3827;p61"/>
                <p:cNvSpPr/>
                <p:nvPr/>
              </p:nvSpPr>
              <p:spPr>
                <a:xfrm>
                  <a:off x="4923101" y="3444809"/>
                  <a:ext cx="52813" cy="45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5" h="5762" extrusionOk="0">
                      <a:moveTo>
                        <a:pt x="3823" y="1"/>
                      </a:moveTo>
                      <a:cubicBezTo>
                        <a:pt x="3117" y="1"/>
                        <a:pt x="2398" y="263"/>
                        <a:pt x="1815" y="851"/>
                      </a:cubicBezTo>
                      <a:cubicBezTo>
                        <a:pt x="1" y="2665"/>
                        <a:pt x="1283" y="5762"/>
                        <a:pt x="3847" y="5762"/>
                      </a:cubicBezTo>
                      <a:cubicBezTo>
                        <a:pt x="5432" y="5762"/>
                        <a:pt x="6714" y="4468"/>
                        <a:pt x="6714" y="2883"/>
                      </a:cubicBezTo>
                      <a:cubicBezTo>
                        <a:pt x="6714" y="1148"/>
                        <a:pt x="5298" y="1"/>
                        <a:pt x="382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3828;p61"/>
                <p:cNvSpPr/>
                <p:nvPr/>
              </p:nvSpPr>
              <p:spPr>
                <a:xfrm>
                  <a:off x="4936039" y="3454538"/>
                  <a:ext cx="30265" cy="25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" h="3295" extrusionOk="0">
                      <a:moveTo>
                        <a:pt x="2202" y="1"/>
                      </a:moveTo>
                      <a:cubicBezTo>
                        <a:pt x="727" y="1"/>
                        <a:pt x="1" y="1779"/>
                        <a:pt x="1029" y="2807"/>
                      </a:cubicBezTo>
                      <a:cubicBezTo>
                        <a:pt x="1365" y="3144"/>
                        <a:pt x="1779" y="3294"/>
                        <a:pt x="2185" y="3294"/>
                      </a:cubicBezTo>
                      <a:cubicBezTo>
                        <a:pt x="3034" y="3294"/>
                        <a:pt x="3847" y="2636"/>
                        <a:pt x="3847" y="1646"/>
                      </a:cubicBezTo>
                      <a:cubicBezTo>
                        <a:pt x="3847" y="739"/>
                        <a:pt x="3110" y="1"/>
                        <a:pt x="22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" name="Google Shape;3829;p61"/>
              <p:cNvGrpSpPr/>
              <p:nvPr/>
            </p:nvGrpSpPr>
            <p:grpSpPr>
              <a:xfrm>
                <a:off x="4846040" y="3654750"/>
                <a:ext cx="31405" cy="26993"/>
                <a:chOff x="4846040" y="3654750"/>
                <a:chExt cx="31405" cy="26993"/>
              </a:xfrm>
            </p:grpSpPr>
            <p:sp>
              <p:nvSpPr>
                <p:cNvPr id="448" name="Google Shape;3830;p61"/>
                <p:cNvSpPr/>
                <p:nvPr/>
              </p:nvSpPr>
              <p:spPr>
                <a:xfrm>
                  <a:off x="4846040" y="3654750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32"/>
                        <a:pt x="2274" y="3432"/>
                      </a:cubicBezTo>
                      <a:cubicBezTo>
                        <a:pt x="3218" y="3432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3831;p61"/>
                <p:cNvSpPr/>
                <p:nvPr/>
              </p:nvSpPr>
              <p:spPr>
                <a:xfrm>
                  <a:off x="4858883" y="3664424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35"/>
                      </a:cubicBezTo>
                      <a:cubicBezTo>
                        <a:pt x="400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" name="Google Shape;3832;p61"/>
              <p:cNvGrpSpPr/>
              <p:nvPr/>
            </p:nvGrpSpPr>
            <p:grpSpPr>
              <a:xfrm>
                <a:off x="4925673" y="3691700"/>
                <a:ext cx="40253" cy="34472"/>
                <a:chOff x="4925673" y="3691700"/>
                <a:chExt cx="40253" cy="34472"/>
              </a:xfrm>
            </p:grpSpPr>
            <p:sp>
              <p:nvSpPr>
                <p:cNvPr id="446" name="Google Shape;3833;p61"/>
                <p:cNvSpPr/>
                <p:nvPr/>
              </p:nvSpPr>
              <p:spPr>
                <a:xfrm>
                  <a:off x="4925673" y="3691700"/>
                  <a:ext cx="40253" cy="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83" extrusionOk="0">
                      <a:moveTo>
                        <a:pt x="2908" y="0"/>
                      </a:moveTo>
                      <a:cubicBezTo>
                        <a:pt x="2371" y="0"/>
                        <a:pt x="1825" y="200"/>
                        <a:pt x="1379" y="645"/>
                      </a:cubicBezTo>
                      <a:cubicBezTo>
                        <a:pt x="0" y="2024"/>
                        <a:pt x="968" y="4383"/>
                        <a:pt x="2915" y="4383"/>
                      </a:cubicBezTo>
                      <a:cubicBezTo>
                        <a:pt x="4125" y="4383"/>
                        <a:pt x="5105" y="3403"/>
                        <a:pt x="5117" y="2193"/>
                      </a:cubicBezTo>
                      <a:cubicBezTo>
                        <a:pt x="5109" y="875"/>
                        <a:pt x="4031" y="0"/>
                        <a:pt x="29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3834;p61"/>
                <p:cNvSpPr/>
                <p:nvPr/>
              </p:nvSpPr>
              <p:spPr>
                <a:xfrm>
                  <a:off x="4938516" y="3701334"/>
                  <a:ext cx="17704" cy="15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" h="1931" extrusionOk="0">
                      <a:moveTo>
                        <a:pt x="1295" y="1"/>
                      </a:moveTo>
                      <a:cubicBezTo>
                        <a:pt x="436" y="1"/>
                        <a:pt x="0" y="1041"/>
                        <a:pt x="605" y="1646"/>
                      </a:cubicBezTo>
                      <a:cubicBezTo>
                        <a:pt x="801" y="1842"/>
                        <a:pt x="1043" y="1930"/>
                        <a:pt x="1281" y="1930"/>
                      </a:cubicBezTo>
                      <a:cubicBezTo>
                        <a:pt x="1775" y="1930"/>
                        <a:pt x="2250" y="1549"/>
                        <a:pt x="2250" y="968"/>
                      </a:cubicBezTo>
                      <a:cubicBezTo>
                        <a:pt x="2250" y="436"/>
                        <a:pt x="1827" y="1"/>
                        <a:pt x="129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5" name="Google Shape;3835;p61"/>
              <p:cNvGrpSpPr/>
              <p:nvPr/>
            </p:nvGrpSpPr>
            <p:grpSpPr>
              <a:xfrm>
                <a:off x="4894653" y="3740848"/>
                <a:ext cx="31405" cy="26906"/>
                <a:chOff x="4894653" y="3740848"/>
                <a:chExt cx="31405" cy="26906"/>
              </a:xfrm>
            </p:grpSpPr>
            <p:sp>
              <p:nvSpPr>
                <p:cNvPr id="444" name="Google Shape;3836;p61"/>
                <p:cNvSpPr/>
                <p:nvPr/>
              </p:nvSpPr>
              <p:spPr>
                <a:xfrm>
                  <a:off x="4894653" y="3740848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3837;p61"/>
                <p:cNvSpPr/>
                <p:nvPr/>
              </p:nvSpPr>
              <p:spPr>
                <a:xfrm>
                  <a:off x="4907497" y="375052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6" y="922"/>
                        <a:pt x="531" y="967"/>
                        <a:pt x="652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" name="Google Shape;3838;p61"/>
              <p:cNvGrpSpPr/>
              <p:nvPr/>
            </p:nvGrpSpPr>
            <p:grpSpPr>
              <a:xfrm>
                <a:off x="4962300" y="3696348"/>
                <a:ext cx="38255" cy="32773"/>
                <a:chOff x="4962300" y="3696348"/>
                <a:chExt cx="38255" cy="32773"/>
              </a:xfrm>
            </p:grpSpPr>
            <p:sp>
              <p:nvSpPr>
                <p:cNvPr id="442" name="Google Shape;3839;p61"/>
                <p:cNvSpPr/>
                <p:nvPr/>
              </p:nvSpPr>
              <p:spPr>
                <a:xfrm>
                  <a:off x="4962300" y="3696348"/>
                  <a:ext cx="38255" cy="3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4167" extrusionOk="0">
                      <a:moveTo>
                        <a:pt x="2767" y="1"/>
                      </a:moveTo>
                      <a:cubicBezTo>
                        <a:pt x="2259" y="1"/>
                        <a:pt x="1740" y="189"/>
                        <a:pt x="1319" y="611"/>
                      </a:cubicBezTo>
                      <a:cubicBezTo>
                        <a:pt x="0" y="1929"/>
                        <a:pt x="932" y="4167"/>
                        <a:pt x="2783" y="4167"/>
                      </a:cubicBezTo>
                      <a:cubicBezTo>
                        <a:pt x="3932" y="4167"/>
                        <a:pt x="4863" y="3236"/>
                        <a:pt x="4863" y="2086"/>
                      </a:cubicBezTo>
                      <a:cubicBezTo>
                        <a:pt x="4863" y="833"/>
                        <a:pt x="3836" y="1"/>
                        <a:pt x="276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3840;p61"/>
                <p:cNvSpPr/>
                <p:nvPr/>
              </p:nvSpPr>
              <p:spPr>
                <a:xfrm>
                  <a:off x="4975238" y="3706093"/>
                  <a:ext cx="15612" cy="13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702" extrusionOk="0">
                      <a:moveTo>
                        <a:pt x="1138" y="1"/>
                      </a:moveTo>
                      <a:cubicBezTo>
                        <a:pt x="388" y="1"/>
                        <a:pt x="1" y="908"/>
                        <a:pt x="533" y="1452"/>
                      </a:cubicBezTo>
                      <a:cubicBezTo>
                        <a:pt x="709" y="1624"/>
                        <a:pt x="923" y="1702"/>
                        <a:pt x="1132" y="1702"/>
                      </a:cubicBezTo>
                      <a:cubicBezTo>
                        <a:pt x="1569" y="1702"/>
                        <a:pt x="1984" y="1363"/>
                        <a:pt x="1984" y="847"/>
                      </a:cubicBezTo>
                      <a:cubicBezTo>
                        <a:pt x="1984" y="376"/>
                        <a:pt x="1609" y="1"/>
                        <a:pt x="113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7" name="Google Shape;3841;p61"/>
              <p:cNvGrpSpPr/>
              <p:nvPr/>
            </p:nvGrpSpPr>
            <p:grpSpPr>
              <a:xfrm>
                <a:off x="4980185" y="3743349"/>
                <a:ext cx="31499" cy="26969"/>
                <a:chOff x="4980185" y="3743349"/>
                <a:chExt cx="31499" cy="26969"/>
              </a:xfrm>
            </p:grpSpPr>
            <p:sp>
              <p:nvSpPr>
                <p:cNvPr id="440" name="Google Shape;3842;p61"/>
                <p:cNvSpPr/>
                <p:nvPr/>
              </p:nvSpPr>
              <p:spPr>
                <a:xfrm>
                  <a:off x="4980185" y="3743349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74" y="0"/>
                      </a:moveTo>
                      <a:cubicBezTo>
                        <a:pt x="1855" y="0"/>
                        <a:pt x="1427" y="155"/>
                        <a:pt x="1077" y="501"/>
                      </a:cubicBezTo>
                      <a:cubicBezTo>
                        <a:pt x="1" y="1578"/>
                        <a:pt x="763" y="3429"/>
                        <a:pt x="2287" y="3429"/>
                      </a:cubicBezTo>
                      <a:cubicBezTo>
                        <a:pt x="3230" y="3429"/>
                        <a:pt x="3993" y="2667"/>
                        <a:pt x="4005" y="1723"/>
                      </a:cubicBezTo>
                      <a:cubicBezTo>
                        <a:pt x="4005" y="689"/>
                        <a:pt x="3158" y="0"/>
                        <a:pt x="227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3843;p61"/>
                <p:cNvSpPr/>
                <p:nvPr/>
              </p:nvSpPr>
              <p:spPr>
                <a:xfrm>
                  <a:off x="4993123" y="3753094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8" name="Google Shape;3844;p61"/>
              <p:cNvGrpSpPr/>
              <p:nvPr/>
            </p:nvGrpSpPr>
            <p:grpSpPr>
              <a:xfrm>
                <a:off x="5013768" y="3734312"/>
                <a:ext cx="31499" cy="26969"/>
                <a:chOff x="5013768" y="3734312"/>
                <a:chExt cx="31499" cy="26969"/>
              </a:xfrm>
            </p:grpSpPr>
            <p:sp>
              <p:nvSpPr>
                <p:cNvPr id="438" name="Google Shape;3845;p61"/>
                <p:cNvSpPr/>
                <p:nvPr/>
              </p:nvSpPr>
              <p:spPr>
                <a:xfrm>
                  <a:off x="5013768" y="3734312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81" y="1"/>
                      </a:moveTo>
                      <a:cubicBezTo>
                        <a:pt x="1858" y="1"/>
                        <a:pt x="1428" y="159"/>
                        <a:pt x="1077" y="513"/>
                      </a:cubicBezTo>
                      <a:cubicBezTo>
                        <a:pt x="1" y="1590"/>
                        <a:pt x="775" y="3429"/>
                        <a:pt x="2299" y="3429"/>
                      </a:cubicBezTo>
                      <a:cubicBezTo>
                        <a:pt x="3231" y="3417"/>
                        <a:pt x="3993" y="2655"/>
                        <a:pt x="4005" y="1711"/>
                      </a:cubicBezTo>
                      <a:cubicBezTo>
                        <a:pt x="3997" y="682"/>
                        <a:pt x="3157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3846;p61"/>
                <p:cNvSpPr/>
                <p:nvPr/>
              </p:nvSpPr>
              <p:spPr>
                <a:xfrm>
                  <a:off x="5028043" y="3743963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9" name="Google Shape;3847;p61"/>
              <p:cNvGrpSpPr/>
              <p:nvPr/>
            </p:nvGrpSpPr>
            <p:grpSpPr>
              <a:xfrm>
                <a:off x="5036703" y="3764545"/>
                <a:ext cx="31499" cy="26898"/>
                <a:chOff x="5036703" y="3764545"/>
                <a:chExt cx="31499" cy="26898"/>
              </a:xfrm>
            </p:grpSpPr>
            <p:sp>
              <p:nvSpPr>
                <p:cNvPr id="436" name="Google Shape;3848;p61"/>
                <p:cNvSpPr/>
                <p:nvPr/>
              </p:nvSpPr>
              <p:spPr>
                <a:xfrm>
                  <a:off x="503670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19"/>
                        <a:pt x="2298" y="3419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3849;p61"/>
                <p:cNvSpPr/>
                <p:nvPr/>
              </p:nvSpPr>
              <p:spPr>
                <a:xfrm>
                  <a:off x="5049641" y="377421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0" name="Google Shape;3850;p61"/>
              <p:cNvGrpSpPr/>
              <p:nvPr/>
            </p:nvGrpSpPr>
            <p:grpSpPr>
              <a:xfrm>
                <a:off x="4953546" y="3768352"/>
                <a:ext cx="31405" cy="26898"/>
                <a:chOff x="4953546" y="3768352"/>
                <a:chExt cx="31405" cy="26898"/>
              </a:xfrm>
            </p:grpSpPr>
            <p:sp>
              <p:nvSpPr>
                <p:cNvPr id="434" name="Google Shape;3851;p61"/>
                <p:cNvSpPr/>
                <p:nvPr/>
              </p:nvSpPr>
              <p:spPr>
                <a:xfrm>
                  <a:off x="4953546" y="376835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1" y="0"/>
                      </a:moveTo>
                      <a:cubicBezTo>
                        <a:pt x="1852" y="0"/>
                        <a:pt x="1425" y="156"/>
                        <a:pt x="1077" y="504"/>
                      </a:cubicBezTo>
                      <a:cubicBezTo>
                        <a:pt x="1" y="1581"/>
                        <a:pt x="751" y="3419"/>
                        <a:pt x="2287" y="3419"/>
                      </a:cubicBezTo>
                      <a:cubicBezTo>
                        <a:pt x="3218" y="3419"/>
                        <a:pt x="3992" y="2657"/>
                        <a:pt x="3992" y="1726"/>
                      </a:cubicBezTo>
                      <a:cubicBezTo>
                        <a:pt x="3992" y="686"/>
                        <a:pt x="3150" y="0"/>
                        <a:pt x="227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3852;p61"/>
                <p:cNvSpPr/>
                <p:nvPr/>
              </p:nvSpPr>
              <p:spPr>
                <a:xfrm>
                  <a:off x="4966390" y="3778018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33"/>
                        <a:pt x="303" y="835"/>
                      </a:cubicBezTo>
                      <a:cubicBezTo>
                        <a:pt x="404" y="933"/>
                        <a:pt x="527" y="976"/>
                        <a:pt x="647" y="976"/>
                      </a:cubicBezTo>
                      <a:cubicBezTo>
                        <a:pt x="899" y="976"/>
                        <a:pt x="1138" y="784"/>
                        <a:pt x="1138" y="497"/>
                      </a:cubicBezTo>
                      <a:cubicBezTo>
                        <a:pt x="1138" y="218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1" name="Google Shape;3853;p61"/>
              <p:cNvGrpSpPr/>
              <p:nvPr/>
            </p:nvGrpSpPr>
            <p:grpSpPr>
              <a:xfrm>
                <a:off x="4964770" y="3814016"/>
                <a:ext cx="31499" cy="26993"/>
                <a:chOff x="4964770" y="3814016"/>
                <a:chExt cx="31499" cy="26993"/>
              </a:xfrm>
            </p:grpSpPr>
            <p:sp>
              <p:nvSpPr>
                <p:cNvPr id="432" name="Google Shape;3854;p61"/>
                <p:cNvSpPr/>
                <p:nvPr/>
              </p:nvSpPr>
              <p:spPr>
                <a:xfrm>
                  <a:off x="4964770" y="3814016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3855;p61"/>
                <p:cNvSpPr/>
                <p:nvPr/>
              </p:nvSpPr>
              <p:spPr>
                <a:xfrm>
                  <a:off x="4977715" y="3823690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35"/>
                      </a:cubicBezTo>
                      <a:cubicBezTo>
                        <a:pt x="399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2" name="Google Shape;3856;p61"/>
              <p:cNvGrpSpPr/>
              <p:nvPr/>
            </p:nvGrpSpPr>
            <p:grpSpPr>
              <a:xfrm>
                <a:off x="4923290" y="3800504"/>
                <a:ext cx="31468" cy="26898"/>
                <a:chOff x="4923290" y="3800504"/>
                <a:chExt cx="31468" cy="26898"/>
              </a:xfrm>
            </p:grpSpPr>
            <p:sp>
              <p:nvSpPr>
                <p:cNvPr id="430" name="Google Shape;3857;p61"/>
                <p:cNvSpPr/>
                <p:nvPr/>
              </p:nvSpPr>
              <p:spPr>
                <a:xfrm>
                  <a:off x="4923290" y="3800504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6" y="1"/>
                      </a:moveTo>
                      <a:cubicBezTo>
                        <a:pt x="1855" y="1"/>
                        <a:pt x="1426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4001" y="683"/>
                        <a:pt x="3156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3858;p61"/>
                <p:cNvSpPr/>
                <p:nvPr/>
              </p:nvSpPr>
              <p:spPr>
                <a:xfrm>
                  <a:off x="4937470" y="381017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" name="Google Shape;3859;p61"/>
              <p:cNvGrpSpPr/>
              <p:nvPr/>
            </p:nvGrpSpPr>
            <p:grpSpPr>
              <a:xfrm>
                <a:off x="5108534" y="3650943"/>
                <a:ext cx="31405" cy="26993"/>
                <a:chOff x="5108534" y="3650943"/>
                <a:chExt cx="31405" cy="26993"/>
              </a:xfrm>
            </p:grpSpPr>
            <p:sp>
              <p:nvSpPr>
                <p:cNvPr id="428" name="Google Shape;3860;p61"/>
                <p:cNvSpPr/>
                <p:nvPr/>
              </p:nvSpPr>
              <p:spPr>
                <a:xfrm>
                  <a:off x="5108534" y="365094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3861;p61"/>
                <p:cNvSpPr/>
                <p:nvPr/>
              </p:nvSpPr>
              <p:spPr>
                <a:xfrm>
                  <a:off x="5122707" y="366061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4" name="Google Shape;3862;p61"/>
              <p:cNvGrpSpPr/>
              <p:nvPr/>
            </p:nvGrpSpPr>
            <p:grpSpPr>
              <a:xfrm>
                <a:off x="5119380" y="3760739"/>
                <a:ext cx="31499" cy="26993"/>
                <a:chOff x="5119380" y="3760739"/>
                <a:chExt cx="31499" cy="26993"/>
              </a:xfrm>
            </p:grpSpPr>
            <p:sp>
              <p:nvSpPr>
                <p:cNvPr id="426" name="Google Shape;3863;p61"/>
                <p:cNvSpPr/>
                <p:nvPr/>
              </p:nvSpPr>
              <p:spPr>
                <a:xfrm>
                  <a:off x="5119380" y="3760739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3864;p61"/>
                <p:cNvSpPr/>
                <p:nvPr/>
              </p:nvSpPr>
              <p:spPr>
                <a:xfrm>
                  <a:off x="5132318" y="3770405"/>
                  <a:ext cx="8856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3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0" y="972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5" name="Google Shape;3865;p61"/>
              <p:cNvGrpSpPr/>
              <p:nvPr/>
            </p:nvGrpSpPr>
            <p:grpSpPr>
              <a:xfrm>
                <a:off x="5119380" y="3788235"/>
                <a:ext cx="31499" cy="26993"/>
                <a:chOff x="5119380" y="3788235"/>
                <a:chExt cx="31499" cy="26993"/>
              </a:xfrm>
            </p:grpSpPr>
            <p:sp>
              <p:nvSpPr>
                <p:cNvPr id="424" name="Google Shape;3866;p61"/>
                <p:cNvSpPr/>
                <p:nvPr/>
              </p:nvSpPr>
              <p:spPr>
                <a:xfrm>
                  <a:off x="5119380" y="378823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19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3867;p61"/>
                <p:cNvSpPr/>
                <p:nvPr/>
              </p:nvSpPr>
              <p:spPr>
                <a:xfrm>
                  <a:off x="5132318" y="379790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6" name="Google Shape;3868;p61"/>
              <p:cNvGrpSpPr/>
              <p:nvPr/>
            </p:nvGrpSpPr>
            <p:grpSpPr>
              <a:xfrm>
                <a:off x="5158005" y="3875284"/>
                <a:ext cx="31405" cy="27001"/>
                <a:chOff x="5158005" y="3875284"/>
                <a:chExt cx="31405" cy="27001"/>
              </a:xfrm>
            </p:grpSpPr>
            <p:sp>
              <p:nvSpPr>
                <p:cNvPr id="422" name="Google Shape;3869;p61"/>
                <p:cNvSpPr/>
                <p:nvPr/>
              </p:nvSpPr>
              <p:spPr>
                <a:xfrm>
                  <a:off x="5158005" y="3875284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3870;p61"/>
                <p:cNvSpPr/>
                <p:nvPr/>
              </p:nvSpPr>
              <p:spPr>
                <a:xfrm>
                  <a:off x="5170848" y="3884958"/>
                  <a:ext cx="8950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2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6" y="926"/>
                        <a:pt x="531" y="972"/>
                        <a:pt x="652" y="972"/>
                      </a:cubicBezTo>
                      <a:cubicBezTo>
                        <a:pt x="902" y="972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7" name="Google Shape;3871;p61"/>
              <p:cNvGrpSpPr/>
              <p:nvPr/>
            </p:nvGrpSpPr>
            <p:grpSpPr>
              <a:xfrm>
                <a:off x="5233163" y="3764545"/>
                <a:ext cx="31499" cy="26898"/>
                <a:chOff x="5233163" y="3764545"/>
                <a:chExt cx="31499" cy="26898"/>
              </a:xfrm>
            </p:grpSpPr>
            <p:sp>
              <p:nvSpPr>
                <p:cNvPr id="420" name="Google Shape;3872;p61"/>
                <p:cNvSpPr/>
                <p:nvPr/>
              </p:nvSpPr>
              <p:spPr>
                <a:xfrm>
                  <a:off x="523316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2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3873;p61"/>
                <p:cNvSpPr/>
                <p:nvPr/>
              </p:nvSpPr>
              <p:spPr>
                <a:xfrm>
                  <a:off x="5246108" y="3774211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8" name="Google Shape;3874;p61"/>
              <p:cNvGrpSpPr/>
              <p:nvPr/>
            </p:nvGrpSpPr>
            <p:grpSpPr>
              <a:xfrm>
                <a:off x="5276168" y="3805545"/>
                <a:ext cx="31499" cy="26906"/>
                <a:chOff x="5276168" y="3805545"/>
                <a:chExt cx="31499" cy="26906"/>
              </a:xfrm>
            </p:grpSpPr>
            <p:sp>
              <p:nvSpPr>
                <p:cNvPr id="418" name="Google Shape;3875;p61"/>
                <p:cNvSpPr/>
                <p:nvPr/>
              </p:nvSpPr>
              <p:spPr>
                <a:xfrm>
                  <a:off x="5276168" y="380554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1" y="1"/>
                      </a:moveTo>
                      <a:cubicBezTo>
                        <a:pt x="1860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3876;p61"/>
                <p:cNvSpPr/>
                <p:nvPr/>
              </p:nvSpPr>
              <p:spPr>
                <a:xfrm>
                  <a:off x="5289106" y="3815219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9" y="1"/>
                        <a:pt x="1" y="521"/>
                        <a:pt x="303" y="823"/>
                      </a:cubicBezTo>
                      <a:cubicBezTo>
                        <a:pt x="402" y="922"/>
                        <a:pt x="524" y="967"/>
                        <a:pt x="644" y="967"/>
                      </a:cubicBezTo>
                      <a:cubicBezTo>
                        <a:pt x="890" y="967"/>
                        <a:pt x="1126" y="778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9" name="Google Shape;3877;p61"/>
              <p:cNvGrpSpPr/>
              <p:nvPr/>
            </p:nvGrpSpPr>
            <p:grpSpPr>
              <a:xfrm>
                <a:off x="5294053" y="3851933"/>
                <a:ext cx="31405" cy="26945"/>
                <a:chOff x="5294053" y="3851933"/>
                <a:chExt cx="31405" cy="26945"/>
              </a:xfrm>
            </p:grpSpPr>
            <p:sp>
              <p:nvSpPr>
                <p:cNvPr id="416" name="Google Shape;3878;p61"/>
                <p:cNvSpPr/>
                <p:nvPr/>
              </p:nvSpPr>
              <p:spPr>
                <a:xfrm>
                  <a:off x="5294053" y="3851933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4" y="1"/>
                        <a:pt x="1426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3879;p61"/>
                <p:cNvSpPr/>
                <p:nvPr/>
              </p:nvSpPr>
              <p:spPr>
                <a:xfrm>
                  <a:off x="5308234" y="386155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63"/>
                        <a:pt x="218" y="968"/>
                        <a:pt x="484" y="968"/>
                      </a:cubicBezTo>
                      <a:cubicBezTo>
                        <a:pt x="750" y="968"/>
                        <a:pt x="968" y="763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3880;p61"/>
              <p:cNvGrpSpPr/>
              <p:nvPr/>
            </p:nvGrpSpPr>
            <p:grpSpPr>
              <a:xfrm>
                <a:off x="5341723" y="3851902"/>
                <a:ext cx="31405" cy="26977"/>
                <a:chOff x="5341723" y="3851902"/>
                <a:chExt cx="31405" cy="26977"/>
              </a:xfrm>
            </p:grpSpPr>
            <p:sp>
              <p:nvSpPr>
                <p:cNvPr id="414" name="Google Shape;3881;p61"/>
                <p:cNvSpPr/>
                <p:nvPr/>
              </p:nvSpPr>
              <p:spPr>
                <a:xfrm>
                  <a:off x="5341723" y="3851902"/>
                  <a:ext cx="31405" cy="26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0" extrusionOk="0">
                      <a:moveTo>
                        <a:pt x="2266" y="1"/>
                      </a:moveTo>
                      <a:cubicBezTo>
                        <a:pt x="1848" y="1"/>
                        <a:pt x="1423" y="156"/>
                        <a:pt x="1077" y="502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4"/>
                      </a:cubicBezTo>
                      <a:cubicBezTo>
                        <a:pt x="3992" y="690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3882;p61"/>
                <p:cNvSpPr/>
                <p:nvPr/>
              </p:nvSpPr>
              <p:spPr>
                <a:xfrm>
                  <a:off x="5354567" y="3861647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7" y="964"/>
                        <a:pt x="646" y="964"/>
                      </a:cubicBezTo>
                      <a:cubicBezTo>
                        <a:pt x="898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1" name="Google Shape;3883;p61"/>
              <p:cNvGrpSpPr/>
              <p:nvPr/>
            </p:nvGrpSpPr>
            <p:grpSpPr>
              <a:xfrm>
                <a:off x="5054871" y="3507855"/>
                <a:ext cx="31405" cy="26993"/>
                <a:chOff x="5054871" y="3507855"/>
                <a:chExt cx="31405" cy="26993"/>
              </a:xfrm>
            </p:grpSpPr>
            <p:sp>
              <p:nvSpPr>
                <p:cNvPr id="412" name="Google Shape;3884;p61"/>
                <p:cNvSpPr/>
                <p:nvPr/>
              </p:nvSpPr>
              <p:spPr>
                <a:xfrm>
                  <a:off x="5054871" y="3507855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31"/>
                        <a:pt x="2287" y="3431"/>
                      </a:cubicBezTo>
                      <a:cubicBezTo>
                        <a:pt x="3230" y="3431"/>
                        <a:pt x="3993" y="2657"/>
                        <a:pt x="3993" y="1714"/>
                      </a:cubicBezTo>
                      <a:cubicBezTo>
                        <a:pt x="3993" y="682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3885;p61"/>
                <p:cNvSpPr/>
                <p:nvPr/>
              </p:nvSpPr>
              <p:spPr>
                <a:xfrm>
                  <a:off x="5067715" y="351752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15" y="823"/>
                      </a:cubicBezTo>
                      <a:cubicBezTo>
                        <a:pt x="414" y="922"/>
                        <a:pt x="536" y="967"/>
                        <a:pt x="656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2" name="Google Shape;3886;p61"/>
              <p:cNvGrpSpPr/>
              <p:nvPr/>
            </p:nvGrpSpPr>
            <p:grpSpPr>
              <a:xfrm>
                <a:off x="4876579" y="3675325"/>
                <a:ext cx="31405" cy="26969"/>
                <a:chOff x="4876579" y="3675325"/>
                <a:chExt cx="31405" cy="26969"/>
              </a:xfrm>
            </p:grpSpPr>
            <p:sp>
              <p:nvSpPr>
                <p:cNvPr id="410" name="Google Shape;3887;p61"/>
                <p:cNvSpPr/>
                <p:nvPr/>
              </p:nvSpPr>
              <p:spPr>
                <a:xfrm>
                  <a:off x="4876579" y="3675325"/>
                  <a:ext cx="31405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9" extrusionOk="0">
                      <a:moveTo>
                        <a:pt x="2266" y="0"/>
                      </a:moveTo>
                      <a:cubicBezTo>
                        <a:pt x="1848" y="0"/>
                        <a:pt x="1423" y="155"/>
                        <a:pt x="1077" y="501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3"/>
                      </a:cubicBezTo>
                      <a:cubicBezTo>
                        <a:pt x="3992" y="689"/>
                        <a:pt x="3146" y="0"/>
                        <a:pt x="226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3888;p61"/>
                <p:cNvSpPr/>
                <p:nvPr/>
              </p:nvSpPr>
              <p:spPr>
                <a:xfrm>
                  <a:off x="4889517" y="3684975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2" y="0"/>
                      </a:moveTo>
                      <a:cubicBezTo>
                        <a:pt x="218" y="12"/>
                        <a:pt x="0" y="520"/>
                        <a:pt x="303" y="835"/>
                      </a:cubicBezTo>
                      <a:cubicBezTo>
                        <a:pt x="400" y="932"/>
                        <a:pt x="520" y="976"/>
                        <a:pt x="638" y="976"/>
                      </a:cubicBezTo>
                      <a:cubicBezTo>
                        <a:pt x="886" y="976"/>
                        <a:pt x="1125" y="783"/>
                        <a:pt x="1125" y="496"/>
                      </a:cubicBezTo>
                      <a:cubicBezTo>
                        <a:pt x="1125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3" name="Google Shape;3889;p61"/>
              <p:cNvGrpSpPr/>
              <p:nvPr/>
            </p:nvGrpSpPr>
            <p:grpSpPr>
              <a:xfrm>
                <a:off x="4842233" y="3688333"/>
                <a:ext cx="31405" cy="26993"/>
                <a:chOff x="4842233" y="3688333"/>
                <a:chExt cx="31405" cy="26993"/>
              </a:xfrm>
            </p:grpSpPr>
            <p:sp>
              <p:nvSpPr>
                <p:cNvPr id="408" name="Google Shape;3890;p61"/>
                <p:cNvSpPr/>
                <p:nvPr/>
              </p:nvSpPr>
              <p:spPr>
                <a:xfrm>
                  <a:off x="4842233" y="368833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20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3891;p61"/>
                <p:cNvSpPr/>
                <p:nvPr/>
              </p:nvSpPr>
              <p:spPr>
                <a:xfrm>
                  <a:off x="4855076" y="369809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64" y="1"/>
                      </a:moveTo>
                      <a:cubicBezTo>
                        <a:pt x="656" y="1"/>
                        <a:pt x="649" y="1"/>
                        <a:pt x="641" y="1"/>
                      </a:cubicBezTo>
                      <a:cubicBezTo>
                        <a:pt x="218" y="1"/>
                        <a:pt x="0" y="522"/>
                        <a:pt x="303" y="824"/>
                      </a:cubicBezTo>
                      <a:cubicBezTo>
                        <a:pt x="400" y="921"/>
                        <a:pt x="520" y="965"/>
                        <a:pt x="638" y="965"/>
                      </a:cubicBezTo>
                      <a:cubicBezTo>
                        <a:pt x="886" y="965"/>
                        <a:pt x="1125" y="772"/>
                        <a:pt x="1125" y="485"/>
                      </a:cubicBezTo>
                      <a:cubicBezTo>
                        <a:pt x="1125" y="215"/>
                        <a:pt x="931" y="1"/>
                        <a:pt x="66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4" name="Google Shape;3892;p61"/>
              <p:cNvGrpSpPr/>
              <p:nvPr/>
            </p:nvGrpSpPr>
            <p:grpSpPr>
              <a:xfrm>
                <a:off x="5187876" y="3608032"/>
                <a:ext cx="31405" cy="27001"/>
                <a:chOff x="5187876" y="3608032"/>
                <a:chExt cx="31405" cy="27001"/>
              </a:xfrm>
            </p:grpSpPr>
            <p:sp>
              <p:nvSpPr>
                <p:cNvPr id="406" name="Google Shape;3893;p61"/>
                <p:cNvSpPr/>
                <p:nvPr/>
              </p:nvSpPr>
              <p:spPr>
                <a:xfrm>
                  <a:off x="5187876" y="36080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3894;p61"/>
                <p:cNvSpPr/>
                <p:nvPr/>
              </p:nvSpPr>
              <p:spPr>
                <a:xfrm>
                  <a:off x="5202057" y="361770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5" name="Google Shape;3895;p61"/>
              <p:cNvSpPr/>
              <p:nvPr/>
            </p:nvSpPr>
            <p:spPr>
              <a:xfrm>
                <a:off x="5142589" y="3410030"/>
                <a:ext cx="42542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5409" h="4644" extrusionOk="0">
                    <a:moveTo>
                      <a:pt x="3085" y="1"/>
                    </a:moveTo>
                    <a:cubicBezTo>
                      <a:pt x="2516" y="1"/>
                      <a:pt x="1935" y="213"/>
                      <a:pt x="1465" y="688"/>
                    </a:cubicBezTo>
                    <a:cubicBezTo>
                      <a:pt x="1" y="2140"/>
                      <a:pt x="1029" y="4632"/>
                      <a:pt x="3098" y="4644"/>
                    </a:cubicBezTo>
                    <a:cubicBezTo>
                      <a:pt x="4380" y="4632"/>
                      <a:pt x="5408" y="3603"/>
                      <a:pt x="5408" y="2321"/>
                    </a:cubicBezTo>
                    <a:cubicBezTo>
                      <a:pt x="5408" y="923"/>
                      <a:pt x="4270" y="1"/>
                      <a:pt x="3085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3896;p61"/>
              <p:cNvSpPr/>
              <p:nvPr/>
            </p:nvSpPr>
            <p:spPr>
              <a:xfrm>
                <a:off x="5158382" y="3419720"/>
                <a:ext cx="17138" cy="17130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178" extrusionOk="0">
                    <a:moveTo>
                      <a:pt x="1090" y="0"/>
                    </a:moveTo>
                    <a:cubicBezTo>
                      <a:pt x="485" y="0"/>
                      <a:pt x="1" y="484"/>
                      <a:pt x="1" y="1089"/>
                    </a:cubicBezTo>
                    <a:cubicBezTo>
                      <a:pt x="1" y="1694"/>
                      <a:pt x="485" y="2178"/>
                      <a:pt x="1090" y="2178"/>
                    </a:cubicBezTo>
                    <a:cubicBezTo>
                      <a:pt x="1694" y="2178"/>
                      <a:pt x="2178" y="1694"/>
                      <a:pt x="2178" y="1089"/>
                    </a:cubicBezTo>
                    <a:cubicBezTo>
                      <a:pt x="2178" y="484"/>
                      <a:pt x="1694" y="0"/>
                      <a:pt x="1090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7" name="Google Shape;3897;p61"/>
              <p:cNvGrpSpPr/>
              <p:nvPr/>
            </p:nvGrpSpPr>
            <p:grpSpPr>
              <a:xfrm>
                <a:off x="5269224" y="3304167"/>
                <a:ext cx="40253" cy="34402"/>
                <a:chOff x="5269224" y="3304167"/>
                <a:chExt cx="40253" cy="34402"/>
              </a:xfrm>
            </p:grpSpPr>
            <p:sp>
              <p:nvSpPr>
                <p:cNvPr id="404" name="Google Shape;3898;p61"/>
                <p:cNvSpPr/>
                <p:nvPr/>
              </p:nvSpPr>
              <p:spPr>
                <a:xfrm>
                  <a:off x="5269224" y="3304167"/>
                  <a:ext cx="40253" cy="3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74" extrusionOk="0">
                      <a:moveTo>
                        <a:pt x="2915" y="0"/>
                      </a:moveTo>
                      <a:cubicBezTo>
                        <a:pt x="2376" y="0"/>
                        <a:pt x="1827" y="201"/>
                        <a:pt x="1380" y="648"/>
                      </a:cubicBezTo>
                      <a:cubicBezTo>
                        <a:pt x="1" y="2015"/>
                        <a:pt x="980" y="4374"/>
                        <a:pt x="2928" y="4374"/>
                      </a:cubicBezTo>
                      <a:cubicBezTo>
                        <a:pt x="4126" y="4374"/>
                        <a:pt x="5105" y="3394"/>
                        <a:pt x="5118" y="2184"/>
                      </a:cubicBezTo>
                      <a:cubicBezTo>
                        <a:pt x="5109" y="869"/>
                        <a:pt x="4036" y="0"/>
                        <a:pt x="291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3899;p61"/>
                <p:cNvSpPr/>
                <p:nvPr/>
              </p:nvSpPr>
              <p:spPr>
                <a:xfrm>
                  <a:off x="5284639" y="3313826"/>
                  <a:ext cx="15132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4" h="1925" extrusionOk="0">
                      <a:moveTo>
                        <a:pt x="968" y="1"/>
                      </a:moveTo>
                      <a:cubicBezTo>
                        <a:pt x="436" y="1"/>
                        <a:pt x="0" y="436"/>
                        <a:pt x="0" y="956"/>
                      </a:cubicBezTo>
                      <a:cubicBezTo>
                        <a:pt x="0" y="1489"/>
                        <a:pt x="436" y="1924"/>
                        <a:pt x="968" y="1924"/>
                      </a:cubicBezTo>
                      <a:cubicBezTo>
                        <a:pt x="1500" y="1924"/>
                        <a:pt x="1924" y="1489"/>
                        <a:pt x="1924" y="956"/>
                      </a:cubicBezTo>
                      <a:cubicBezTo>
                        <a:pt x="1924" y="436"/>
                        <a:pt x="1500" y="1"/>
                        <a:pt x="96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8" name="Google Shape;3900;p61"/>
              <p:cNvGrpSpPr/>
              <p:nvPr/>
            </p:nvGrpSpPr>
            <p:grpSpPr>
              <a:xfrm>
                <a:off x="5327354" y="3476615"/>
                <a:ext cx="49864" cy="42723"/>
                <a:chOff x="5327354" y="3476615"/>
                <a:chExt cx="49864" cy="42723"/>
              </a:xfrm>
            </p:grpSpPr>
            <p:sp>
              <p:nvSpPr>
                <p:cNvPr id="402" name="Google Shape;3901;p61"/>
                <p:cNvSpPr/>
                <p:nvPr/>
              </p:nvSpPr>
              <p:spPr>
                <a:xfrm>
                  <a:off x="5327354" y="3476615"/>
                  <a:ext cx="49864" cy="4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0" h="5432" extrusionOk="0">
                      <a:moveTo>
                        <a:pt x="3602" y="1"/>
                      </a:moveTo>
                      <a:cubicBezTo>
                        <a:pt x="2936" y="1"/>
                        <a:pt x="2257" y="248"/>
                        <a:pt x="1706" y="799"/>
                      </a:cubicBezTo>
                      <a:cubicBezTo>
                        <a:pt x="1" y="2504"/>
                        <a:pt x="1210" y="5432"/>
                        <a:pt x="3630" y="5432"/>
                      </a:cubicBezTo>
                      <a:cubicBezTo>
                        <a:pt x="5118" y="5432"/>
                        <a:pt x="6339" y="4222"/>
                        <a:pt x="6339" y="2722"/>
                      </a:cubicBezTo>
                      <a:cubicBezTo>
                        <a:pt x="6339" y="1084"/>
                        <a:pt x="4998" y="1"/>
                        <a:pt x="360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3902;p61"/>
                <p:cNvSpPr/>
                <p:nvPr/>
              </p:nvSpPr>
              <p:spPr>
                <a:xfrm>
                  <a:off x="5340197" y="3486321"/>
                  <a:ext cx="27315" cy="2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3" h="2976" extrusionOk="0">
                      <a:moveTo>
                        <a:pt x="1985" y="0"/>
                      </a:moveTo>
                      <a:cubicBezTo>
                        <a:pt x="666" y="0"/>
                        <a:pt x="1" y="1597"/>
                        <a:pt x="944" y="2540"/>
                      </a:cubicBezTo>
                      <a:cubicBezTo>
                        <a:pt x="1245" y="2841"/>
                        <a:pt x="1614" y="2975"/>
                        <a:pt x="1977" y="2975"/>
                      </a:cubicBezTo>
                      <a:cubicBezTo>
                        <a:pt x="2739" y="2975"/>
                        <a:pt x="3473" y="2381"/>
                        <a:pt x="3473" y="1488"/>
                      </a:cubicBezTo>
                      <a:cubicBezTo>
                        <a:pt x="3473" y="665"/>
                        <a:pt x="2807" y="0"/>
                        <a:pt x="19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9" name="Google Shape;3903;p61"/>
              <p:cNvSpPr/>
              <p:nvPr/>
            </p:nvSpPr>
            <p:spPr>
              <a:xfrm>
                <a:off x="5290255" y="3703080"/>
                <a:ext cx="31397" cy="26898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3420" extrusionOk="0">
                    <a:moveTo>
                      <a:pt x="2272" y="1"/>
                    </a:moveTo>
                    <a:cubicBezTo>
                      <a:pt x="1853" y="1"/>
                      <a:pt x="1425" y="156"/>
                      <a:pt x="1077" y="505"/>
                    </a:cubicBezTo>
                    <a:cubicBezTo>
                      <a:pt x="0" y="1581"/>
                      <a:pt x="762" y="3420"/>
                      <a:pt x="2286" y="3420"/>
                    </a:cubicBezTo>
                    <a:cubicBezTo>
                      <a:pt x="3230" y="3420"/>
                      <a:pt x="3992" y="2658"/>
                      <a:pt x="3992" y="1714"/>
                    </a:cubicBezTo>
                    <a:cubicBezTo>
                      <a:pt x="3992" y="683"/>
                      <a:pt x="3150" y="1"/>
                      <a:pt x="2272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3904;p61"/>
              <p:cNvSpPr/>
              <p:nvPr/>
            </p:nvSpPr>
            <p:spPr>
              <a:xfrm>
                <a:off x="5304427" y="3712754"/>
                <a:ext cx="7621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9" h="969" extrusionOk="0">
                    <a:moveTo>
                      <a:pt x="484" y="0"/>
                    </a:moveTo>
                    <a:cubicBezTo>
                      <a:pt x="218" y="0"/>
                      <a:pt x="0" y="218"/>
                      <a:pt x="0" y="484"/>
                    </a:cubicBezTo>
                    <a:cubicBezTo>
                      <a:pt x="0" y="750"/>
                      <a:pt x="218" y="968"/>
                      <a:pt x="484" y="968"/>
                    </a:cubicBezTo>
                    <a:cubicBezTo>
                      <a:pt x="750" y="968"/>
                      <a:pt x="968" y="750"/>
                      <a:pt x="968" y="484"/>
                    </a:cubicBezTo>
                    <a:cubicBezTo>
                      <a:pt x="968" y="218"/>
                      <a:pt x="750" y="0"/>
                      <a:pt x="48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1" name="Google Shape;3905;p61"/>
              <p:cNvGrpSpPr/>
              <p:nvPr/>
            </p:nvGrpSpPr>
            <p:grpSpPr>
              <a:xfrm>
                <a:off x="5341723" y="3775957"/>
                <a:ext cx="31405" cy="26898"/>
                <a:chOff x="5341723" y="3775957"/>
                <a:chExt cx="31405" cy="26898"/>
              </a:xfrm>
            </p:grpSpPr>
            <p:sp>
              <p:nvSpPr>
                <p:cNvPr id="400" name="Google Shape;3906;p61"/>
                <p:cNvSpPr/>
                <p:nvPr/>
              </p:nvSpPr>
              <p:spPr>
                <a:xfrm>
                  <a:off x="5341723" y="377595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3907;p61"/>
                <p:cNvSpPr/>
                <p:nvPr/>
              </p:nvSpPr>
              <p:spPr>
                <a:xfrm>
                  <a:off x="5354567" y="378563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2" y="922"/>
                        <a:pt x="525" y="966"/>
                        <a:pt x="646" y="966"/>
                      </a:cubicBezTo>
                      <a:cubicBezTo>
                        <a:pt x="896" y="966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2" name="Google Shape;3908;p61"/>
              <p:cNvGrpSpPr/>
              <p:nvPr/>
            </p:nvGrpSpPr>
            <p:grpSpPr>
              <a:xfrm>
                <a:off x="5439053" y="3699274"/>
                <a:ext cx="31405" cy="26898"/>
                <a:chOff x="5439053" y="3699274"/>
                <a:chExt cx="31405" cy="26898"/>
              </a:xfrm>
            </p:grpSpPr>
            <p:sp>
              <p:nvSpPr>
                <p:cNvPr id="398" name="Google Shape;3909;p61"/>
                <p:cNvSpPr/>
                <p:nvPr/>
              </p:nvSpPr>
              <p:spPr>
                <a:xfrm>
                  <a:off x="5439053" y="36992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10;p61"/>
                <p:cNvSpPr/>
                <p:nvPr/>
              </p:nvSpPr>
              <p:spPr>
                <a:xfrm>
                  <a:off x="5453225" y="3708948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3" name="Google Shape;3911;p61"/>
              <p:cNvGrpSpPr/>
              <p:nvPr/>
            </p:nvGrpSpPr>
            <p:grpSpPr>
              <a:xfrm>
                <a:off x="5412414" y="3622307"/>
                <a:ext cx="31499" cy="26993"/>
                <a:chOff x="5412414" y="3622307"/>
                <a:chExt cx="31499" cy="26993"/>
              </a:xfrm>
            </p:grpSpPr>
            <p:sp>
              <p:nvSpPr>
                <p:cNvPr id="396" name="Google Shape;3912;p61"/>
                <p:cNvSpPr/>
                <p:nvPr/>
              </p:nvSpPr>
              <p:spPr>
                <a:xfrm>
                  <a:off x="5412414" y="3622307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13;p61"/>
                <p:cNvSpPr/>
                <p:nvPr/>
              </p:nvSpPr>
              <p:spPr>
                <a:xfrm>
                  <a:off x="5426681" y="3632075"/>
                  <a:ext cx="7527" cy="7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6" extrusionOk="0">
                      <a:moveTo>
                        <a:pt x="485" y="0"/>
                      </a:moveTo>
                      <a:cubicBezTo>
                        <a:pt x="206" y="0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85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4" name="Google Shape;3914;p61"/>
              <p:cNvGrpSpPr/>
              <p:nvPr/>
            </p:nvGrpSpPr>
            <p:grpSpPr>
              <a:xfrm>
                <a:off x="5476254" y="3473949"/>
                <a:ext cx="26835" cy="26930"/>
                <a:chOff x="5476254" y="3473949"/>
                <a:chExt cx="26835" cy="26930"/>
              </a:xfrm>
            </p:grpSpPr>
            <p:sp>
              <p:nvSpPr>
                <p:cNvPr id="394" name="Google Shape;3915;p61"/>
                <p:cNvSpPr/>
                <p:nvPr/>
              </p:nvSpPr>
              <p:spPr>
                <a:xfrm>
                  <a:off x="5476254" y="3473949"/>
                  <a:ext cx="2683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24" extrusionOk="0">
                      <a:moveTo>
                        <a:pt x="1706" y="1"/>
                      </a:moveTo>
                      <a:cubicBezTo>
                        <a:pt x="762" y="1"/>
                        <a:pt x="0" y="775"/>
                        <a:pt x="0" y="1718"/>
                      </a:cubicBezTo>
                      <a:cubicBezTo>
                        <a:pt x="0" y="2662"/>
                        <a:pt x="762" y="3424"/>
                        <a:pt x="1706" y="3424"/>
                      </a:cubicBezTo>
                      <a:cubicBezTo>
                        <a:pt x="2649" y="3424"/>
                        <a:pt x="3411" y="2662"/>
                        <a:pt x="3411" y="1718"/>
                      </a:cubicBezTo>
                      <a:cubicBezTo>
                        <a:pt x="3411" y="775"/>
                        <a:pt x="2649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16;p61"/>
                <p:cNvSpPr/>
                <p:nvPr/>
              </p:nvSpPr>
              <p:spPr>
                <a:xfrm>
                  <a:off x="5485857" y="3483655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5" name="Google Shape;3917;p61"/>
              <p:cNvGrpSpPr/>
              <p:nvPr/>
            </p:nvGrpSpPr>
            <p:grpSpPr>
              <a:xfrm>
                <a:off x="5564547" y="3481594"/>
                <a:ext cx="31397" cy="26898"/>
                <a:chOff x="5564547" y="3481594"/>
                <a:chExt cx="31397" cy="26898"/>
              </a:xfrm>
            </p:grpSpPr>
            <p:sp>
              <p:nvSpPr>
                <p:cNvPr id="392" name="Google Shape;3918;p61"/>
                <p:cNvSpPr/>
                <p:nvPr/>
              </p:nvSpPr>
              <p:spPr>
                <a:xfrm>
                  <a:off x="5564547" y="3481594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19;p61"/>
                <p:cNvSpPr/>
                <p:nvPr/>
              </p:nvSpPr>
              <p:spPr>
                <a:xfrm>
                  <a:off x="5578719" y="349126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" name="Google Shape;3920;p61"/>
              <p:cNvGrpSpPr/>
              <p:nvPr/>
            </p:nvGrpSpPr>
            <p:grpSpPr>
              <a:xfrm>
                <a:off x="5534101" y="3470174"/>
                <a:ext cx="31397" cy="26906"/>
                <a:chOff x="5534101" y="3470174"/>
                <a:chExt cx="31397" cy="26906"/>
              </a:xfrm>
            </p:grpSpPr>
            <p:sp>
              <p:nvSpPr>
                <p:cNvPr id="390" name="Google Shape;3921;p61"/>
                <p:cNvSpPr/>
                <p:nvPr/>
              </p:nvSpPr>
              <p:spPr>
                <a:xfrm>
                  <a:off x="5534101" y="3470174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22;p61"/>
                <p:cNvSpPr/>
                <p:nvPr/>
              </p:nvSpPr>
              <p:spPr>
                <a:xfrm>
                  <a:off x="5546945" y="3479848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6" y="964"/>
                        <a:pt x="646" y="964"/>
                      </a:cubicBezTo>
                      <a:cubicBezTo>
                        <a:pt x="898" y="964"/>
                        <a:pt x="1137" y="771"/>
                        <a:pt x="1137" y="484"/>
                      </a:cubicBezTo>
                      <a:cubicBezTo>
                        <a:pt x="1137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7" name="Google Shape;3923;p61"/>
              <p:cNvGrpSpPr/>
              <p:nvPr/>
            </p:nvGrpSpPr>
            <p:grpSpPr>
              <a:xfrm>
                <a:off x="5610879" y="3314486"/>
                <a:ext cx="31499" cy="26938"/>
                <a:chOff x="5610879" y="3314486"/>
                <a:chExt cx="31499" cy="26938"/>
              </a:xfrm>
            </p:grpSpPr>
            <p:sp>
              <p:nvSpPr>
                <p:cNvPr id="388" name="Google Shape;3924;p61"/>
                <p:cNvSpPr/>
                <p:nvPr/>
              </p:nvSpPr>
              <p:spPr>
                <a:xfrm>
                  <a:off x="5610879" y="3314486"/>
                  <a:ext cx="31499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5" extrusionOk="0">
                      <a:moveTo>
                        <a:pt x="2285" y="0"/>
                      </a:moveTo>
                      <a:cubicBezTo>
                        <a:pt x="1865" y="0"/>
                        <a:pt x="1437" y="157"/>
                        <a:pt x="1089" y="509"/>
                      </a:cubicBezTo>
                      <a:cubicBezTo>
                        <a:pt x="0" y="1586"/>
                        <a:pt x="774" y="3425"/>
                        <a:pt x="2299" y="3425"/>
                      </a:cubicBezTo>
                      <a:cubicBezTo>
                        <a:pt x="3242" y="3425"/>
                        <a:pt x="4004" y="2663"/>
                        <a:pt x="4004" y="1719"/>
                      </a:cubicBezTo>
                      <a:cubicBezTo>
                        <a:pt x="4004" y="688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925;p61"/>
                <p:cNvSpPr/>
                <p:nvPr/>
              </p:nvSpPr>
              <p:spPr>
                <a:xfrm>
                  <a:off x="5623817" y="3324192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75" y="1"/>
                      </a:moveTo>
                      <a:cubicBezTo>
                        <a:pt x="668" y="1"/>
                        <a:pt x="661" y="1"/>
                        <a:pt x="654" y="1"/>
                      </a:cubicBezTo>
                      <a:cubicBezTo>
                        <a:pt x="218" y="1"/>
                        <a:pt x="0" y="509"/>
                        <a:pt x="303" y="824"/>
                      </a:cubicBezTo>
                      <a:cubicBezTo>
                        <a:pt x="404" y="921"/>
                        <a:pt x="525" y="965"/>
                        <a:pt x="644" y="965"/>
                      </a:cubicBezTo>
                      <a:cubicBezTo>
                        <a:pt x="893" y="965"/>
                        <a:pt x="1129" y="772"/>
                        <a:pt x="1137" y="485"/>
                      </a:cubicBezTo>
                      <a:cubicBezTo>
                        <a:pt x="1137" y="214"/>
                        <a:pt x="931" y="1"/>
                        <a:pt x="67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8" name="Google Shape;3926;p61"/>
              <p:cNvGrpSpPr/>
              <p:nvPr/>
            </p:nvGrpSpPr>
            <p:grpSpPr>
              <a:xfrm>
                <a:off x="4834525" y="3501382"/>
                <a:ext cx="31499" cy="26898"/>
                <a:chOff x="4834525" y="3501382"/>
                <a:chExt cx="31499" cy="26898"/>
              </a:xfrm>
            </p:grpSpPr>
            <p:sp>
              <p:nvSpPr>
                <p:cNvPr id="386" name="Google Shape;3927;p61"/>
                <p:cNvSpPr/>
                <p:nvPr/>
              </p:nvSpPr>
              <p:spPr>
                <a:xfrm>
                  <a:off x="4834525" y="350138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928;p61"/>
                <p:cNvSpPr/>
                <p:nvPr/>
              </p:nvSpPr>
              <p:spPr>
                <a:xfrm>
                  <a:off x="4847463" y="3511056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9" name="Google Shape;3929;p61"/>
              <p:cNvGrpSpPr/>
              <p:nvPr/>
            </p:nvGrpSpPr>
            <p:grpSpPr>
              <a:xfrm>
                <a:off x="4898460" y="3580158"/>
                <a:ext cx="31405" cy="26898"/>
                <a:chOff x="4898460" y="3580158"/>
                <a:chExt cx="31405" cy="26898"/>
              </a:xfrm>
            </p:grpSpPr>
            <p:sp>
              <p:nvSpPr>
                <p:cNvPr id="384" name="Google Shape;3930;p61"/>
                <p:cNvSpPr/>
                <p:nvPr/>
              </p:nvSpPr>
              <p:spPr>
                <a:xfrm>
                  <a:off x="4898460" y="3580158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931;p61"/>
                <p:cNvSpPr/>
                <p:nvPr/>
              </p:nvSpPr>
              <p:spPr>
                <a:xfrm>
                  <a:off x="4911303" y="358983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0" name="Google Shape;3932;p61"/>
              <p:cNvGrpSpPr/>
              <p:nvPr/>
            </p:nvGrpSpPr>
            <p:grpSpPr>
              <a:xfrm>
                <a:off x="4882667" y="3608032"/>
                <a:ext cx="31499" cy="27001"/>
                <a:chOff x="4882667" y="3608032"/>
                <a:chExt cx="31499" cy="27001"/>
              </a:xfrm>
            </p:grpSpPr>
            <p:sp>
              <p:nvSpPr>
                <p:cNvPr id="382" name="Google Shape;3933;p61"/>
                <p:cNvSpPr/>
                <p:nvPr/>
              </p:nvSpPr>
              <p:spPr>
                <a:xfrm>
                  <a:off x="4882667" y="3608032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6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20"/>
                        <a:pt x="4004" y="2658"/>
                        <a:pt x="4004" y="1715"/>
                      </a:cubicBezTo>
                      <a:cubicBezTo>
                        <a:pt x="4004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3934;p61"/>
                <p:cNvSpPr/>
                <p:nvPr/>
              </p:nvSpPr>
              <p:spPr>
                <a:xfrm>
                  <a:off x="4895605" y="3617706"/>
                  <a:ext cx="8950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3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1" y="972"/>
                        <a:pt x="1130" y="778"/>
                        <a:pt x="1138" y="485"/>
                      </a:cubicBezTo>
                      <a:cubicBezTo>
                        <a:pt x="1138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" name="Google Shape;3935;p61"/>
              <p:cNvGrpSpPr/>
              <p:nvPr/>
            </p:nvGrpSpPr>
            <p:grpSpPr>
              <a:xfrm>
                <a:off x="4843373" y="3631407"/>
                <a:ext cx="16273" cy="16186"/>
                <a:chOff x="4843373" y="3631407"/>
                <a:chExt cx="16273" cy="16186"/>
              </a:xfrm>
            </p:grpSpPr>
            <p:sp>
              <p:nvSpPr>
                <p:cNvPr id="380" name="Google Shape;3936;p61"/>
                <p:cNvSpPr/>
                <p:nvPr/>
              </p:nvSpPr>
              <p:spPr>
                <a:xfrm>
                  <a:off x="4843373" y="3631407"/>
                  <a:ext cx="16273" cy="1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9" h="2058" extrusionOk="0">
                      <a:moveTo>
                        <a:pt x="1029" y="1"/>
                      </a:moveTo>
                      <a:cubicBezTo>
                        <a:pt x="460" y="1"/>
                        <a:pt x="0" y="460"/>
                        <a:pt x="0" y="1029"/>
                      </a:cubicBezTo>
                      <a:cubicBezTo>
                        <a:pt x="0" y="1597"/>
                        <a:pt x="460" y="2057"/>
                        <a:pt x="1029" y="2057"/>
                      </a:cubicBezTo>
                      <a:cubicBezTo>
                        <a:pt x="1609" y="2057"/>
                        <a:pt x="2069" y="1597"/>
                        <a:pt x="2069" y="1029"/>
                      </a:cubicBezTo>
                      <a:cubicBezTo>
                        <a:pt x="2069" y="460"/>
                        <a:pt x="1609" y="1"/>
                        <a:pt x="10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3937;p61"/>
                <p:cNvSpPr/>
                <p:nvPr/>
              </p:nvSpPr>
              <p:spPr>
                <a:xfrm>
                  <a:off x="4849178" y="3637211"/>
                  <a:ext cx="4672" cy="4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582" extrusionOk="0">
                      <a:moveTo>
                        <a:pt x="291" y="1"/>
                      </a:moveTo>
                      <a:cubicBezTo>
                        <a:pt x="133" y="1"/>
                        <a:pt x="0" y="134"/>
                        <a:pt x="0" y="291"/>
                      </a:cubicBezTo>
                      <a:cubicBezTo>
                        <a:pt x="0" y="460"/>
                        <a:pt x="133" y="581"/>
                        <a:pt x="291" y="581"/>
                      </a:cubicBezTo>
                      <a:cubicBezTo>
                        <a:pt x="460" y="581"/>
                        <a:pt x="593" y="460"/>
                        <a:pt x="593" y="291"/>
                      </a:cubicBezTo>
                      <a:cubicBezTo>
                        <a:pt x="593" y="134"/>
                        <a:pt x="460" y="1"/>
                        <a:pt x="29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2" name="Google Shape;3938;p61"/>
              <p:cNvGrpSpPr/>
              <p:nvPr/>
            </p:nvGrpSpPr>
            <p:grpSpPr>
              <a:xfrm>
                <a:off x="4727773" y="3591578"/>
                <a:ext cx="31499" cy="26898"/>
                <a:chOff x="4727773" y="3591578"/>
                <a:chExt cx="31499" cy="26898"/>
              </a:xfrm>
            </p:grpSpPr>
            <p:sp>
              <p:nvSpPr>
                <p:cNvPr id="378" name="Google Shape;3939;p61"/>
                <p:cNvSpPr/>
                <p:nvPr/>
              </p:nvSpPr>
              <p:spPr>
                <a:xfrm>
                  <a:off x="4727773" y="3591578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940;p61"/>
                <p:cNvSpPr/>
                <p:nvPr/>
              </p:nvSpPr>
              <p:spPr>
                <a:xfrm>
                  <a:off x="4740719" y="360124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2" y="824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3" name="Google Shape;3941;p61"/>
              <p:cNvSpPr/>
              <p:nvPr/>
            </p:nvSpPr>
            <p:spPr>
              <a:xfrm>
                <a:off x="4652041" y="3622590"/>
                <a:ext cx="31405" cy="26906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421" extrusionOk="0">
                    <a:moveTo>
                      <a:pt x="2273" y="1"/>
                    </a:moveTo>
                    <a:cubicBezTo>
                      <a:pt x="1853" y="1"/>
                      <a:pt x="1426" y="157"/>
                      <a:pt x="1077" y="505"/>
                    </a:cubicBezTo>
                    <a:cubicBezTo>
                      <a:pt x="1" y="1581"/>
                      <a:pt x="763" y="3420"/>
                      <a:pt x="2287" y="3420"/>
                    </a:cubicBezTo>
                    <a:cubicBezTo>
                      <a:pt x="3231" y="3420"/>
                      <a:pt x="3993" y="2658"/>
                      <a:pt x="3993" y="1714"/>
                    </a:cubicBezTo>
                    <a:cubicBezTo>
                      <a:pt x="3993" y="683"/>
                      <a:pt x="3151" y="1"/>
                      <a:pt x="227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3942;p61"/>
              <p:cNvSpPr/>
              <p:nvPr/>
            </p:nvSpPr>
            <p:spPr>
              <a:xfrm>
                <a:off x="4666222" y="3632264"/>
                <a:ext cx="7613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8" h="969" extrusionOk="0">
                    <a:moveTo>
                      <a:pt x="484" y="1"/>
                    </a:moveTo>
                    <a:cubicBezTo>
                      <a:pt x="218" y="1"/>
                      <a:pt x="0" y="218"/>
                      <a:pt x="0" y="484"/>
                    </a:cubicBezTo>
                    <a:cubicBezTo>
                      <a:pt x="0" y="751"/>
                      <a:pt x="218" y="968"/>
                      <a:pt x="484" y="968"/>
                    </a:cubicBezTo>
                    <a:cubicBezTo>
                      <a:pt x="750" y="968"/>
                      <a:pt x="968" y="751"/>
                      <a:pt x="968" y="484"/>
                    </a:cubicBezTo>
                    <a:cubicBezTo>
                      <a:pt x="968" y="218"/>
                      <a:pt x="750" y="1"/>
                      <a:pt x="48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3943;p61"/>
              <p:cNvGrpSpPr/>
              <p:nvPr/>
            </p:nvGrpSpPr>
            <p:grpSpPr>
              <a:xfrm>
                <a:off x="4609421" y="3577398"/>
                <a:ext cx="31499" cy="27001"/>
                <a:chOff x="4609421" y="3577398"/>
                <a:chExt cx="31499" cy="27001"/>
              </a:xfrm>
            </p:grpSpPr>
            <p:sp>
              <p:nvSpPr>
                <p:cNvPr id="376" name="Google Shape;3944;p61"/>
                <p:cNvSpPr/>
                <p:nvPr/>
              </p:nvSpPr>
              <p:spPr>
                <a:xfrm>
                  <a:off x="4609421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4005" y="1714"/>
                      </a:cubicBezTo>
                      <a:cubicBezTo>
                        <a:pt x="3996" y="683"/>
                        <a:pt x="3152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945;p61"/>
                <p:cNvSpPr/>
                <p:nvPr/>
              </p:nvSpPr>
              <p:spPr>
                <a:xfrm>
                  <a:off x="4623594" y="358707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6" name="Google Shape;3946;p61"/>
              <p:cNvGrpSpPr/>
              <p:nvPr/>
            </p:nvGrpSpPr>
            <p:grpSpPr>
              <a:xfrm>
                <a:off x="4649289" y="3577398"/>
                <a:ext cx="31499" cy="27001"/>
                <a:chOff x="4649289" y="3577398"/>
                <a:chExt cx="31499" cy="27001"/>
              </a:xfrm>
            </p:grpSpPr>
            <p:sp>
              <p:nvSpPr>
                <p:cNvPr id="374" name="Google Shape;3947;p61"/>
                <p:cNvSpPr/>
                <p:nvPr/>
              </p:nvSpPr>
              <p:spPr>
                <a:xfrm>
                  <a:off x="4649289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948;p61"/>
                <p:cNvSpPr/>
                <p:nvPr/>
              </p:nvSpPr>
              <p:spPr>
                <a:xfrm>
                  <a:off x="4662227" y="3587072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35"/>
                      </a:cubicBezTo>
                      <a:cubicBezTo>
                        <a:pt x="400" y="932"/>
                        <a:pt x="519" y="976"/>
                        <a:pt x="636" y="976"/>
                      </a:cubicBezTo>
                      <a:cubicBezTo>
                        <a:pt x="885" y="976"/>
                        <a:pt x="1125" y="780"/>
                        <a:pt x="1125" y="484"/>
                      </a:cubicBezTo>
                      <a:cubicBezTo>
                        <a:pt x="1125" y="218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7" name="Google Shape;3949;p61"/>
              <p:cNvGrpSpPr/>
              <p:nvPr/>
            </p:nvGrpSpPr>
            <p:grpSpPr>
              <a:xfrm>
                <a:off x="4605614" y="3639523"/>
                <a:ext cx="31499" cy="26906"/>
                <a:chOff x="4605614" y="3639523"/>
                <a:chExt cx="31499" cy="26906"/>
              </a:xfrm>
            </p:grpSpPr>
            <p:sp>
              <p:nvSpPr>
                <p:cNvPr id="372" name="Google Shape;3950;p61"/>
                <p:cNvSpPr/>
                <p:nvPr/>
              </p:nvSpPr>
              <p:spPr>
                <a:xfrm>
                  <a:off x="4605614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6" y="1"/>
                      </a:moveTo>
                      <a:cubicBezTo>
                        <a:pt x="1855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4005" y="1715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951;p61"/>
                <p:cNvSpPr/>
                <p:nvPr/>
              </p:nvSpPr>
              <p:spPr>
                <a:xfrm>
                  <a:off x="4619795" y="3649197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8" name="Google Shape;3952;p61"/>
              <p:cNvGrpSpPr/>
              <p:nvPr/>
            </p:nvGrpSpPr>
            <p:grpSpPr>
              <a:xfrm>
                <a:off x="4785149" y="3618846"/>
                <a:ext cx="26930" cy="26843"/>
                <a:chOff x="4785149" y="3618846"/>
                <a:chExt cx="26930" cy="26843"/>
              </a:xfrm>
            </p:grpSpPr>
            <p:sp>
              <p:nvSpPr>
                <p:cNvPr id="370" name="Google Shape;3953;p61"/>
                <p:cNvSpPr/>
                <p:nvPr/>
              </p:nvSpPr>
              <p:spPr>
                <a:xfrm>
                  <a:off x="4785149" y="3618846"/>
                  <a:ext cx="26930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13" extrusionOk="0">
                      <a:moveTo>
                        <a:pt x="1718" y="1"/>
                      </a:moveTo>
                      <a:cubicBezTo>
                        <a:pt x="774" y="1"/>
                        <a:pt x="0" y="763"/>
                        <a:pt x="0" y="1707"/>
                      </a:cubicBezTo>
                      <a:cubicBezTo>
                        <a:pt x="0" y="2650"/>
                        <a:pt x="774" y="3412"/>
                        <a:pt x="1718" y="3412"/>
                      </a:cubicBezTo>
                      <a:cubicBezTo>
                        <a:pt x="2662" y="3412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954;p61"/>
                <p:cNvSpPr/>
                <p:nvPr/>
              </p:nvSpPr>
              <p:spPr>
                <a:xfrm>
                  <a:off x="4793611" y="3628457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2" y="1"/>
                      </a:moveTo>
                      <a:cubicBezTo>
                        <a:pt x="206" y="1"/>
                        <a:pt x="1" y="521"/>
                        <a:pt x="303" y="823"/>
                      </a:cubicBezTo>
                      <a:cubicBezTo>
                        <a:pt x="401" y="921"/>
                        <a:pt x="521" y="964"/>
                        <a:pt x="639" y="964"/>
                      </a:cubicBezTo>
                      <a:cubicBezTo>
                        <a:pt x="887" y="964"/>
                        <a:pt x="1126" y="772"/>
                        <a:pt x="1126" y="485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" name="Google Shape;3955;p61"/>
              <p:cNvGrpSpPr/>
              <p:nvPr/>
            </p:nvGrpSpPr>
            <p:grpSpPr>
              <a:xfrm>
                <a:off x="4810167" y="3601567"/>
                <a:ext cx="31405" cy="26898"/>
                <a:chOff x="4810167" y="3601567"/>
                <a:chExt cx="31405" cy="26898"/>
              </a:xfrm>
            </p:grpSpPr>
            <p:sp>
              <p:nvSpPr>
                <p:cNvPr id="368" name="Google Shape;3956;p61"/>
                <p:cNvSpPr/>
                <p:nvPr/>
              </p:nvSpPr>
              <p:spPr>
                <a:xfrm>
                  <a:off x="4810167" y="360156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" name="Google Shape;3957;p61"/>
                <p:cNvSpPr/>
                <p:nvPr/>
              </p:nvSpPr>
              <p:spPr>
                <a:xfrm>
                  <a:off x="4824348" y="3611241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0" name="Google Shape;3958;p61"/>
              <p:cNvGrpSpPr/>
              <p:nvPr/>
            </p:nvGrpSpPr>
            <p:grpSpPr>
              <a:xfrm>
                <a:off x="4831002" y="3373230"/>
                <a:ext cx="31405" cy="26898"/>
                <a:chOff x="4831002" y="3373230"/>
                <a:chExt cx="31405" cy="26898"/>
              </a:xfrm>
            </p:grpSpPr>
            <p:sp>
              <p:nvSpPr>
                <p:cNvPr id="366" name="Google Shape;3959;p61"/>
                <p:cNvSpPr/>
                <p:nvPr/>
              </p:nvSpPr>
              <p:spPr>
                <a:xfrm>
                  <a:off x="4831002" y="3373230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960;p61"/>
                <p:cNvSpPr/>
                <p:nvPr/>
              </p:nvSpPr>
              <p:spPr>
                <a:xfrm>
                  <a:off x="4845182" y="3382896"/>
                  <a:ext cx="7519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969" extrusionOk="0">
                      <a:moveTo>
                        <a:pt x="472" y="1"/>
                      </a:moveTo>
                      <a:cubicBezTo>
                        <a:pt x="206" y="1"/>
                        <a:pt x="0" y="219"/>
                        <a:pt x="0" y="485"/>
                      </a:cubicBezTo>
                      <a:cubicBezTo>
                        <a:pt x="0" y="751"/>
                        <a:pt x="206" y="969"/>
                        <a:pt x="472" y="969"/>
                      </a:cubicBezTo>
                      <a:cubicBezTo>
                        <a:pt x="750" y="969"/>
                        <a:pt x="956" y="751"/>
                        <a:pt x="956" y="485"/>
                      </a:cubicBezTo>
                      <a:cubicBezTo>
                        <a:pt x="956" y="219"/>
                        <a:pt x="750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1" name="Google Shape;3961;p61"/>
              <p:cNvGrpSpPr/>
              <p:nvPr/>
            </p:nvGrpSpPr>
            <p:grpSpPr>
              <a:xfrm>
                <a:off x="4719311" y="3355054"/>
                <a:ext cx="31499" cy="27001"/>
                <a:chOff x="4719311" y="3355054"/>
                <a:chExt cx="31499" cy="27001"/>
              </a:xfrm>
            </p:grpSpPr>
            <p:sp>
              <p:nvSpPr>
                <p:cNvPr id="364" name="Google Shape;3962;p61"/>
                <p:cNvSpPr/>
                <p:nvPr/>
              </p:nvSpPr>
              <p:spPr>
                <a:xfrm>
                  <a:off x="4719311" y="335505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7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963;p61"/>
                <p:cNvSpPr/>
                <p:nvPr/>
              </p:nvSpPr>
              <p:spPr>
                <a:xfrm>
                  <a:off x="4733578" y="3364822"/>
                  <a:ext cx="7527" cy="7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7" extrusionOk="0">
                      <a:moveTo>
                        <a:pt x="473" y="1"/>
                      </a:moveTo>
                      <a:cubicBezTo>
                        <a:pt x="206" y="1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73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1"/>
                        <a:pt x="47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2" name="Google Shape;3964;p61"/>
              <p:cNvGrpSpPr/>
              <p:nvPr/>
            </p:nvGrpSpPr>
            <p:grpSpPr>
              <a:xfrm>
                <a:off x="4798755" y="3450260"/>
                <a:ext cx="26930" cy="26930"/>
                <a:chOff x="4798755" y="3450260"/>
                <a:chExt cx="26930" cy="26930"/>
              </a:xfrm>
            </p:grpSpPr>
            <p:sp>
              <p:nvSpPr>
                <p:cNvPr id="362" name="Google Shape;3965;p61"/>
                <p:cNvSpPr/>
                <p:nvPr/>
              </p:nvSpPr>
              <p:spPr>
                <a:xfrm>
                  <a:off x="4798755" y="3450260"/>
                  <a:ext cx="26930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24" extrusionOk="0">
                      <a:moveTo>
                        <a:pt x="1718" y="0"/>
                      </a:moveTo>
                      <a:cubicBezTo>
                        <a:pt x="774" y="0"/>
                        <a:pt x="0" y="763"/>
                        <a:pt x="0" y="1706"/>
                      </a:cubicBezTo>
                      <a:cubicBezTo>
                        <a:pt x="0" y="2650"/>
                        <a:pt x="774" y="3424"/>
                        <a:pt x="1718" y="3424"/>
                      </a:cubicBezTo>
                      <a:cubicBezTo>
                        <a:pt x="2661" y="3424"/>
                        <a:pt x="3423" y="2650"/>
                        <a:pt x="3423" y="1706"/>
                      </a:cubicBezTo>
                      <a:cubicBezTo>
                        <a:pt x="3423" y="763"/>
                        <a:pt x="2661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966;p61"/>
                <p:cNvSpPr/>
                <p:nvPr/>
              </p:nvSpPr>
              <p:spPr>
                <a:xfrm>
                  <a:off x="4807218" y="345987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3" name="Google Shape;3967;p61"/>
              <p:cNvGrpSpPr/>
              <p:nvPr/>
            </p:nvGrpSpPr>
            <p:grpSpPr>
              <a:xfrm>
                <a:off x="4645576" y="3467555"/>
                <a:ext cx="31405" cy="26953"/>
                <a:chOff x="4645576" y="3467555"/>
                <a:chExt cx="31405" cy="26953"/>
              </a:xfrm>
            </p:grpSpPr>
            <p:sp>
              <p:nvSpPr>
                <p:cNvPr id="360" name="Google Shape;3968;p61"/>
                <p:cNvSpPr/>
                <p:nvPr/>
              </p:nvSpPr>
              <p:spPr>
                <a:xfrm>
                  <a:off x="4645576" y="3467555"/>
                  <a:ext cx="31405" cy="2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7" extrusionOk="0">
                      <a:moveTo>
                        <a:pt x="2272" y="0"/>
                      </a:moveTo>
                      <a:cubicBezTo>
                        <a:pt x="1853" y="0"/>
                        <a:pt x="1425" y="155"/>
                        <a:pt x="1077" y="499"/>
                      </a:cubicBezTo>
                      <a:cubicBezTo>
                        <a:pt x="0" y="1576"/>
                        <a:pt x="750" y="3414"/>
                        <a:pt x="2274" y="3426"/>
                      </a:cubicBezTo>
                      <a:cubicBezTo>
                        <a:pt x="3218" y="3426"/>
                        <a:pt x="3992" y="2652"/>
                        <a:pt x="3992" y="1709"/>
                      </a:cubicBezTo>
                      <a:cubicBezTo>
                        <a:pt x="3992" y="677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3969;p61"/>
                <p:cNvSpPr/>
                <p:nvPr/>
              </p:nvSpPr>
              <p:spPr>
                <a:xfrm>
                  <a:off x="4659749" y="3477182"/>
                  <a:ext cx="7527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69" extrusionOk="0">
                      <a:moveTo>
                        <a:pt x="472" y="1"/>
                      </a:moveTo>
                      <a:cubicBezTo>
                        <a:pt x="206" y="1"/>
                        <a:pt x="1" y="219"/>
                        <a:pt x="1" y="485"/>
                      </a:cubicBezTo>
                      <a:cubicBezTo>
                        <a:pt x="1" y="751"/>
                        <a:pt x="206" y="969"/>
                        <a:pt x="472" y="969"/>
                      </a:cubicBezTo>
                      <a:cubicBezTo>
                        <a:pt x="751" y="969"/>
                        <a:pt x="956" y="751"/>
                        <a:pt x="956" y="485"/>
                      </a:cubicBezTo>
                      <a:cubicBezTo>
                        <a:pt x="956" y="219"/>
                        <a:pt x="751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4" name="Google Shape;3970;p61"/>
              <p:cNvGrpSpPr/>
              <p:nvPr/>
            </p:nvGrpSpPr>
            <p:grpSpPr>
              <a:xfrm>
                <a:off x="4687631" y="3583965"/>
                <a:ext cx="31499" cy="26898"/>
                <a:chOff x="4687631" y="3583965"/>
                <a:chExt cx="31499" cy="26898"/>
              </a:xfrm>
            </p:grpSpPr>
            <p:sp>
              <p:nvSpPr>
                <p:cNvPr id="358" name="Google Shape;3971;p61"/>
                <p:cNvSpPr/>
                <p:nvPr/>
              </p:nvSpPr>
              <p:spPr>
                <a:xfrm>
                  <a:off x="4687631" y="358396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972;p61"/>
                <p:cNvSpPr/>
                <p:nvPr/>
              </p:nvSpPr>
              <p:spPr>
                <a:xfrm>
                  <a:off x="4700568" y="3593639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4" y="920"/>
                        <a:pt x="525" y="964"/>
                        <a:pt x="644" y="964"/>
                      </a:cubicBezTo>
                      <a:cubicBezTo>
                        <a:pt x="893" y="964"/>
                        <a:pt x="1129" y="771"/>
                        <a:pt x="1137" y="484"/>
                      </a:cubicBezTo>
                      <a:cubicBezTo>
                        <a:pt x="1137" y="218"/>
                        <a:pt x="920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5" name="Google Shape;3973;p61"/>
              <p:cNvGrpSpPr/>
              <p:nvPr/>
            </p:nvGrpSpPr>
            <p:grpSpPr>
              <a:xfrm>
                <a:off x="4719311" y="3471314"/>
                <a:ext cx="31499" cy="27001"/>
                <a:chOff x="4719311" y="3471314"/>
                <a:chExt cx="31499" cy="27001"/>
              </a:xfrm>
            </p:grpSpPr>
            <p:sp>
              <p:nvSpPr>
                <p:cNvPr id="356" name="Google Shape;3974;p61"/>
                <p:cNvSpPr/>
                <p:nvPr/>
              </p:nvSpPr>
              <p:spPr>
                <a:xfrm>
                  <a:off x="4719311" y="347131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5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975;p61"/>
                <p:cNvSpPr/>
                <p:nvPr/>
              </p:nvSpPr>
              <p:spPr>
                <a:xfrm>
                  <a:off x="4732249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6" name="Google Shape;3976;p61"/>
              <p:cNvGrpSpPr/>
              <p:nvPr/>
            </p:nvGrpSpPr>
            <p:grpSpPr>
              <a:xfrm>
                <a:off x="4719311" y="3434404"/>
                <a:ext cx="31499" cy="26898"/>
                <a:chOff x="4719311" y="3434404"/>
                <a:chExt cx="31499" cy="26898"/>
              </a:xfrm>
            </p:grpSpPr>
            <p:sp>
              <p:nvSpPr>
                <p:cNvPr id="354" name="Google Shape;3977;p61"/>
                <p:cNvSpPr/>
                <p:nvPr/>
              </p:nvSpPr>
              <p:spPr>
                <a:xfrm>
                  <a:off x="4719311" y="343440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978;p61"/>
                <p:cNvSpPr/>
                <p:nvPr/>
              </p:nvSpPr>
              <p:spPr>
                <a:xfrm>
                  <a:off x="4732249" y="3444078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6" y="964"/>
                        <a:pt x="1125" y="771"/>
                        <a:pt x="1125" y="484"/>
                      </a:cubicBezTo>
                      <a:cubicBezTo>
                        <a:pt x="1125" y="218"/>
                        <a:pt x="920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979;p61"/>
              <p:cNvGrpSpPr/>
              <p:nvPr/>
            </p:nvGrpSpPr>
            <p:grpSpPr>
              <a:xfrm>
                <a:off x="4768876" y="3401772"/>
                <a:ext cx="31499" cy="26898"/>
                <a:chOff x="4768876" y="3401772"/>
                <a:chExt cx="31499" cy="26898"/>
              </a:xfrm>
            </p:grpSpPr>
            <p:sp>
              <p:nvSpPr>
                <p:cNvPr id="352" name="Google Shape;3980;p61"/>
                <p:cNvSpPr/>
                <p:nvPr/>
              </p:nvSpPr>
              <p:spPr>
                <a:xfrm>
                  <a:off x="4768876" y="340177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5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3"/>
                        <a:pt x="3157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981;p61"/>
                <p:cNvSpPr/>
                <p:nvPr/>
              </p:nvSpPr>
              <p:spPr>
                <a:xfrm>
                  <a:off x="4783057" y="341143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8" name="Google Shape;3982;p61"/>
              <p:cNvGrpSpPr/>
              <p:nvPr/>
            </p:nvGrpSpPr>
            <p:grpSpPr>
              <a:xfrm>
                <a:off x="4762214" y="3471377"/>
                <a:ext cx="26938" cy="26938"/>
                <a:chOff x="4762214" y="3471377"/>
                <a:chExt cx="26938" cy="26938"/>
              </a:xfrm>
            </p:grpSpPr>
            <p:sp>
              <p:nvSpPr>
                <p:cNvPr id="350" name="Google Shape;3983;p61"/>
                <p:cNvSpPr/>
                <p:nvPr/>
              </p:nvSpPr>
              <p:spPr>
                <a:xfrm>
                  <a:off x="4762214" y="3471377"/>
                  <a:ext cx="26938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" h="3425" extrusionOk="0">
                      <a:moveTo>
                        <a:pt x="1707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24"/>
                        <a:pt x="1707" y="3424"/>
                      </a:cubicBezTo>
                      <a:cubicBezTo>
                        <a:pt x="2662" y="3424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984;p61"/>
                <p:cNvSpPr/>
                <p:nvPr/>
              </p:nvSpPr>
              <p:spPr>
                <a:xfrm>
                  <a:off x="4770591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9" name="Google Shape;3985;p61"/>
              <p:cNvGrpSpPr/>
              <p:nvPr/>
            </p:nvGrpSpPr>
            <p:grpSpPr>
              <a:xfrm>
                <a:off x="4790473" y="3344782"/>
                <a:ext cx="31405" cy="26898"/>
                <a:chOff x="4790473" y="3344782"/>
                <a:chExt cx="31405" cy="26898"/>
              </a:xfrm>
            </p:grpSpPr>
            <p:sp>
              <p:nvSpPr>
                <p:cNvPr id="348" name="Google Shape;3986;p61"/>
                <p:cNvSpPr/>
                <p:nvPr/>
              </p:nvSpPr>
              <p:spPr>
                <a:xfrm>
                  <a:off x="4790473" y="334478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987;p61"/>
                <p:cNvSpPr/>
                <p:nvPr/>
              </p:nvSpPr>
              <p:spPr>
                <a:xfrm>
                  <a:off x="4804654" y="3354456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0" name="Google Shape;3988;p61"/>
              <p:cNvGrpSpPr/>
              <p:nvPr/>
            </p:nvGrpSpPr>
            <p:grpSpPr>
              <a:xfrm>
                <a:off x="4823774" y="3950733"/>
                <a:ext cx="37398" cy="32034"/>
                <a:chOff x="4823774" y="3950733"/>
                <a:chExt cx="37398" cy="32034"/>
              </a:xfrm>
            </p:grpSpPr>
            <p:sp>
              <p:nvSpPr>
                <p:cNvPr id="346" name="Google Shape;3989;p61"/>
                <p:cNvSpPr/>
                <p:nvPr/>
              </p:nvSpPr>
              <p:spPr>
                <a:xfrm>
                  <a:off x="4823774" y="3950733"/>
                  <a:ext cx="37398" cy="32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5" h="4073" extrusionOk="0">
                      <a:moveTo>
                        <a:pt x="2707" y="1"/>
                      </a:moveTo>
                      <a:cubicBezTo>
                        <a:pt x="2207" y="1"/>
                        <a:pt x="1698" y="186"/>
                        <a:pt x="1283" y="601"/>
                      </a:cubicBezTo>
                      <a:cubicBezTo>
                        <a:pt x="1" y="1883"/>
                        <a:pt x="908" y="4073"/>
                        <a:pt x="2722" y="4073"/>
                      </a:cubicBezTo>
                      <a:cubicBezTo>
                        <a:pt x="3835" y="4073"/>
                        <a:pt x="4755" y="3166"/>
                        <a:pt x="4755" y="2041"/>
                      </a:cubicBezTo>
                      <a:cubicBezTo>
                        <a:pt x="4755" y="813"/>
                        <a:pt x="3752" y="1"/>
                        <a:pt x="2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990;p61"/>
                <p:cNvSpPr/>
                <p:nvPr/>
              </p:nvSpPr>
              <p:spPr>
                <a:xfrm>
                  <a:off x="4836617" y="3960407"/>
                  <a:ext cx="14849" cy="12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617" extrusionOk="0">
                      <a:moveTo>
                        <a:pt x="1089" y="0"/>
                      </a:moveTo>
                      <a:cubicBezTo>
                        <a:pt x="363" y="0"/>
                        <a:pt x="1" y="871"/>
                        <a:pt x="509" y="1379"/>
                      </a:cubicBezTo>
                      <a:cubicBezTo>
                        <a:pt x="673" y="1543"/>
                        <a:pt x="874" y="1616"/>
                        <a:pt x="1073" y="1616"/>
                      </a:cubicBezTo>
                      <a:cubicBezTo>
                        <a:pt x="1488" y="1616"/>
                        <a:pt x="1888" y="1294"/>
                        <a:pt x="1888" y="811"/>
                      </a:cubicBezTo>
                      <a:cubicBezTo>
                        <a:pt x="1888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991;p61"/>
              <p:cNvGrpSpPr/>
              <p:nvPr/>
            </p:nvGrpSpPr>
            <p:grpSpPr>
              <a:xfrm>
                <a:off x="4823396" y="4110566"/>
                <a:ext cx="31405" cy="26906"/>
                <a:chOff x="4823396" y="4110566"/>
                <a:chExt cx="31405" cy="26906"/>
              </a:xfrm>
            </p:grpSpPr>
            <p:sp>
              <p:nvSpPr>
                <p:cNvPr id="344" name="Google Shape;3992;p61"/>
                <p:cNvSpPr/>
                <p:nvPr/>
              </p:nvSpPr>
              <p:spPr>
                <a:xfrm>
                  <a:off x="4823396" y="4110566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993;p61"/>
                <p:cNvSpPr/>
                <p:nvPr/>
              </p:nvSpPr>
              <p:spPr>
                <a:xfrm>
                  <a:off x="4836240" y="412014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3" y="1"/>
                      </a:moveTo>
                      <a:cubicBezTo>
                        <a:pt x="218" y="1"/>
                        <a:pt x="0" y="533"/>
                        <a:pt x="303" y="835"/>
                      </a:cubicBezTo>
                      <a:cubicBezTo>
                        <a:pt x="404" y="933"/>
                        <a:pt x="527" y="976"/>
                        <a:pt x="646" y="976"/>
                      </a:cubicBezTo>
                      <a:cubicBezTo>
                        <a:pt x="898" y="976"/>
                        <a:pt x="1137" y="784"/>
                        <a:pt x="1137" y="497"/>
                      </a:cubicBezTo>
                      <a:cubicBezTo>
                        <a:pt x="1137" y="218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2" name="Google Shape;3994;p61"/>
              <p:cNvGrpSpPr/>
              <p:nvPr/>
            </p:nvGrpSpPr>
            <p:grpSpPr>
              <a:xfrm>
                <a:off x="4838332" y="3821150"/>
                <a:ext cx="31499" cy="26898"/>
                <a:chOff x="4838332" y="3821150"/>
                <a:chExt cx="31499" cy="26898"/>
              </a:xfrm>
            </p:grpSpPr>
            <p:sp>
              <p:nvSpPr>
                <p:cNvPr id="342" name="Google Shape;3995;p61"/>
                <p:cNvSpPr/>
                <p:nvPr/>
              </p:nvSpPr>
              <p:spPr>
                <a:xfrm>
                  <a:off x="4838332" y="3821150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1"/>
                      </a:moveTo>
                      <a:cubicBezTo>
                        <a:pt x="1865" y="1"/>
                        <a:pt x="1437" y="156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3996;p61"/>
                <p:cNvSpPr/>
                <p:nvPr/>
              </p:nvSpPr>
              <p:spPr>
                <a:xfrm>
                  <a:off x="4851270" y="3830824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4" y="920"/>
                        <a:pt x="526" y="964"/>
                        <a:pt x="644" y="964"/>
                      </a:cubicBezTo>
                      <a:cubicBezTo>
                        <a:pt x="893" y="964"/>
                        <a:pt x="1129" y="771"/>
                        <a:pt x="1138" y="484"/>
                      </a:cubicBezTo>
                      <a:cubicBezTo>
                        <a:pt x="1125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3" name="Google Shape;3997;p61"/>
              <p:cNvGrpSpPr/>
              <p:nvPr/>
            </p:nvGrpSpPr>
            <p:grpSpPr>
              <a:xfrm>
                <a:off x="4661275" y="3815007"/>
                <a:ext cx="36824" cy="31523"/>
                <a:chOff x="4661275" y="3815007"/>
                <a:chExt cx="36824" cy="31523"/>
              </a:xfrm>
            </p:grpSpPr>
            <p:sp>
              <p:nvSpPr>
                <p:cNvPr id="340" name="Google Shape;3998;p61"/>
                <p:cNvSpPr/>
                <p:nvPr/>
              </p:nvSpPr>
              <p:spPr>
                <a:xfrm>
                  <a:off x="4661275" y="3815007"/>
                  <a:ext cx="36824" cy="31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2" h="4008" extrusionOk="0">
                      <a:moveTo>
                        <a:pt x="2663" y="0"/>
                      </a:moveTo>
                      <a:cubicBezTo>
                        <a:pt x="2169" y="0"/>
                        <a:pt x="1666" y="184"/>
                        <a:pt x="1258" y="596"/>
                      </a:cubicBezTo>
                      <a:cubicBezTo>
                        <a:pt x="0" y="1854"/>
                        <a:pt x="895" y="4007"/>
                        <a:pt x="2674" y="4007"/>
                      </a:cubicBezTo>
                      <a:cubicBezTo>
                        <a:pt x="3774" y="4007"/>
                        <a:pt x="4682" y="3112"/>
                        <a:pt x="4682" y="2011"/>
                      </a:cubicBezTo>
                      <a:cubicBezTo>
                        <a:pt x="4682" y="801"/>
                        <a:pt x="3692" y="0"/>
                        <a:pt x="266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999;p61"/>
                <p:cNvSpPr/>
                <p:nvPr/>
              </p:nvSpPr>
              <p:spPr>
                <a:xfrm>
                  <a:off x="4676211" y="3824736"/>
                  <a:ext cx="12183" cy="12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" h="1549" extrusionOk="0">
                      <a:moveTo>
                        <a:pt x="775" y="0"/>
                      </a:moveTo>
                      <a:cubicBezTo>
                        <a:pt x="351" y="0"/>
                        <a:pt x="0" y="339"/>
                        <a:pt x="0" y="774"/>
                      </a:cubicBezTo>
                      <a:cubicBezTo>
                        <a:pt x="0" y="1198"/>
                        <a:pt x="351" y="1549"/>
                        <a:pt x="775" y="1549"/>
                      </a:cubicBezTo>
                      <a:cubicBezTo>
                        <a:pt x="1210" y="1549"/>
                        <a:pt x="1549" y="1198"/>
                        <a:pt x="1549" y="774"/>
                      </a:cubicBezTo>
                      <a:cubicBezTo>
                        <a:pt x="1549" y="339"/>
                        <a:pt x="1210" y="0"/>
                        <a:pt x="77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4" name="Google Shape;4000;p61"/>
              <p:cNvGrpSpPr/>
              <p:nvPr/>
            </p:nvGrpSpPr>
            <p:grpSpPr>
              <a:xfrm>
                <a:off x="4558998" y="3851037"/>
                <a:ext cx="33591" cy="28699"/>
                <a:chOff x="4558998" y="3851037"/>
                <a:chExt cx="33591" cy="28699"/>
              </a:xfrm>
            </p:grpSpPr>
            <p:sp>
              <p:nvSpPr>
                <p:cNvPr id="338" name="Google Shape;4001;p61"/>
                <p:cNvSpPr/>
                <p:nvPr/>
              </p:nvSpPr>
              <p:spPr>
                <a:xfrm>
                  <a:off x="4558998" y="3851037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30" y="0"/>
                      </a:moveTo>
                      <a:cubicBezTo>
                        <a:pt x="1980" y="0"/>
                        <a:pt x="1522" y="167"/>
                        <a:pt x="1149" y="539"/>
                      </a:cubicBezTo>
                      <a:cubicBezTo>
                        <a:pt x="0" y="1688"/>
                        <a:pt x="823" y="3648"/>
                        <a:pt x="2444" y="3648"/>
                      </a:cubicBezTo>
                      <a:cubicBezTo>
                        <a:pt x="3448" y="3648"/>
                        <a:pt x="4270" y="2838"/>
                        <a:pt x="4270" y="1822"/>
                      </a:cubicBezTo>
                      <a:cubicBezTo>
                        <a:pt x="4270" y="726"/>
                        <a:pt x="3369" y="0"/>
                        <a:pt x="24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4002;p61"/>
                <p:cNvSpPr/>
                <p:nvPr/>
              </p:nvSpPr>
              <p:spPr>
                <a:xfrm>
                  <a:off x="4573557" y="386069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5" y="932"/>
                        <a:pt x="1185" y="594"/>
                      </a:cubicBezTo>
                      <a:cubicBezTo>
                        <a:pt x="1185" y="267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5" name="Google Shape;4003;p61"/>
              <p:cNvGrpSpPr/>
              <p:nvPr/>
            </p:nvGrpSpPr>
            <p:grpSpPr>
              <a:xfrm>
                <a:off x="4696762" y="3638587"/>
                <a:ext cx="33591" cy="28794"/>
                <a:chOff x="4696762" y="3638587"/>
                <a:chExt cx="33591" cy="28794"/>
              </a:xfrm>
            </p:grpSpPr>
            <p:sp>
              <p:nvSpPr>
                <p:cNvPr id="336" name="Google Shape;4004;p61"/>
                <p:cNvSpPr/>
                <p:nvPr/>
              </p:nvSpPr>
              <p:spPr>
                <a:xfrm>
                  <a:off x="4696762" y="3638587"/>
                  <a:ext cx="33591" cy="28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61" extrusionOk="0">
                      <a:moveTo>
                        <a:pt x="2426" y="1"/>
                      </a:moveTo>
                      <a:cubicBezTo>
                        <a:pt x="1978" y="1"/>
                        <a:pt x="1521" y="167"/>
                        <a:pt x="1150" y="539"/>
                      </a:cubicBezTo>
                      <a:cubicBezTo>
                        <a:pt x="0" y="1688"/>
                        <a:pt x="823" y="3660"/>
                        <a:pt x="2444" y="3660"/>
                      </a:cubicBezTo>
                      <a:cubicBezTo>
                        <a:pt x="3448" y="3648"/>
                        <a:pt x="4258" y="2838"/>
                        <a:pt x="4270" y="1834"/>
                      </a:cubicBezTo>
                      <a:cubicBezTo>
                        <a:pt x="4262" y="729"/>
                        <a:pt x="3363" y="1"/>
                        <a:pt x="24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" name="Google Shape;4005;p61"/>
                <p:cNvSpPr/>
                <p:nvPr/>
              </p:nvSpPr>
              <p:spPr>
                <a:xfrm>
                  <a:off x="4711320" y="364824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79"/>
                        <a:pt x="0" y="606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6" y="932"/>
                        <a:pt x="1186" y="606"/>
                      </a:cubicBezTo>
                      <a:cubicBezTo>
                        <a:pt x="1186" y="279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6" name="Google Shape;4006;p61"/>
              <p:cNvGrpSpPr/>
              <p:nvPr/>
            </p:nvGrpSpPr>
            <p:grpSpPr>
              <a:xfrm>
                <a:off x="4929479" y="3939140"/>
                <a:ext cx="33497" cy="28692"/>
                <a:chOff x="4929479" y="3939140"/>
                <a:chExt cx="33497" cy="28692"/>
              </a:xfrm>
            </p:grpSpPr>
            <p:sp>
              <p:nvSpPr>
                <p:cNvPr id="334" name="Google Shape;4007;p61"/>
                <p:cNvSpPr/>
                <p:nvPr/>
              </p:nvSpPr>
              <p:spPr>
                <a:xfrm>
                  <a:off x="4929479" y="3939140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8" y="0"/>
                        <a:pt x="1521" y="167"/>
                        <a:pt x="1149" y="539"/>
                      </a:cubicBezTo>
                      <a:cubicBezTo>
                        <a:pt x="0" y="1688"/>
                        <a:pt x="811" y="3648"/>
                        <a:pt x="2431" y="3648"/>
                      </a:cubicBezTo>
                      <a:cubicBezTo>
                        <a:pt x="3448" y="3648"/>
                        <a:pt x="4258" y="2837"/>
                        <a:pt x="4258" y="1833"/>
                      </a:cubicBezTo>
                      <a:cubicBezTo>
                        <a:pt x="4258" y="729"/>
                        <a:pt x="3361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" name="Google Shape;4008;p61"/>
                <p:cNvSpPr/>
                <p:nvPr/>
              </p:nvSpPr>
              <p:spPr>
                <a:xfrm>
                  <a:off x="4943935" y="3948893"/>
                  <a:ext cx="9430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186" extrusionOk="0">
                      <a:moveTo>
                        <a:pt x="593" y="0"/>
                      </a:moveTo>
                      <a:cubicBezTo>
                        <a:pt x="267" y="0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0"/>
                        <a:pt x="59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7" name="Google Shape;4009;p61"/>
              <p:cNvGrpSpPr/>
              <p:nvPr/>
            </p:nvGrpSpPr>
            <p:grpSpPr>
              <a:xfrm>
                <a:off x="4907119" y="3986039"/>
                <a:ext cx="33497" cy="28699"/>
                <a:chOff x="4907119" y="3986039"/>
                <a:chExt cx="33497" cy="28699"/>
              </a:xfrm>
            </p:grpSpPr>
            <p:sp>
              <p:nvSpPr>
                <p:cNvPr id="332" name="Google Shape;4010;p61"/>
                <p:cNvSpPr/>
                <p:nvPr/>
              </p:nvSpPr>
              <p:spPr>
                <a:xfrm>
                  <a:off x="4907119" y="3986039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7"/>
                        <a:pt x="1149" y="540"/>
                      </a:cubicBezTo>
                      <a:cubicBezTo>
                        <a:pt x="0" y="1689"/>
                        <a:pt x="811" y="3648"/>
                        <a:pt x="2444" y="3648"/>
                      </a:cubicBezTo>
                      <a:cubicBezTo>
                        <a:pt x="3448" y="3648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4011;p61"/>
                <p:cNvSpPr/>
                <p:nvPr/>
              </p:nvSpPr>
              <p:spPr>
                <a:xfrm>
                  <a:off x="4921583" y="3995705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605" y="0"/>
                      </a:moveTo>
                      <a:cubicBezTo>
                        <a:pt x="266" y="0"/>
                        <a:pt x="0" y="266"/>
                        <a:pt x="0" y="593"/>
                      </a:cubicBezTo>
                      <a:cubicBezTo>
                        <a:pt x="0" y="919"/>
                        <a:pt x="266" y="1186"/>
                        <a:pt x="605" y="1186"/>
                      </a:cubicBezTo>
                      <a:cubicBezTo>
                        <a:pt x="931" y="1186"/>
                        <a:pt x="1198" y="919"/>
                        <a:pt x="1198" y="593"/>
                      </a:cubicBezTo>
                      <a:cubicBezTo>
                        <a:pt x="1198" y="266"/>
                        <a:pt x="931" y="0"/>
                        <a:pt x="60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8" name="Google Shape;4012;p61"/>
              <p:cNvGrpSpPr/>
              <p:nvPr/>
            </p:nvGrpSpPr>
            <p:grpSpPr>
              <a:xfrm>
                <a:off x="4911783" y="4048102"/>
                <a:ext cx="33591" cy="28762"/>
                <a:chOff x="4911783" y="4048102"/>
                <a:chExt cx="33591" cy="28762"/>
              </a:xfrm>
            </p:grpSpPr>
            <p:sp>
              <p:nvSpPr>
                <p:cNvPr id="330" name="Google Shape;4013;p61"/>
                <p:cNvSpPr/>
                <p:nvPr/>
              </p:nvSpPr>
              <p:spPr>
                <a:xfrm>
                  <a:off x="4911783" y="4048102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2" y="0"/>
                      </a:moveTo>
                      <a:cubicBezTo>
                        <a:pt x="1974" y="0"/>
                        <a:pt x="1519" y="166"/>
                        <a:pt x="1149" y="536"/>
                      </a:cubicBezTo>
                      <a:cubicBezTo>
                        <a:pt x="0" y="1685"/>
                        <a:pt x="823" y="3657"/>
                        <a:pt x="2456" y="3657"/>
                      </a:cubicBezTo>
                      <a:cubicBezTo>
                        <a:pt x="3448" y="3645"/>
                        <a:pt x="4258" y="2834"/>
                        <a:pt x="4270" y="1842"/>
                      </a:cubicBezTo>
                      <a:cubicBezTo>
                        <a:pt x="4270" y="735"/>
                        <a:pt x="3364" y="0"/>
                        <a:pt x="242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4014;p61"/>
                <p:cNvSpPr/>
                <p:nvPr/>
              </p:nvSpPr>
              <p:spPr>
                <a:xfrm>
                  <a:off x="4926333" y="4057831"/>
                  <a:ext cx="9336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6" extrusionOk="0">
                      <a:moveTo>
                        <a:pt x="594" y="0"/>
                      </a:moveTo>
                      <a:cubicBezTo>
                        <a:pt x="267" y="0"/>
                        <a:pt x="1" y="266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6"/>
                        <a:pt x="920" y="0"/>
                        <a:pt x="59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9" name="Google Shape;4015;p61"/>
              <p:cNvSpPr/>
              <p:nvPr/>
            </p:nvSpPr>
            <p:spPr>
              <a:xfrm>
                <a:off x="4713506" y="3934476"/>
                <a:ext cx="33497" cy="28692"/>
              </a:xfrm>
              <a:custGeom>
                <a:avLst/>
                <a:gdLst/>
                <a:ahLst/>
                <a:cxnLst/>
                <a:rect l="l" t="t" r="r" b="b"/>
                <a:pathLst>
                  <a:path w="4259" h="3648" extrusionOk="0">
                    <a:moveTo>
                      <a:pt x="2422" y="0"/>
                    </a:moveTo>
                    <a:cubicBezTo>
                      <a:pt x="1974" y="0"/>
                      <a:pt x="1518" y="167"/>
                      <a:pt x="1150" y="539"/>
                    </a:cubicBezTo>
                    <a:cubicBezTo>
                      <a:pt x="0" y="1688"/>
                      <a:pt x="811" y="3648"/>
                      <a:pt x="2432" y="3648"/>
                    </a:cubicBezTo>
                    <a:cubicBezTo>
                      <a:pt x="3436" y="3648"/>
                      <a:pt x="4258" y="2838"/>
                      <a:pt x="4258" y="1821"/>
                    </a:cubicBezTo>
                    <a:cubicBezTo>
                      <a:pt x="4258" y="726"/>
                      <a:pt x="3357" y="0"/>
                      <a:pt x="2422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4016;p61"/>
              <p:cNvSpPr/>
              <p:nvPr/>
            </p:nvSpPr>
            <p:spPr>
              <a:xfrm>
                <a:off x="4727970" y="3944135"/>
                <a:ext cx="9328" cy="943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99" extrusionOk="0">
                    <a:moveTo>
                      <a:pt x="593" y="1"/>
                    </a:moveTo>
                    <a:cubicBezTo>
                      <a:pt x="266" y="1"/>
                      <a:pt x="0" y="267"/>
                      <a:pt x="0" y="593"/>
                    </a:cubicBezTo>
                    <a:cubicBezTo>
                      <a:pt x="0" y="932"/>
                      <a:pt x="266" y="1198"/>
                      <a:pt x="593" y="1198"/>
                    </a:cubicBezTo>
                    <a:cubicBezTo>
                      <a:pt x="919" y="1198"/>
                      <a:pt x="1186" y="932"/>
                      <a:pt x="1186" y="593"/>
                    </a:cubicBezTo>
                    <a:cubicBezTo>
                      <a:pt x="1186" y="267"/>
                      <a:pt x="919" y="1"/>
                      <a:pt x="59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1" name="Google Shape;4017;p61"/>
              <p:cNvGrpSpPr/>
              <p:nvPr/>
            </p:nvGrpSpPr>
            <p:grpSpPr>
              <a:xfrm>
                <a:off x="4762623" y="3837847"/>
                <a:ext cx="42416" cy="36273"/>
                <a:chOff x="4762623" y="3837847"/>
                <a:chExt cx="42416" cy="36273"/>
              </a:xfrm>
            </p:grpSpPr>
            <p:sp>
              <p:nvSpPr>
                <p:cNvPr id="328" name="Google Shape;4018;p61"/>
                <p:cNvSpPr/>
                <p:nvPr/>
              </p:nvSpPr>
              <p:spPr>
                <a:xfrm>
                  <a:off x="4762623" y="3837847"/>
                  <a:ext cx="42416" cy="36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4612" extrusionOk="0">
                      <a:moveTo>
                        <a:pt x="3064" y="1"/>
                      </a:moveTo>
                      <a:cubicBezTo>
                        <a:pt x="2496" y="1"/>
                        <a:pt x="1918" y="211"/>
                        <a:pt x="1449" y="680"/>
                      </a:cubicBezTo>
                      <a:cubicBezTo>
                        <a:pt x="1" y="2128"/>
                        <a:pt x="1033" y="4611"/>
                        <a:pt x="3067" y="4611"/>
                      </a:cubicBezTo>
                      <a:cubicBezTo>
                        <a:pt x="3072" y="4611"/>
                        <a:pt x="3077" y="4611"/>
                        <a:pt x="3082" y="4611"/>
                      </a:cubicBezTo>
                      <a:cubicBezTo>
                        <a:pt x="4352" y="4611"/>
                        <a:pt x="5380" y="3583"/>
                        <a:pt x="5392" y="2313"/>
                      </a:cubicBezTo>
                      <a:cubicBezTo>
                        <a:pt x="5392" y="921"/>
                        <a:pt x="4251" y="1"/>
                        <a:pt x="306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4019;p61"/>
                <p:cNvSpPr/>
                <p:nvPr/>
              </p:nvSpPr>
              <p:spPr>
                <a:xfrm>
                  <a:off x="4775538" y="3847568"/>
                  <a:ext cx="19796" cy="16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7" h="2156" extrusionOk="0">
                      <a:moveTo>
                        <a:pt x="1440" y="0"/>
                      </a:moveTo>
                      <a:cubicBezTo>
                        <a:pt x="484" y="0"/>
                        <a:pt x="0" y="1162"/>
                        <a:pt x="678" y="1839"/>
                      </a:cubicBezTo>
                      <a:cubicBezTo>
                        <a:pt x="896" y="2058"/>
                        <a:pt x="1165" y="2155"/>
                        <a:pt x="1429" y="2155"/>
                      </a:cubicBezTo>
                      <a:cubicBezTo>
                        <a:pt x="1984" y="2155"/>
                        <a:pt x="2517" y="1724"/>
                        <a:pt x="2517" y="1077"/>
                      </a:cubicBezTo>
                      <a:cubicBezTo>
                        <a:pt x="2517" y="484"/>
                        <a:pt x="2045" y="0"/>
                        <a:pt x="144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2" name="Google Shape;4020;p61"/>
              <p:cNvGrpSpPr/>
              <p:nvPr/>
            </p:nvGrpSpPr>
            <p:grpSpPr>
              <a:xfrm>
                <a:off x="4746044" y="4104966"/>
                <a:ext cx="33497" cy="28699"/>
                <a:chOff x="4746044" y="4104966"/>
                <a:chExt cx="33497" cy="28699"/>
              </a:xfrm>
            </p:grpSpPr>
            <p:sp>
              <p:nvSpPr>
                <p:cNvPr id="326" name="Google Shape;4021;p61"/>
                <p:cNvSpPr/>
                <p:nvPr/>
              </p:nvSpPr>
              <p:spPr>
                <a:xfrm>
                  <a:off x="4746044" y="4104966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8" y="1"/>
                      </a:moveTo>
                      <a:cubicBezTo>
                        <a:pt x="1979" y="1"/>
                        <a:pt x="1522" y="167"/>
                        <a:pt x="1150" y="540"/>
                      </a:cubicBezTo>
                      <a:cubicBezTo>
                        <a:pt x="0" y="1677"/>
                        <a:pt x="811" y="3648"/>
                        <a:pt x="2432" y="3648"/>
                      </a:cubicBezTo>
                      <a:cubicBezTo>
                        <a:pt x="3436" y="3648"/>
                        <a:pt x="4259" y="2826"/>
                        <a:pt x="4259" y="1822"/>
                      </a:cubicBezTo>
                      <a:cubicBezTo>
                        <a:pt x="4259" y="726"/>
                        <a:pt x="3363" y="1"/>
                        <a:pt x="242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4022;p61"/>
                <p:cNvSpPr/>
                <p:nvPr/>
              </p:nvSpPr>
              <p:spPr>
                <a:xfrm>
                  <a:off x="4758887" y="4114632"/>
                  <a:ext cx="11042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2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5" y="1191"/>
                        <a:pt x="792" y="1191"/>
                      </a:cubicBezTo>
                      <a:cubicBezTo>
                        <a:pt x="1099" y="1191"/>
                        <a:pt x="1396" y="953"/>
                        <a:pt x="1404" y="593"/>
                      </a:cubicBezTo>
                      <a:cubicBezTo>
                        <a:pt x="1404" y="266"/>
                        <a:pt x="1126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3" name="Google Shape;4023;p61"/>
              <p:cNvGrpSpPr/>
              <p:nvPr/>
            </p:nvGrpSpPr>
            <p:grpSpPr>
              <a:xfrm>
                <a:off x="4859646" y="4162554"/>
                <a:ext cx="33591" cy="28762"/>
                <a:chOff x="4859646" y="4162554"/>
                <a:chExt cx="33591" cy="28762"/>
              </a:xfrm>
            </p:grpSpPr>
            <p:sp>
              <p:nvSpPr>
                <p:cNvPr id="324" name="Google Shape;4024;p61"/>
                <p:cNvSpPr/>
                <p:nvPr/>
              </p:nvSpPr>
              <p:spPr>
                <a:xfrm>
                  <a:off x="4859646" y="4162554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3" y="0"/>
                      </a:moveTo>
                      <a:cubicBezTo>
                        <a:pt x="1975" y="0"/>
                        <a:pt x="1520" y="166"/>
                        <a:pt x="1149" y="536"/>
                      </a:cubicBezTo>
                      <a:cubicBezTo>
                        <a:pt x="0" y="1685"/>
                        <a:pt x="823" y="3657"/>
                        <a:pt x="2444" y="3657"/>
                      </a:cubicBezTo>
                      <a:cubicBezTo>
                        <a:pt x="3448" y="3657"/>
                        <a:pt x="4258" y="2834"/>
                        <a:pt x="4270" y="1830"/>
                      </a:cubicBezTo>
                      <a:cubicBezTo>
                        <a:pt x="4270" y="732"/>
                        <a:pt x="3365" y="0"/>
                        <a:pt x="24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4025;p61"/>
                <p:cNvSpPr/>
                <p:nvPr/>
              </p:nvSpPr>
              <p:spPr>
                <a:xfrm>
                  <a:off x="4874196" y="4172283"/>
                  <a:ext cx="9336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7" extrusionOk="0">
                      <a:moveTo>
                        <a:pt x="594" y="1"/>
                      </a:moveTo>
                      <a:cubicBezTo>
                        <a:pt x="267" y="1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7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" name="Google Shape;4026;p61"/>
            <p:cNvGrpSpPr/>
            <p:nvPr/>
          </p:nvGrpSpPr>
          <p:grpSpPr>
            <a:xfrm>
              <a:off x="3597785" y="3274438"/>
              <a:ext cx="855610" cy="1122100"/>
              <a:chOff x="3597785" y="3274438"/>
              <a:chExt cx="855610" cy="1122100"/>
            </a:xfrm>
          </p:grpSpPr>
          <p:grpSp>
            <p:nvGrpSpPr>
              <p:cNvPr id="15" name="Google Shape;4027;p61"/>
              <p:cNvGrpSpPr/>
              <p:nvPr/>
            </p:nvGrpSpPr>
            <p:grpSpPr>
              <a:xfrm>
                <a:off x="3617857" y="3284717"/>
                <a:ext cx="826785" cy="1099165"/>
                <a:chOff x="3617857" y="3284717"/>
                <a:chExt cx="826785" cy="1099165"/>
              </a:xfrm>
            </p:grpSpPr>
            <p:sp>
              <p:nvSpPr>
                <p:cNvPr id="153" name="Google Shape;4028;p61"/>
                <p:cNvSpPr/>
                <p:nvPr/>
              </p:nvSpPr>
              <p:spPr>
                <a:xfrm>
                  <a:off x="4155028" y="3869354"/>
                  <a:ext cx="289613" cy="514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3" h="65420" fill="none" extrusionOk="0">
                      <a:moveTo>
                        <a:pt x="5928" y="64827"/>
                      </a:moveTo>
                      <a:lnTo>
                        <a:pt x="6158" y="49755"/>
                      </a:lnTo>
                      <a:lnTo>
                        <a:pt x="8202" y="42327"/>
                      </a:lnTo>
                      <a:lnTo>
                        <a:pt x="8795" y="36351"/>
                      </a:lnTo>
                      <a:lnTo>
                        <a:pt x="8795" y="28912"/>
                      </a:lnTo>
                      <a:lnTo>
                        <a:pt x="3049" y="23347"/>
                      </a:lnTo>
                      <a:lnTo>
                        <a:pt x="0" y="12291"/>
                      </a:lnTo>
                      <a:lnTo>
                        <a:pt x="11601" y="1"/>
                      </a:lnTo>
                      <a:lnTo>
                        <a:pt x="19319" y="4259"/>
                      </a:lnTo>
                      <a:lnTo>
                        <a:pt x="27266" y="11747"/>
                      </a:lnTo>
                      <a:lnTo>
                        <a:pt x="36823" y="15472"/>
                      </a:lnTo>
                      <a:lnTo>
                        <a:pt x="34827" y="25803"/>
                      </a:lnTo>
                      <a:lnTo>
                        <a:pt x="26722" y="36944"/>
                      </a:lnTo>
                      <a:lnTo>
                        <a:pt x="19924" y="49198"/>
                      </a:lnTo>
                      <a:lnTo>
                        <a:pt x="11008" y="60690"/>
                      </a:lnTo>
                      <a:lnTo>
                        <a:pt x="5335" y="6542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4029;p61"/>
                <p:cNvSpPr/>
                <p:nvPr/>
              </p:nvSpPr>
              <p:spPr>
                <a:xfrm>
                  <a:off x="3617857" y="3284717"/>
                  <a:ext cx="662957" cy="68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92" h="87218" fill="none" extrusionOk="0">
                      <a:moveTo>
                        <a:pt x="79900" y="75157"/>
                      </a:moveTo>
                      <a:lnTo>
                        <a:pt x="77916" y="83262"/>
                      </a:lnTo>
                      <a:lnTo>
                        <a:pt x="68299" y="87218"/>
                      </a:lnTo>
                      <a:lnTo>
                        <a:pt x="61610" y="72314"/>
                      </a:lnTo>
                      <a:lnTo>
                        <a:pt x="48376" y="64524"/>
                      </a:lnTo>
                      <a:lnTo>
                        <a:pt x="37489" y="50685"/>
                      </a:lnTo>
                      <a:lnTo>
                        <a:pt x="32771" y="39181"/>
                      </a:lnTo>
                      <a:lnTo>
                        <a:pt x="28525" y="27000"/>
                      </a:lnTo>
                      <a:lnTo>
                        <a:pt x="19779" y="19379"/>
                      </a:lnTo>
                      <a:lnTo>
                        <a:pt x="1" y="14057"/>
                      </a:lnTo>
                      <a:lnTo>
                        <a:pt x="5227" y="0"/>
                      </a:lnTo>
                      <a:lnTo>
                        <a:pt x="40380" y="3605"/>
                      </a:lnTo>
                      <a:lnTo>
                        <a:pt x="53662" y="9254"/>
                      </a:lnTo>
                      <a:lnTo>
                        <a:pt x="56711" y="17734"/>
                      </a:lnTo>
                      <a:lnTo>
                        <a:pt x="69727" y="26177"/>
                      </a:lnTo>
                      <a:lnTo>
                        <a:pt x="84291" y="20649"/>
                      </a:lnTo>
                      <a:lnTo>
                        <a:pt x="79465" y="38165"/>
                      </a:lnTo>
                      <a:lnTo>
                        <a:pt x="72207" y="46960"/>
                      </a:lnTo>
                      <a:lnTo>
                        <a:pt x="64791" y="54677"/>
                      </a:lnTo>
                      <a:lnTo>
                        <a:pt x="54497" y="63206"/>
                      </a:lnTo>
                      <a:lnTo>
                        <a:pt x="62094" y="63556"/>
                      </a:lnTo>
                      <a:lnTo>
                        <a:pt x="66098" y="74335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4030;p61"/>
                <p:cNvSpPr/>
                <p:nvPr/>
              </p:nvSpPr>
              <p:spPr>
                <a:xfrm>
                  <a:off x="4230666" y="3943372"/>
                  <a:ext cx="15612" cy="7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9909" fill="none" extrusionOk="0">
                      <a:moveTo>
                        <a:pt x="1984" y="9908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4031;p61"/>
                <p:cNvSpPr/>
                <p:nvPr/>
              </p:nvSpPr>
              <p:spPr>
                <a:xfrm>
                  <a:off x="4230666" y="3902843"/>
                  <a:ext cx="138817" cy="116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0" h="14868" fill="none" extrusionOk="0">
                      <a:moveTo>
                        <a:pt x="11952" y="14868"/>
                      </a:moveTo>
                      <a:lnTo>
                        <a:pt x="0" y="4670"/>
                      </a:lnTo>
                      <a:lnTo>
                        <a:pt x="9702" y="1"/>
                      </a:lnTo>
                      <a:lnTo>
                        <a:pt x="17649" y="7489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4032;p61"/>
                <p:cNvSpPr/>
                <p:nvPr/>
              </p:nvSpPr>
              <p:spPr>
                <a:xfrm>
                  <a:off x="4234473" y="3939573"/>
                  <a:ext cx="143953" cy="22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3" h="2819" fill="none" extrusionOk="0">
                      <a:moveTo>
                        <a:pt x="0" y="0"/>
                      </a:moveTo>
                      <a:lnTo>
                        <a:pt x="18303" y="2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4033;p61"/>
                <p:cNvSpPr/>
                <p:nvPr/>
              </p:nvSpPr>
              <p:spPr>
                <a:xfrm>
                  <a:off x="4300405" y="4023579"/>
                  <a:ext cx="24264" cy="1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" h="14323" fill="none" extrusionOk="0">
                      <a:moveTo>
                        <a:pt x="0" y="14323"/>
                      </a:moveTo>
                      <a:lnTo>
                        <a:pt x="308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4034;p61"/>
                <p:cNvSpPr/>
                <p:nvPr/>
              </p:nvSpPr>
              <p:spPr>
                <a:xfrm>
                  <a:off x="4324661" y="4019772"/>
                  <a:ext cx="40544" cy="14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5" h="17820" fill="none" extrusionOk="0">
                      <a:moveTo>
                        <a:pt x="1" y="1"/>
                      </a:moveTo>
                      <a:lnTo>
                        <a:pt x="5154" y="17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4035;p61"/>
                <p:cNvSpPr/>
                <p:nvPr/>
              </p:nvSpPr>
              <p:spPr>
                <a:xfrm>
                  <a:off x="4324661" y="4019772"/>
                  <a:ext cx="104282" cy="52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9" h="6678" fill="none" extrusionOk="0">
                      <a:moveTo>
                        <a:pt x="1" y="1"/>
                      </a:moveTo>
                      <a:lnTo>
                        <a:pt x="13259" y="667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4036;p61"/>
                <p:cNvSpPr/>
                <p:nvPr/>
              </p:nvSpPr>
              <p:spPr>
                <a:xfrm>
                  <a:off x="4328467" y="3989901"/>
                  <a:ext cx="113421" cy="29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3799" fill="none" extrusionOk="0">
                      <a:moveTo>
                        <a:pt x="14420" y="0"/>
                      </a:moveTo>
                      <a:lnTo>
                        <a:pt x="1" y="379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4037;p61"/>
                <p:cNvSpPr/>
                <p:nvPr/>
              </p:nvSpPr>
              <p:spPr>
                <a:xfrm>
                  <a:off x="4224193" y="4019772"/>
                  <a:ext cx="23886" cy="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" h="9787" fill="none" extrusionOk="0">
                      <a:moveTo>
                        <a:pt x="1" y="9787"/>
                      </a:moveTo>
                      <a:lnTo>
                        <a:pt x="303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4038;p61"/>
                <p:cNvSpPr/>
                <p:nvPr/>
              </p:nvSpPr>
              <p:spPr>
                <a:xfrm>
                  <a:off x="4248071" y="4019772"/>
                  <a:ext cx="52342" cy="116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5" h="14807" fill="none" extrusionOk="0">
                      <a:moveTo>
                        <a:pt x="1" y="1"/>
                      </a:moveTo>
                      <a:lnTo>
                        <a:pt x="6654" y="1480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4039;p61"/>
                <p:cNvSpPr/>
                <p:nvPr/>
              </p:nvSpPr>
              <p:spPr>
                <a:xfrm>
                  <a:off x="4300405" y="4138982"/>
                  <a:ext cx="6567" cy="119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" h="15134" fill="none" extrusionOk="0">
                      <a:moveTo>
                        <a:pt x="0" y="1"/>
                      </a:moveTo>
                      <a:lnTo>
                        <a:pt x="835" y="151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4040;p61"/>
                <p:cNvSpPr/>
                <p:nvPr/>
              </p:nvSpPr>
              <p:spPr>
                <a:xfrm>
                  <a:off x="4219726" y="4200164"/>
                  <a:ext cx="85343" cy="60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1" h="7694" fill="none" extrusionOk="0">
                      <a:moveTo>
                        <a:pt x="0" y="0"/>
                      </a:moveTo>
                      <a:lnTo>
                        <a:pt x="10851" y="76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4041;p61"/>
                <p:cNvSpPr/>
                <p:nvPr/>
              </p:nvSpPr>
              <p:spPr>
                <a:xfrm>
                  <a:off x="4223430" y="4137275"/>
                  <a:ext cx="81930" cy="15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7" h="1924" fill="none" extrusionOk="0">
                      <a:moveTo>
                        <a:pt x="1" y="1923"/>
                      </a:moveTo>
                      <a:lnTo>
                        <a:pt x="10416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4042;p61"/>
                <p:cNvSpPr/>
                <p:nvPr/>
              </p:nvSpPr>
              <p:spPr>
                <a:xfrm>
                  <a:off x="4303638" y="4138982"/>
                  <a:ext cx="59947" cy="2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2" h="3038" fill="none" extrusionOk="0">
                      <a:moveTo>
                        <a:pt x="7621" y="3037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4043;p61"/>
                <p:cNvSpPr/>
                <p:nvPr/>
              </p:nvSpPr>
              <p:spPr>
                <a:xfrm>
                  <a:off x="4201644" y="4267237"/>
                  <a:ext cx="39970" cy="7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2" h="9811" fill="none" extrusionOk="0">
                      <a:moveTo>
                        <a:pt x="1" y="0"/>
                      </a:moveTo>
                      <a:lnTo>
                        <a:pt x="5081" y="981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4044;p61"/>
                <p:cNvSpPr/>
                <p:nvPr/>
              </p:nvSpPr>
              <p:spPr>
                <a:xfrm>
                  <a:off x="4203831" y="4258003"/>
                  <a:ext cx="103142" cy="9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1175" fill="none" extrusionOk="0">
                      <a:moveTo>
                        <a:pt x="1" y="1174"/>
                      </a:moveTo>
                      <a:lnTo>
                        <a:pt x="1311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4045;p61"/>
                <p:cNvSpPr/>
                <p:nvPr/>
              </p:nvSpPr>
              <p:spPr>
                <a:xfrm>
                  <a:off x="4179001" y="3943372"/>
                  <a:ext cx="51673" cy="104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" h="13344" fill="none" extrusionOk="0">
                      <a:moveTo>
                        <a:pt x="1" y="13344"/>
                      </a:moveTo>
                      <a:lnTo>
                        <a:pt x="656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4046;p61"/>
                <p:cNvSpPr/>
                <p:nvPr/>
              </p:nvSpPr>
              <p:spPr>
                <a:xfrm>
                  <a:off x="4248071" y="4019772"/>
                  <a:ext cx="76597" cy="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9" h="1" fill="none" extrusionOk="0">
                      <a:moveTo>
                        <a:pt x="1" y="1"/>
                      </a:moveTo>
                      <a:lnTo>
                        <a:pt x="973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4047;p61"/>
                <p:cNvSpPr/>
                <p:nvPr/>
              </p:nvSpPr>
              <p:spPr>
                <a:xfrm>
                  <a:off x="4219529" y="4138982"/>
                  <a:ext cx="84116" cy="63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5" h="8046" fill="none" extrusionOk="0">
                      <a:moveTo>
                        <a:pt x="1" y="8045"/>
                      </a:moveTo>
                      <a:lnTo>
                        <a:pt x="1069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4048;p61"/>
                <p:cNvSpPr/>
                <p:nvPr/>
              </p:nvSpPr>
              <p:spPr>
                <a:xfrm>
                  <a:off x="3654964" y="3289853"/>
                  <a:ext cx="46820" cy="63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" h="8118" fill="none" extrusionOk="0">
                      <a:moveTo>
                        <a:pt x="1" y="0"/>
                      </a:moveTo>
                      <a:lnTo>
                        <a:pt x="5952" y="811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4049;p61"/>
                <p:cNvSpPr/>
                <p:nvPr/>
              </p:nvSpPr>
              <p:spPr>
                <a:xfrm>
                  <a:off x="3619760" y="3353693"/>
                  <a:ext cx="85736" cy="36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1" h="4670" fill="none" extrusionOk="0">
                      <a:moveTo>
                        <a:pt x="1" y="4670"/>
                      </a:moveTo>
                      <a:lnTo>
                        <a:pt x="1090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4050;p61"/>
                <p:cNvSpPr/>
                <p:nvPr/>
              </p:nvSpPr>
              <p:spPr>
                <a:xfrm>
                  <a:off x="3703011" y="3354739"/>
                  <a:ext cx="70415" cy="7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3" h="10089" fill="none" extrusionOk="0">
                      <a:moveTo>
                        <a:pt x="1" y="0"/>
                      </a:moveTo>
                      <a:lnTo>
                        <a:pt x="8952" y="1008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4051;p61"/>
                <p:cNvSpPr/>
                <p:nvPr/>
              </p:nvSpPr>
              <p:spPr>
                <a:xfrm>
                  <a:off x="3779884" y="3366443"/>
                  <a:ext cx="34449" cy="67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0" h="8601" fill="none" extrusionOk="0">
                      <a:moveTo>
                        <a:pt x="1" y="8601"/>
                      </a:moveTo>
                      <a:lnTo>
                        <a:pt x="438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4052;p61"/>
                <p:cNvSpPr/>
                <p:nvPr/>
              </p:nvSpPr>
              <p:spPr>
                <a:xfrm>
                  <a:off x="3701776" y="3353693"/>
                  <a:ext cx="116363" cy="12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5" h="1622" fill="none" extrusionOk="0">
                      <a:moveTo>
                        <a:pt x="14795" y="162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4053;p61"/>
                <p:cNvSpPr/>
                <p:nvPr/>
              </p:nvSpPr>
              <p:spPr>
                <a:xfrm>
                  <a:off x="3701776" y="3313063"/>
                  <a:ext cx="227204" cy="4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88" h="5167" fill="none" extrusionOk="0">
                      <a:moveTo>
                        <a:pt x="28887" y="1"/>
                      </a:moveTo>
                      <a:lnTo>
                        <a:pt x="0" y="51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4054;p61"/>
                <p:cNvSpPr/>
                <p:nvPr/>
              </p:nvSpPr>
              <p:spPr>
                <a:xfrm>
                  <a:off x="3888633" y="3313063"/>
                  <a:ext cx="40347" cy="11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0" h="14554" fill="none" extrusionOk="0">
                      <a:moveTo>
                        <a:pt x="5129" y="1"/>
                      </a:moveTo>
                      <a:lnTo>
                        <a:pt x="0" y="14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4055;p61"/>
                <p:cNvSpPr/>
                <p:nvPr/>
              </p:nvSpPr>
              <p:spPr>
                <a:xfrm>
                  <a:off x="3814325" y="3366443"/>
                  <a:ext cx="74316" cy="61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9" h="7767" fill="none" extrusionOk="0">
                      <a:moveTo>
                        <a:pt x="1" y="0"/>
                      </a:moveTo>
                      <a:lnTo>
                        <a:pt x="9448" y="77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4056;p61"/>
                <p:cNvSpPr/>
                <p:nvPr/>
              </p:nvSpPr>
              <p:spPr>
                <a:xfrm>
                  <a:off x="3838399" y="3427522"/>
                  <a:ext cx="50242" cy="67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8614" fill="none" extrusionOk="0">
                      <a:moveTo>
                        <a:pt x="0" y="8613"/>
                      </a:moveTo>
                      <a:lnTo>
                        <a:pt x="638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4057;p61"/>
                <p:cNvSpPr/>
                <p:nvPr/>
              </p:nvSpPr>
              <p:spPr>
                <a:xfrm>
                  <a:off x="3814325" y="3313063"/>
                  <a:ext cx="114656" cy="5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8" h="6788" fill="none" extrusionOk="0">
                      <a:moveTo>
                        <a:pt x="1" y="6787"/>
                      </a:moveTo>
                      <a:lnTo>
                        <a:pt x="1457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4058;p61"/>
                <p:cNvSpPr/>
                <p:nvPr/>
              </p:nvSpPr>
              <p:spPr>
                <a:xfrm>
                  <a:off x="3888633" y="3427522"/>
                  <a:ext cx="55377" cy="76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1" h="9690" fill="none" extrusionOk="0">
                      <a:moveTo>
                        <a:pt x="0" y="0"/>
                      </a:moveTo>
                      <a:lnTo>
                        <a:pt x="7041" y="9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4059;p61"/>
                <p:cNvSpPr/>
                <p:nvPr/>
              </p:nvSpPr>
              <p:spPr>
                <a:xfrm>
                  <a:off x="3944003" y="3406208"/>
                  <a:ext cx="40631" cy="97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12400" fill="none" extrusionOk="0">
                      <a:moveTo>
                        <a:pt x="1" y="12400"/>
                      </a:moveTo>
                      <a:lnTo>
                        <a:pt x="516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4060;p61"/>
                <p:cNvSpPr/>
                <p:nvPr/>
              </p:nvSpPr>
              <p:spPr>
                <a:xfrm>
                  <a:off x="3984625" y="3357500"/>
                  <a:ext cx="55291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0" h="6194" fill="none" extrusionOk="0">
                      <a:moveTo>
                        <a:pt x="1" y="6194"/>
                      </a:moveTo>
                      <a:lnTo>
                        <a:pt x="7029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4061;p61"/>
                <p:cNvSpPr/>
                <p:nvPr/>
              </p:nvSpPr>
              <p:spPr>
                <a:xfrm>
                  <a:off x="3888633" y="3406208"/>
                  <a:ext cx="96000" cy="21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6" h="2711" fill="none" extrusionOk="0">
                      <a:moveTo>
                        <a:pt x="0" y="2710"/>
                      </a:moveTo>
                      <a:lnTo>
                        <a:pt x="1220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4062;p61"/>
                <p:cNvSpPr/>
                <p:nvPr/>
              </p:nvSpPr>
              <p:spPr>
                <a:xfrm>
                  <a:off x="3984625" y="3406208"/>
                  <a:ext cx="42251" cy="136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2" h="17336" fill="none" extrusionOk="0">
                      <a:moveTo>
                        <a:pt x="1" y="1"/>
                      </a:moveTo>
                      <a:lnTo>
                        <a:pt x="5372" y="17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4063;p61"/>
                <p:cNvSpPr/>
                <p:nvPr/>
              </p:nvSpPr>
              <p:spPr>
                <a:xfrm>
                  <a:off x="4026868" y="3427522"/>
                  <a:ext cx="35597" cy="115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6" h="14626" fill="none" extrusionOk="0">
                      <a:moveTo>
                        <a:pt x="1" y="14625"/>
                      </a:moveTo>
                      <a:lnTo>
                        <a:pt x="452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4064;p61"/>
                <p:cNvSpPr/>
                <p:nvPr/>
              </p:nvSpPr>
              <p:spPr>
                <a:xfrm>
                  <a:off x="3876261" y="3542548"/>
                  <a:ext cx="150615" cy="5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0" h="6618" fill="none" extrusionOk="0">
                      <a:moveTo>
                        <a:pt x="1" y="6617"/>
                      </a:moveTo>
                      <a:lnTo>
                        <a:pt x="1915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4065;p61"/>
                <p:cNvSpPr/>
                <p:nvPr/>
              </p:nvSpPr>
              <p:spPr>
                <a:xfrm>
                  <a:off x="4006702" y="3542548"/>
                  <a:ext cx="20174" cy="9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5" h="12593" fill="none" extrusionOk="0">
                      <a:moveTo>
                        <a:pt x="2565" y="0"/>
                      </a:moveTo>
                      <a:lnTo>
                        <a:pt x="0" y="1259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4066;p61"/>
                <p:cNvSpPr/>
                <p:nvPr/>
              </p:nvSpPr>
              <p:spPr>
                <a:xfrm>
                  <a:off x="3912700" y="3641584"/>
                  <a:ext cx="97817" cy="41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7" h="5312" fill="none" extrusionOk="0">
                      <a:moveTo>
                        <a:pt x="1" y="5311"/>
                      </a:moveTo>
                      <a:lnTo>
                        <a:pt x="1243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4067;p61"/>
                <p:cNvSpPr/>
                <p:nvPr/>
              </p:nvSpPr>
              <p:spPr>
                <a:xfrm>
                  <a:off x="3875601" y="3503726"/>
                  <a:ext cx="68410" cy="89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11336" fill="none" extrusionOk="0">
                      <a:moveTo>
                        <a:pt x="8698" y="1"/>
                      </a:moveTo>
                      <a:lnTo>
                        <a:pt x="0" y="11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4068;p61"/>
                <p:cNvSpPr/>
                <p:nvPr/>
              </p:nvSpPr>
              <p:spPr>
                <a:xfrm>
                  <a:off x="3944003" y="3503726"/>
                  <a:ext cx="89441" cy="36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" h="4598" fill="none" extrusionOk="0">
                      <a:moveTo>
                        <a:pt x="1" y="1"/>
                      </a:moveTo>
                      <a:lnTo>
                        <a:pt x="11372" y="459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4069;p61"/>
                <p:cNvSpPr/>
                <p:nvPr/>
              </p:nvSpPr>
              <p:spPr>
                <a:xfrm>
                  <a:off x="4033436" y="3490599"/>
                  <a:ext cx="132824" cy="4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8" h="6267" fill="none" extrusionOk="0">
                      <a:moveTo>
                        <a:pt x="1" y="6267"/>
                      </a:moveTo>
                      <a:lnTo>
                        <a:pt x="16888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4070;p61"/>
                <p:cNvSpPr/>
                <p:nvPr/>
              </p:nvSpPr>
              <p:spPr>
                <a:xfrm>
                  <a:off x="4166252" y="3490599"/>
                  <a:ext cx="73459" cy="95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0" h="12146" fill="none" extrusionOk="0">
                      <a:moveTo>
                        <a:pt x="1" y="0"/>
                      </a:moveTo>
                      <a:lnTo>
                        <a:pt x="9339" y="1214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4071;p61"/>
                <p:cNvSpPr/>
                <p:nvPr/>
              </p:nvSpPr>
              <p:spPr>
                <a:xfrm>
                  <a:off x="4027726" y="3539882"/>
                  <a:ext cx="211985" cy="39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53" h="5082" fill="none" extrusionOk="0">
                      <a:moveTo>
                        <a:pt x="26952" y="508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4072;p61"/>
                <p:cNvSpPr/>
                <p:nvPr/>
              </p:nvSpPr>
              <p:spPr>
                <a:xfrm>
                  <a:off x="4027726" y="3539882"/>
                  <a:ext cx="99720" cy="174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9" h="22235" fill="none" extrusionOk="0">
                      <a:moveTo>
                        <a:pt x="1" y="1"/>
                      </a:moveTo>
                      <a:lnTo>
                        <a:pt x="12678" y="222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4073;p61"/>
                <p:cNvSpPr/>
                <p:nvPr/>
              </p:nvSpPr>
              <p:spPr>
                <a:xfrm>
                  <a:off x="4027726" y="3539882"/>
                  <a:ext cx="159754" cy="111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2" h="14203" fill="none" extrusionOk="0">
                      <a:moveTo>
                        <a:pt x="1" y="1"/>
                      </a:moveTo>
                      <a:lnTo>
                        <a:pt x="20311" y="142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4074;p61"/>
                <p:cNvSpPr/>
                <p:nvPr/>
              </p:nvSpPr>
              <p:spPr>
                <a:xfrm>
                  <a:off x="4006702" y="3641584"/>
                  <a:ext cx="120743" cy="73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52" h="9304" fill="none" extrusionOk="0">
                      <a:moveTo>
                        <a:pt x="0" y="1"/>
                      </a:moveTo>
                      <a:lnTo>
                        <a:pt x="15351" y="930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4075;p61"/>
                <p:cNvSpPr/>
                <p:nvPr/>
              </p:nvSpPr>
              <p:spPr>
                <a:xfrm>
                  <a:off x="4006702" y="3641584"/>
                  <a:ext cx="39773" cy="140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7" h="17832" fill="none" extrusionOk="0">
                      <a:moveTo>
                        <a:pt x="5057" y="17832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4076;p61"/>
                <p:cNvSpPr/>
                <p:nvPr/>
              </p:nvSpPr>
              <p:spPr>
                <a:xfrm>
                  <a:off x="3996423" y="3784585"/>
                  <a:ext cx="51862" cy="1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4" h="1307" fill="none" extrusionOk="0">
                      <a:moveTo>
                        <a:pt x="1" y="1307"/>
                      </a:moveTo>
                      <a:lnTo>
                        <a:pt x="659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4077;p61"/>
                <p:cNvSpPr/>
                <p:nvPr/>
              </p:nvSpPr>
              <p:spPr>
                <a:xfrm>
                  <a:off x="4048277" y="3784585"/>
                  <a:ext cx="47583" cy="68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0" h="8759" fill="none" extrusionOk="0">
                      <a:moveTo>
                        <a:pt x="1" y="0"/>
                      </a:moveTo>
                      <a:lnTo>
                        <a:pt x="6049" y="875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4078;p61"/>
                <p:cNvSpPr/>
                <p:nvPr/>
              </p:nvSpPr>
              <p:spPr>
                <a:xfrm>
                  <a:off x="4095947" y="3788392"/>
                  <a:ext cx="10280" cy="64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8251" fill="none" extrusionOk="0">
                      <a:moveTo>
                        <a:pt x="0" y="8250"/>
                      </a:moveTo>
                      <a:lnTo>
                        <a:pt x="130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4079;p61"/>
                <p:cNvSpPr/>
                <p:nvPr/>
              </p:nvSpPr>
              <p:spPr>
                <a:xfrm>
                  <a:off x="4095852" y="3853467"/>
                  <a:ext cx="45672" cy="1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7" h="2021" fill="none" extrusionOk="0">
                      <a:moveTo>
                        <a:pt x="0" y="0"/>
                      </a:moveTo>
                      <a:lnTo>
                        <a:pt x="5807" y="2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4080;p61"/>
                <p:cNvSpPr/>
                <p:nvPr/>
              </p:nvSpPr>
              <p:spPr>
                <a:xfrm>
                  <a:off x="4138567" y="3868308"/>
                  <a:ext cx="16469" cy="10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2932" fill="none" extrusionOk="0">
                      <a:moveTo>
                        <a:pt x="1" y="1"/>
                      </a:moveTo>
                      <a:lnTo>
                        <a:pt x="2093" y="129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4081;p61"/>
                <p:cNvSpPr/>
                <p:nvPr/>
              </p:nvSpPr>
              <p:spPr>
                <a:xfrm>
                  <a:off x="3875601" y="3592876"/>
                  <a:ext cx="131110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0" h="6194" fill="none" extrusionOk="0">
                      <a:moveTo>
                        <a:pt x="0" y="0"/>
                      </a:moveTo>
                      <a:lnTo>
                        <a:pt x="16669" y="61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4082;p61"/>
                <p:cNvSpPr/>
                <p:nvPr/>
              </p:nvSpPr>
              <p:spPr>
                <a:xfrm>
                  <a:off x="4164828" y="3394410"/>
                  <a:ext cx="26458" cy="93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4" h="11844" fill="none" extrusionOk="0">
                      <a:moveTo>
                        <a:pt x="0" y="11843"/>
                      </a:moveTo>
                      <a:lnTo>
                        <a:pt x="336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4083;p61"/>
                <p:cNvSpPr/>
                <p:nvPr/>
              </p:nvSpPr>
              <p:spPr>
                <a:xfrm>
                  <a:off x="4191278" y="3394410"/>
                  <a:ext cx="86586" cy="52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6703" fill="none" extrusionOk="0">
                      <a:moveTo>
                        <a:pt x="0" y="1"/>
                      </a:moveTo>
                      <a:lnTo>
                        <a:pt x="11008" y="67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" name="Google Shape;4084;p61"/>
              <p:cNvGrpSpPr/>
              <p:nvPr/>
            </p:nvGrpSpPr>
            <p:grpSpPr>
              <a:xfrm>
                <a:off x="4180904" y="4251758"/>
                <a:ext cx="37783" cy="32420"/>
                <a:chOff x="4180904" y="4251758"/>
                <a:chExt cx="37783" cy="32420"/>
              </a:xfrm>
            </p:grpSpPr>
            <p:sp>
              <p:nvSpPr>
                <p:cNvPr id="151" name="Google Shape;4085;p61"/>
                <p:cNvSpPr/>
                <p:nvPr/>
              </p:nvSpPr>
              <p:spPr>
                <a:xfrm>
                  <a:off x="4180904" y="4251758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1"/>
                        <a:pt x="2759" y="4121"/>
                      </a:cubicBezTo>
                      <a:cubicBezTo>
                        <a:pt x="3884" y="4109"/>
                        <a:pt x="4803" y="3190"/>
                        <a:pt x="4803" y="2065"/>
                      </a:cubicBezTo>
                      <a:cubicBezTo>
                        <a:pt x="4803" y="823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4086;p61"/>
                <p:cNvSpPr/>
                <p:nvPr/>
              </p:nvSpPr>
              <p:spPr>
                <a:xfrm>
                  <a:off x="4196037" y="426143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" name="Google Shape;4087;p61"/>
              <p:cNvGrpSpPr/>
              <p:nvPr/>
            </p:nvGrpSpPr>
            <p:grpSpPr>
              <a:xfrm>
                <a:off x="4201644" y="4081324"/>
                <a:ext cx="37783" cy="32364"/>
                <a:chOff x="4201644" y="4081324"/>
                <a:chExt cx="37783" cy="32364"/>
              </a:xfrm>
            </p:grpSpPr>
            <p:sp>
              <p:nvSpPr>
                <p:cNvPr id="149" name="Google Shape;4088;p61"/>
                <p:cNvSpPr/>
                <p:nvPr/>
              </p:nvSpPr>
              <p:spPr>
                <a:xfrm>
                  <a:off x="4201644" y="4081324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4089;p61"/>
                <p:cNvSpPr/>
                <p:nvPr/>
              </p:nvSpPr>
              <p:spPr>
                <a:xfrm>
                  <a:off x="4214582" y="4091037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83"/>
                        <a:pt x="521" y="1415"/>
                      </a:cubicBezTo>
                      <a:cubicBezTo>
                        <a:pt x="688" y="1582"/>
                        <a:pt x="894" y="1657"/>
                        <a:pt x="1096" y="1657"/>
                      </a:cubicBezTo>
                      <a:cubicBezTo>
                        <a:pt x="1524" y="1657"/>
                        <a:pt x="1936" y="1323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" name="Google Shape;4090;p61"/>
              <p:cNvGrpSpPr/>
              <p:nvPr/>
            </p:nvGrpSpPr>
            <p:grpSpPr>
              <a:xfrm>
                <a:off x="4284416" y="3887428"/>
                <a:ext cx="37783" cy="32451"/>
                <a:chOff x="4284416" y="3887428"/>
                <a:chExt cx="37783" cy="32451"/>
              </a:xfrm>
            </p:grpSpPr>
            <p:sp>
              <p:nvSpPr>
                <p:cNvPr id="147" name="Google Shape;4091;p61"/>
                <p:cNvSpPr/>
                <p:nvPr/>
              </p:nvSpPr>
              <p:spPr>
                <a:xfrm>
                  <a:off x="4284416" y="3887428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20" y="4126"/>
                        <a:pt x="2747" y="4126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4092;p61"/>
                <p:cNvSpPr/>
                <p:nvPr/>
              </p:nvSpPr>
              <p:spPr>
                <a:xfrm>
                  <a:off x="4299548" y="3897039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" name="Google Shape;4093;p61"/>
              <p:cNvGrpSpPr/>
              <p:nvPr/>
            </p:nvGrpSpPr>
            <p:grpSpPr>
              <a:xfrm>
                <a:off x="4223721" y="3860404"/>
                <a:ext cx="37870" cy="32364"/>
                <a:chOff x="4223721" y="3860404"/>
                <a:chExt cx="37870" cy="32364"/>
              </a:xfrm>
            </p:grpSpPr>
            <p:sp>
              <p:nvSpPr>
                <p:cNvPr id="145" name="Google Shape;4094;p61"/>
                <p:cNvSpPr/>
                <p:nvPr/>
              </p:nvSpPr>
              <p:spPr>
                <a:xfrm>
                  <a:off x="4223721" y="3860404"/>
                  <a:ext cx="37870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5" extrusionOk="0">
                      <a:moveTo>
                        <a:pt x="2735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58" y="4114"/>
                      </a:cubicBezTo>
                      <a:cubicBezTo>
                        <a:pt x="3883" y="4114"/>
                        <a:pt x="4803" y="3195"/>
                        <a:pt x="4815" y="2058"/>
                      </a:cubicBezTo>
                      <a:cubicBezTo>
                        <a:pt x="4815" y="822"/>
                        <a:pt x="3795" y="1"/>
                        <a:pt x="273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4095;p61"/>
                <p:cNvSpPr/>
                <p:nvPr/>
              </p:nvSpPr>
              <p:spPr>
                <a:xfrm>
                  <a:off x="4238846" y="38701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" name="Google Shape;4096;p61"/>
              <p:cNvGrpSpPr/>
              <p:nvPr/>
            </p:nvGrpSpPr>
            <p:grpSpPr>
              <a:xfrm>
                <a:off x="4104889" y="3699242"/>
                <a:ext cx="37776" cy="32357"/>
                <a:chOff x="4104889" y="3699242"/>
                <a:chExt cx="37776" cy="32357"/>
              </a:xfrm>
            </p:grpSpPr>
            <p:sp>
              <p:nvSpPr>
                <p:cNvPr id="143" name="Google Shape;4097;p61"/>
                <p:cNvSpPr/>
                <p:nvPr/>
              </p:nvSpPr>
              <p:spPr>
                <a:xfrm>
                  <a:off x="4104889" y="3699242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8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4098;p61"/>
                <p:cNvSpPr/>
                <p:nvPr/>
              </p:nvSpPr>
              <p:spPr>
                <a:xfrm>
                  <a:off x="4120013" y="37089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76" y="0"/>
                        <a:pt x="1" y="375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" name="Google Shape;4099;p61"/>
              <p:cNvGrpSpPr/>
              <p:nvPr/>
            </p:nvGrpSpPr>
            <p:grpSpPr>
              <a:xfrm>
                <a:off x="4143608" y="3475121"/>
                <a:ext cx="37878" cy="32420"/>
                <a:chOff x="4143608" y="3475121"/>
                <a:chExt cx="37878" cy="32420"/>
              </a:xfrm>
            </p:grpSpPr>
            <p:sp>
              <p:nvSpPr>
                <p:cNvPr id="141" name="Google Shape;4100;p61"/>
                <p:cNvSpPr/>
                <p:nvPr/>
              </p:nvSpPr>
              <p:spPr>
                <a:xfrm>
                  <a:off x="4143608" y="3475121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50" y="0"/>
                      </a:moveTo>
                      <a:cubicBezTo>
                        <a:pt x="2244" y="0"/>
                        <a:pt x="1727" y="190"/>
                        <a:pt x="1307" y="614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96" y="4122"/>
                        <a:pt x="4815" y="3202"/>
                        <a:pt x="4815" y="2065"/>
                      </a:cubicBezTo>
                      <a:cubicBezTo>
                        <a:pt x="4815" y="823"/>
                        <a:pt x="3805" y="0"/>
                        <a:pt x="275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4101;p61"/>
                <p:cNvSpPr/>
                <p:nvPr/>
              </p:nvSpPr>
              <p:spPr>
                <a:xfrm>
                  <a:off x="4158741" y="348479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94" y="1658"/>
                        <a:pt x="1657" y="1295"/>
                        <a:pt x="1657" y="835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" name="Google Shape;4102;p61"/>
              <p:cNvGrpSpPr/>
              <p:nvPr/>
            </p:nvGrpSpPr>
            <p:grpSpPr>
              <a:xfrm>
                <a:off x="4217248" y="3570893"/>
                <a:ext cx="37776" cy="32364"/>
                <a:chOff x="4217248" y="3570893"/>
                <a:chExt cx="37776" cy="32364"/>
              </a:xfrm>
            </p:grpSpPr>
            <p:sp>
              <p:nvSpPr>
                <p:cNvPr id="139" name="Google Shape;4103;p61"/>
                <p:cNvSpPr/>
                <p:nvPr/>
              </p:nvSpPr>
              <p:spPr>
                <a:xfrm>
                  <a:off x="4217248" y="3570893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4104;p61"/>
                <p:cNvSpPr/>
                <p:nvPr/>
              </p:nvSpPr>
              <p:spPr>
                <a:xfrm>
                  <a:off x="4232373" y="3580599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4" y="1"/>
                      </a:moveTo>
                      <a:cubicBezTo>
                        <a:pt x="364" y="1"/>
                        <a:pt x="1" y="376"/>
                        <a:pt x="1" y="824"/>
                      </a:cubicBezTo>
                      <a:cubicBezTo>
                        <a:pt x="1" y="1283"/>
                        <a:pt x="364" y="1658"/>
                        <a:pt x="824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76"/>
                        <a:pt x="1283" y="1"/>
                        <a:pt x="82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" name="Google Shape;4105;p61"/>
              <p:cNvGrpSpPr/>
              <p:nvPr/>
            </p:nvGrpSpPr>
            <p:grpSpPr>
              <a:xfrm>
                <a:off x="4255307" y="3431612"/>
                <a:ext cx="37776" cy="32451"/>
                <a:chOff x="4255307" y="3431612"/>
                <a:chExt cx="37776" cy="32451"/>
              </a:xfrm>
            </p:grpSpPr>
            <p:sp>
              <p:nvSpPr>
                <p:cNvPr id="137" name="Google Shape;4106;p61"/>
                <p:cNvSpPr/>
                <p:nvPr/>
              </p:nvSpPr>
              <p:spPr>
                <a:xfrm>
                  <a:off x="4255307" y="3431612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4107;p61"/>
                <p:cNvSpPr/>
                <p:nvPr/>
              </p:nvSpPr>
              <p:spPr>
                <a:xfrm>
                  <a:off x="4270432" y="34413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8"/>
                        <a:pt x="835" y="1658"/>
                      </a:cubicBezTo>
                      <a:cubicBezTo>
                        <a:pt x="1295" y="1658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" name="Google Shape;4108;p61"/>
              <p:cNvGrpSpPr/>
              <p:nvPr/>
            </p:nvGrpSpPr>
            <p:grpSpPr>
              <a:xfrm>
                <a:off x="3853052" y="3577398"/>
                <a:ext cx="37776" cy="32420"/>
                <a:chOff x="3853052" y="3577398"/>
                <a:chExt cx="37776" cy="32420"/>
              </a:xfrm>
            </p:grpSpPr>
            <p:sp>
              <p:nvSpPr>
                <p:cNvPr id="135" name="Google Shape;4109;p61"/>
                <p:cNvSpPr/>
                <p:nvPr/>
              </p:nvSpPr>
              <p:spPr>
                <a:xfrm>
                  <a:off x="3853052" y="3577398"/>
                  <a:ext cx="37776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2" extrusionOk="0">
                      <a:moveTo>
                        <a:pt x="2737" y="0"/>
                      </a:moveTo>
                      <a:cubicBezTo>
                        <a:pt x="2231" y="0"/>
                        <a:pt x="1714" y="190"/>
                        <a:pt x="1294" y="614"/>
                      </a:cubicBezTo>
                      <a:cubicBezTo>
                        <a:pt x="0" y="1908"/>
                        <a:pt x="919" y="4122"/>
                        <a:pt x="2746" y="4122"/>
                      </a:cubicBezTo>
                      <a:cubicBezTo>
                        <a:pt x="3883" y="4122"/>
                        <a:pt x="4803" y="3202"/>
                        <a:pt x="4803" y="2065"/>
                      </a:cubicBezTo>
                      <a:cubicBezTo>
                        <a:pt x="4803" y="823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4110;p61"/>
                <p:cNvSpPr/>
                <p:nvPr/>
              </p:nvSpPr>
              <p:spPr>
                <a:xfrm>
                  <a:off x="3868176" y="35870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35"/>
                      </a:cubicBezTo>
                      <a:cubicBezTo>
                        <a:pt x="1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" name="Google Shape;4111;p61"/>
              <p:cNvGrpSpPr/>
              <p:nvPr/>
            </p:nvGrpSpPr>
            <p:grpSpPr>
              <a:xfrm>
                <a:off x="4039908" y="3412107"/>
                <a:ext cx="37776" cy="32357"/>
                <a:chOff x="4039908" y="3412107"/>
                <a:chExt cx="37776" cy="32357"/>
              </a:xfrm>
            </p:grpSpPr>
            <p:sp>
              <p:nvSpPr>
                <p:cNvPr id="133" name="Google Shape;4112;p61"/>
                <p:cNvSpPr/>
                <p:nvPr/>
              </p:nvSpPr>
              <p:spPr>
                <a:xfrm>
                  <a:off x="4039908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4113;p61"/>
                <p:cNvSpPr/>
                <p:nvPr/>
              </p:nvSpPr>
              <p:spPr>
                <a:xfrm>
                  <a:off x="4055033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63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" name="Google Shape;4114;p61"/>
              <p:cNvGrpSpPr/>
              <p:nvPr/>
            </p:nvGrpSpPr>
            <p:grpSpPr>
              <a:xfrm>
                <a:off x="4017360" y="3342061"/>
                <a:ext cx="37870" cy="32380"/>
                <a:chOff x="4017360" y="3342061"/>
                <a:chExt cx="37870" cy="32380"/>
              </a:xfrm>
            </p:grpSpPr>
            <p:sp>
              <p:nvSpPr>
                <p:cNvPr id="131" name="Google Shape;4115;p61"/>
                <p:cNvSpPr/>
                <p:nvPr/>
              </p:nvSpPr>
              <p:spPr>
                <a:xfrm>
                  <a:off x="4017360" y="3342061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0"/>
                      </a:moveTo>
                      <a:cubicBezTo>
                        <a:pt x="2243" y="0"/>
                        <a:pt x="1726" y="189"/>
                        <a:pt x="1307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95" y="4116"/>
                        <a:pt x="4815" y="3197"/>
                        <a:pt x="4815" y="2060"/>
                      </a:cubicBezTo>
                      <a:cubicBezTo>
                        <a:pt x="4815" y="817"/>
                        <a:pt x="3804" y="0"/>
                        <a:pt x="274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4116;p61"/>
                <p:cNvSpPr/>
                <p:nvPr/>
              </p:nvSpPr>
              <p:spPr>
                <a:xfrm>
                  <a:off x="403248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" name="Google Shape;4117;p61"/>
              <p:cNvSpPr/>
              <p:nvPr/>
            </p:nvSpPr>
            <p:spPr>
              <a:xfrm>
                <a:off x="3998712" y="3520180"/>
                <a:ext cx="47764" cy="40929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5204" extrusionOk="0">
                    <a:moveTo>
                      <a:pt x="3457" y="0"/>
                    </a:moveTo>
                    <a:cubicBezTo>
                      <a:pt x="2821" y="0"/>
                      <a:pt x="2173" y="236"/>
                      <a:pt x="1645" y="764"/>
                    </a:cubicBezTo>
                    <a:cubicBezTo>
                      <a:pt x="0" y="2397"/>
                      <a:pt x="1162" y="5191"/>
                      <a:pt x="3472" y="5203"/>
                    </a:cubicBezTo>
                    <a:cubicBezTo>
                      <a:pt x="4899" y="5191"/>
                      <a:pt x="6061" y="4030"/>
                      <a:pt x="6073" y="2602"/>
                    </a:cubicBezTo>
                    <a:cubicBezTo>
                      <a:pt x="6073" y="1038"/>
                      <a:pt x="4792" y="0"/>
                      <a:pt x="34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4118;p61"/>
              <p:cNvSpPr/>
              <p:nvPr/>
            </p:nvSpPr>
            <p:spPr>
              <a:xfrm>
                <a:off x="4011744" y="3529893"/>
                <a:ext cx="25026" cy="21448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2727" extrusionOk="0">
                    <a:moveTo>
                      <a:pt x="1815" y="0"/>
                    </a:moveTo>
                    <a:cubicBezTo>
                      <a:pt x="605" y="0"/>
                      <a:pt x="1" y="1464"/>
                      <a:pt x="847" y="2323"/>
                    </a:cubicBezTo>
                    <a:cubicBezTo>
                      <a:pt x="1126" y="2601"/>
                      <a:pt x="1468" y="2726"/>
                      <a:pt x="1803" y="2726"/>
                    </a:cubicBezTo>
                    <a:cubicBezTo>
                      <a:pt x="2503" y="2726"/>
                      <a:pt x="3174" y="2185"/>
                      <a:pt x="3182" y="1367"/>
                    </a:cubicBezTo>
                    <a:cubicBezTo>
                      <a:pt x="3182" y="605"/>
                      <a:pt x="2565" y="0"/>
                      <a:pt x="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" name="Google Shape;4119;p61"/>
              <p:cNvGrpSpPr/>
              <p:nvPr/>
            </p:nvGrpSpPr>
            <p:grpSpPr>
              <a:xfrm>
                <a:off x="3750870" y="3418650"/>
                <a:ext cx="37776" cy="32380"/>
                <a:chOff x="3750870" y="3418650"/>
                <a:chExt cx="37776" cy="32380"/>
              </a:xfrm>
            </p:grpSpPr>
            <p:sp>
              <p:nvSpPr>
                <p:cNvPr id="129" name="Google Shape;4120;p61"/>
                <p:cNvSpPr/>
                <p:nvPr/>
              </p:nvSpPr>
              <p:spPr>
                <a:xfrm>
                  <a:off x="3750870" y="3418650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8"/>
                        <a:pt x="1295" y="608"/>
                      </a:cubicBezTo>
                      <a:cubicBezTo>
                        <a:pt x="0" y="1903"/>
                        <a:pt x="920" y="4116"/>
                        <a:pt x="2746" y="4116"/>
                      </a:cubicBezTo>
                      <a:cubicBezTo>
                        <a:pt x="3883" y="4104"/>
                        <a:pt x="4803" y="3185"/>
                        <a:pt x="4803" y="2060"/>
                      </a:cubicBezTo>
                      <a:cubicBezTo>
                        <a:pt x="4803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4121;p61"/>
                <p:cNvSpPr/>
                <p:nvPr/>
              </p:nvSpPr>
              <p:spPr>
                <a:xfrm>
                  <a:off x="3765994" y="342828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35"/>
                      </a:cubicBezTo>
                      <a:cubicBezTo>
                        <a:pt x="1" y="1294"/>
                        <a:pt x="363" y="1657"/>
                        <a:pt x="823" y="1657"/>
                      </a:cubicBezTo>
                      <a:cubicBezTo>
                        <a:pt x="1283" y="1657"/>
                        <a:pt x="1658" y="1294"/>
                        <a:pt x="1658" y="835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" name="Google Shape;4122;p61"/>
              <p:cNvGrpSpPr/>
              <p:nvPr/>
            </p:nvGrpSpPr>
            <p:grpSpPr>
              <a:xfrm>
                <a:off x="3632509" y="3274438"/>
                <a:ext cx="37783" cy="32357"/>
                <a:chOff x="3632509" y="3274438"/>
                <a:chExt cx="37783" cy="32357"/>
              </a:xfrm>
            </p:grpSpPr>
            <p:sp>
              <p:nvSpPr>
                <p:cNvPr id="127" name="Google Shape;4123;p61"/>
                <p:cNvSpPr/>
                <p:nvPr/>
              </p:nvSpPr>
              <p:spPr>
                <a:xfrm>
                  <a:off x="3632509" y="327443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4124;p61"/>
                <p:cNvSpPr/>
                <p:nvPr/>
              </p:nvSpPr>
              <p:spPr>
                <a:xfrm>
                  <a:off x="3647547" y="328404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" name="Google Shape;4125;p61"/>
              <p:cNvGrpSpPr/>
              <p:nvPr/>
            </p:nvGrpSpPr>
            <p:grpSpPr>
              <a:xfrm>
                <a:off x="3906424" y="3297561"/>
                <a:ext cx="37776" cy="32451"/>
                <a:chOff x="3906424" y="3297561"/>
                <a:chExt cx="37776" cy="32451"/>
              </a:xfrm>
            </p:grpSpPr>
            <p:sp>
              <p:nvSpPr>
                <p:cNvPr id="125" name="Google Shape;4126;p61"/>
                <p:cNvSpPr/>
                <p:nvPr/>
              </p:nvSpPr>
              <p:spPr>
                <a:xfrm>
                  <a:off x="3906424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0" y="1899"/>
                        <a:pt x="920" y="4125"/>
                        <a:pt x="2746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4127;p61"/>
                <p:cNvSpPr/>
                <p:nvPr/>
              </p:nvSpPr>
              <p:spPr>
                <a:xfrm>
                  <a:off x="3921548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0"/>
                      </a:moveTo>
                      <a:cubicBezTo>
                        <a:pt x="364" y="0"/>
                        <a:pt x="1" y="363"/>
                        <a:pt x="1" y="823"/>
                      </a:cubicBezTo>
                      <a:cubicBezTo>
                        <a:pt x="1" y="1282"/>
                        <a:pt x="364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63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" name="Google Shape;4128;p61"/>
              <p:cNvGrpSpPr/>
              <p:nvPr/>
            </p:nvGrpSpPr>
            <p:grpSpPr>
              <a:xfrm>
                <a:off x="3866084" y="3412107"/>
                <a:ext cx="37776" cy="32357"/>
                <a:chOff x="3866084" y="3412107"/>
                <a:chExt cx="37776" cy="32357"/>
              </a:xfrm>
            </p:grpSpPr>
            <p:sp>
              <p:nvSpPr>
                <p:cNvPr id="123" name="Google Shape;4129;p61"/>
                <p:cNvSpPr/>
                <p:nvPr/>
              </p:nvSpPr>
              <p:spPr>
                <a:xfrm>
                  <a:off x="3866084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4130;p61"/>
                <p:cNvSpPr/>
                <p:nvPr/>
              </p:nvSpPr>
              <p:spPr>
                <a:xfrm>
                  <a:off x="3881208" y="342181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64" y="1"/>
                        <a:pt x="1" y="363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" name="Google Shape;4131;p61"/>
              <p:cNvGrpSpPr/>
              <p:nvPr/>
            </p:nvGrpSpPr>
            <p:grpSpPr>
              <a:xfrm>
                <a:off x="4023919" y="3766409"/>
                <a:ext cx="37783" cy="32357"/>
                <a:chOff x="4023919" y="3766409"/>
                <a:chExt cx="37783" cy="32357"/>
              </a:xfrm>
            </p:grpSpPr>
            <p:sp>
              <p:nvSpPr>
                <p:cNvPr id="121" name="Google Shape;4132;p61"/>
                <p:cNvSpPr/>
                <p:nvPr/>
              </p:nvSpPr>
              <p:spPr>
                <a:xfrm>
                  <a:off x="4023919" y="37664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4133;p61"/>
                <p:cNvSpPr/>
                <p:nvPr/>
              </p:nvSpPr>
              <p:spPr>
                <a:xfrm>
                  <a:off x="4039051" y="377611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" name="Google Shape;4134;p61"/>
              <p:cNvGrpSpPr/>
              <p:nvPr/>
            </p:nvGrpSpPr>
            <p:grpSpPr>
              <a:xfrm>
                <a:off x="3973882" y="3779449"/>
                <a:ext cx="37776" cy="32357"/>
                <a:chOff x="3973882" y="3779449"/>
                <a:chExt cx="37776" cy="32357"/>
              </a:xfrm>
            </p:grpSpPr>
            <p:sp>
              <p:nvSpPr>
                <p:cNvPr id="119" name="Google Shape;4135;p61"/>
                <p:cNvSpPr/>
                <p:nvPr/>
              </p:nvSpPr>
              <p:spPr>
                <a:xfrm>
                  <a:off x="3973882" y="3779449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899"/>
                        <a:pt x="919" y="4113"/>
                        <a:pt x="2746" y="4113"/>
                      </a:cubicBezTo>
                      <a:cubicBezTo>
                        <a:pt x="3883" y="4113"/>
                        <a:pt x="4802" y="3194"/>
                        <a:pt x="4802" y="2069"/>
                      </a:cubicBezTo>
                      <a:cubicBezTo>
                        <a:pt x="4802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4136;p61"/>
                <p:cNvSpPr/>
                <p:nvPr/>
              </p:nvSpPr>
              <p:spPr>
                <a:xfrm>
                  <a:off x="3989006" y="37891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23"/>
                      </a:cubicBezTo>
                      <a:cubicBezTo>
                        <a:pt x="0" y="1282"/>
                        <a:pt x="363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" name="Google Shape;4137;p61"/>
              <p:cNvGrpSpPr/>
              <p:nvPr/>
            </p:nvGrpSpPr>
            <p:grpSpPr>
              <a:xfrm>
                <a:off x="4073398" y="3838028"/>
                <a:ext cx="37776" cy="32380"/>
                <a:chOff x="4073398" y="3838028"/>
                <a:chExt cx="37776" cy="32380"/>
              </a:xfrm>
            </p:grpSpPr>
            <p:sp>
              <p:nvSpPr>
                <p:cNvPr id="117" name="Google Shape;4138;p61"/>
                <p:cNvSpPr/>
                <p:nvPr/>
              </p:nvSpPr>
              <p:spPr>
                <a:xfrm>
                  <a:off x="4073398" y="3838028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5" y="609"/>
                      </a:cubicBezTo>
                      <a:cubicBezTo>
                        <a:pt x="0" y="1891"/>
                        <a:pt x="920" y="4105"/>
                        <a:pt x="2746" y="4117"/>
                      </a:cubicBezTo>
                      <a:cubicBezTo>
                        <a:pt x="3883" y="4105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4139;p61"/>
                <p:cNvSpPr/>
                <p:nvPr/>
              </p:nvSpPr>
              <p:spPr>
                <a:xfrm>
                  <a:off x="4088428" y="38476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" name="Google Shape;4140;p61"/>
              <p:cNvGrpSpPr/>
              <p:nvPr/>
            </p:nvGrpSpPr>
            <p:grpSpPr>
              <a:xfrm>
                <a:off x="4342672" y="4144496"/>
                <a:ext cx="37752" cy="32364"/>
                <a:chOff x="4342672" y="4144496"/>
                <a:chExt cx="37752" cy="32364"/>
              </a:xfrm>
            </p:grpSpPr>
            <p:sp>
              <p:nvSpPr>
                <p:cNvPr id="115" name="Google Shape;4141;p61"/>
                <p:cNvSpPr/>
                <p:nvPr/>
              </p:nvSpPr>
              <p:spPr>
                <a:xfrm>
                  <a:off x="4342672" y="4144496"/>
                  <a:ext cx="37752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" h="4115" extrusionOk="0">
                      <a:moveTo>
                        <a:pt x="2729" y="1"/>
                      </a:moveTo>
                      <a:cubicBezTo>
                        <a:pt x="2224" y="1"/>
                        <a:pt x="1710" y="188"/>
                        <a:pt x="1291" y="606"/>
                      </a:cubicBezTo>
                      <a:cubicBezTo>
                        <a:pt x="1" y="1897"/>
                        <a:pt x="912" y="4114"/>
                        <a:pt x="2740" y="4114"/>
                      </a:cubicBezTo>
                      <a:cubicBezTo>
                        <a:pt x="2745" y="4114"/>
                        <a:pt x="2750" y="4114"/>
                        <a:pt x="2755" y="4114"/>
                      </a:cubicBezTo>
                      <a:cubicBezTo>
                        <a:pt x="3880" y="4114"/>
                        <a:pt x="4800" y="3195"/>
                        <a:pt x="4800" y="2058"/>
                      </a:cubicBezTo>
                      <a:cubicBezTo>
                        <a:pt x="4800" y="822"/>
                        <a:pt x="3785" y="1"/>
                        <a:pt x="27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4142;p61"/>
                <p:cNvSpPr/>
                <p:nvPr/>
              </p:nvSpPr>
              <p:spPr>
                <a:xfrm>
                  <a:off x="4355586" y="4154209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01" y="0"/>
                      </a:moveTo>
                      <a:cubicBezTo>
                        <a:pt x="363" y="0"/>
                        <a:pt x="0" y="895"/>
                        <a:pt x="520" y="1416"/>
                      </a:cubicBezTo>
                      <a:cubicBezTo>
                        <a:pt x="688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" name="Google Shape;4143;p61"/>
              <p:cNvGrpSpPr/>
              <p:nvPr/>
            </p:nvGrpSpPr>
            <p:grpSpPr>
              <a:xfrm>
                <a:off x="4406386" y="4056872"/>
                <a:ext cx="37783" cy="32364"/>
                <a:chOff x="4406386" y="4056872"/>
                <a:chExt cx="37783" cy="32364"/>
              </a:xfrm>
            </p:grpSpPr>
            <p:sp>
              <p:nvSpPr>
                <p:cNvPr id="113" name="Google Shape;4144;p61"/>
                <p:cNvSpPr/>
                <p:nvPr/>
              </p:nvSpPr>
              <p:spPr>
                <a:xfrm>
                  <a:off x="4406386" y="4056872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3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4145;p61"/>
                <p:cNvSpPr/>
                <p:nvPr/>
              </p:nvSpPr>
              <p:spPr>
                <a:xfrm>
                  <a:off x="4419332" y="4066577"/>
                  <a:ext cx="15227" cy="13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5" extrusionOk="0">
                      <a:moveTo>
                        <a:pt x="1123" y="1"/>
                      </a:moveTo>
                      <a:cubicBezTo>
                        <a:pt x="1115" y="1"/>
                        <a:pt x="1108" y="1"/>
                        <a:pt x="1101" y="1"/>
                      </a:cubicBezTo>
                      <a:cubicBezTo>
                        <a:pt x="363" y="1"/>
                        <a:pt x="0" y="884"/>
                        <a:pt x="520" y="1404"/>
                      </a:cubicBezTo>
                      <a:cubicBezTo>
                        <a:pt x="689" y="1577"/>
                        <a:pt x="898" y="1655"/>
                        <a:pt x="1103" y="1655"/>
                      </a:cubicBezTo>
                      <a:cubicBezTo>
                        <a:pt x="1528" y="1655"/>
                        <a:pt x="1936" y="1322"/>
                        <a:pt x="1936" y="824"/>
                      </a:cubicBezTo>
                      <a:cubicBezTo>
                        <a:pt x="1936" y="371"/>
                        <a:pt x="1572" y="1"/>
                        <a:pt x="11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" name="Google Shape;4146;p61"/>
              <p:cNvGrpSpPr/>
              <p:nvPr/>
            </p:nvGrpSpPr>
            <p:grpSpPr>
              <a:xfrm>
                <a:off x="4284416" y="4245254"/>
                <a:ext cx="37783" cy="32357"/>
                <a:chOff x="4284416" y="4245254"/>
                <a:chExt cx="37783" cy="32357"/>
              </a:xfrm>
            </p:grpSpPr>
            <p:sp>
              <p:nvSpPr>
                <p:cNvPr id="111" name="Google Shape;4147;p61"/>
                <p:cNvSpPr/>
                <p:nvPr/>
              </p:nvSpPr>
              <p:spPr>
                <a:xfrm>
                  <a:off x="4284416" y="4245254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4148;p61"/>
                <p:cNvSpPr/>
                <p:nvPr/>
              </p:nvSpPr>
              <p:spPr>
                <a:xfrm>
                  <a:off x="4299548" y="425495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" name="Google Shape;4149;p61"/>
              <p:cNvGrpSpPr/>
              <p:nvPr/>
            </p:nvGrpSpPr>
            <p:grpSpPr>
              <a:xfrm>
                <a:off x="4219057" y="4331258"/>
                <a:ext cx="37776" cy="32364"/>
                <a:chOff x="4219057" y="4331258"/>
                <a:chExt cx="37776" cy="32364"/>
              </a:xfrm>
            </p:grpSpPr>
            <p:sp>
              <p:nvSpPr>
                <p:cNvPr id="109" name="Google Shape;4150;p61"/>
                <p:cNvSpPr/>
                <p:nvPr/>
              </p:nvSpPr>
              <p:spPr>
                <a:xfrm>
                  <a:off x="4219057" y="4331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4151;p61"/>
                <p:cNvSpPr/>
                <p:nvPr/>
              </p:nvSpPr>
              <p:spPr>
                <a:xfrm>
                  <a:off x="4231995" y="4340971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13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" name="Google Shape;4152;p61"/>
              <p:cNvGrpSpPr/>
              <p:nvPr/>
            </p:nvGrpSpPr>
            <p:grpSpPr>
              <a:xfrm>
                <a:off x="4204122" y="4141688"/>
                <a:ext cx="33497" cy="28699"/>
                <a:chOff x="4204122" y="4141688"/>
                <a:chExt cx="33497" cy="28699"/>
              </a:xfrm>
            </p:grpSpPr>
            <p:sp>
              <p:nvSpPr>
                <p:cNvPr id="107" name="Google Shape;4153;p61"/>
                <p:cNvSpPr/>
                <p:nvPr/>
              </p:nvSpPr>
              <p:spPr>
                <a:xfrm>
                  <a:off x="4204122" y="4141688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8"/>
                        <a:pt x="1149" y="540"/>
                      </a:cubicBezTo>
                      <a:cubicBezTo>
                        <a:pt x="0" y="1677"/>
                        <a:pt x="811" y="3649"/>
                        <a:pt x="2432" y="3649"/>
                      </a:cubicBezTo>
                      <a:cubicBezTo>
                        <a:pt x="3448" y="3649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4154;p61"/>
                <p:cNvSpPr/>
                <p:nvPr/>
              </p:nvSpPr>
              <p:spPr>
                <a:xfrm>
                  <a:off x="4216965" y="4151259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6" y="0"/>
                        <a:pt x="0" y="641"/>
                        <a:pt x="375" y="1016"/>
                      </a:cubicBezTo>
                      <a:cubicBezTo>
                        <a:pt x="498" y="1139"/>
                        <a:pt x="650" y="1195"/>
                        <a:pt x="799" y="1195"/>
                      </a:cubicBezTo>
                      <a:cubicBezTo>
                        <a:pt x="1103" y="1195"/>
                        <a:pt x="1395" y="963"/>
                        <a:pt x="1404" y="605"/>
                      </a:cubicBezTo>
                      <a:cubicBezTo>
                        <a:pt x="1404" y="278"/>
                        <a:pt x="1137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" name="Google Shape;4155;p61"/>
              <p:cNvGrpSpPr/>
              <p:nvPr/>
            </p:nvGrpSpPr>
            <p:grpSpPr>
              <a:xfrm>
                <a:off x="4301546" y="4003869"/>
                <a:ext cx="38916" cy="33324"/>
                <a:chOff x="4301546" y="4003869"/>
                <a:chExt cx="38916" cy="33324"/>
              </a:xfrm>
            </p:grpSpPr>
            <p:sp>
              <p:nvSpPr>
                <p:cNvPr id="105" name="Google Shape;4156;p61"/>
                <p:cNvSpPr/>
                <p:nvPr/>
              </p:nvSpPr>
              <p:spPr>
                <a:xfrm>
                  <a:off x="4301546" y="4003869"/>
                  <a:ext cx="38916" cy="3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8" h="4237" extrusionOk="0">
                      <a:moveTo>
                        <a:pt x="2818" y="1"/>
                      </a:moveTo>
                      <a:cubicBezTo>
                        <a:pt x="2295" y="1"/>
                        <a:pt x="1763" y="196"/>
                        <a:pt x="1331" y="631"/>
                      </a:cubicBezTo>
                      <a:cubicBezTo>
                        <a:pt x="0" y="1962"/>
                        <a:pt x="944" y="4236"/>
                        <a:pt x="2831" y="4236"/>
                      </a:cubicBezTo>
                      <a:cubicBezTo>
                        <a:pt x="3992" y="4236"/>
                        <a:pt x="4948" y="3293"/>
                        <a:pt x="4948" y="2119"/>
                      </a:cubicBezTo>
                      <a:cubicBezTo>
                        <a:pt x="4948" y="845"/>
                        <a:pt x="3905" y="1"/>
                        <a:pt x="28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4157;p61"/>
                <p:cNvSpPr/>
                <p:nvPr/>
              </p:nvSpPr>
              <p:spPr>
                <a:xfrm>
                  <a:off x="4314389" y="4013590"/>
                  <a:ext cx="16469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780" extrusionOk="0">
                      <a:moveTo>
                        <a:pt x="1220" y="0"/>
                      </a:moveTo>
                      <a:cubicBezTo>
                        <a:pt x="1213" y="0"/>
                        <a:pt x="1205" y="0"/>
                        <a:pt x="1198" y="0"/>
                      </a:cubicBezTo>
                      <a:cubicBezTo>
                        <a:pt x="400" y="0"/>
                        <a:pt x="0" y="956"/>
                        <a:pt x="569" y="1512"/>
                      </a:cubicBezTo>
                      <a:cubicBezTo>
                        <a:pt x="750" y="1697"/>
                        <a:pt x="974" y="1780"/>
                        <a:pt x="1194" y="1780"/>
                      </a:cubicBezTo>
                      <a:cubicBezTo>
                        <a:pt x="1652" y="1780"/>
                        <a:pt x="2093" y="1422"/>
                        <a:pt x="2093" y="883"/>
                      </a:cubicBezTo>
                      <a:cubicBezTo>
                        <a:pt x="2093" y="395"/>
                        <a:pt x="1706" y="0"/>
                        <a:pt x="122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" name="Google Shape;4158;p61"/>
              <p:cNvGrpSpPr/>
              <p:nvPr/>
            </p:nvGrpSpPr>
            <p:grpSpPr>
              <a:xfrm>
                <a:off x="4210681" y="3924669"/>
                <a:ext cx="36549" cy="31366"/>
                <a:chOff x="4210681" y="3924669"/>
                <a:chExt cx="36549" cy="31366"/>
              </a:xfrm>
            </p:grpSpPr>
            <p:sp>
              <p:nvSpPr>
                <p:cNvPr id="103" name="Google Shape;4159;p61"/>
                <p:cNvSpPr/>
                <p:nvPr/>
              </p:nvSpPr>
              <p:spPr>
                <a:xfrm>
                  <a:off x="4210681" y="3924669"/>
                  <a:ext cx="36549" cy="31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7" h="3988" extrusionOk="0">
                      <a:moveTo>
                        <a:pt x="2642" y="0"/>
                      </a:moveTo>
                      <a:cubicBezTo>
                        <a:pt x="2152" y="0"/>
                        <a:pt x="1654" y="182"/>
                        <a:pt x="1247" y="589"/>
                      </a:cubicBezTo>
                      <a:cubicBezTo>
                        <a:pt x="1" y="1847"/>
                        <a:pt x="884" y="3988"/>
                        <a:pt x="2662" y="3988"/>
                      </a:cubicBezTo>
                      <a:cubicBezTo>
                        <a:pt x="3751" y="3976"/>
                        <a:pt x="4646" y="3093"/>
                        <a:pt x="4646" y="1992"/>
                      </a:cubicBezTo>
                      <a:cubicBezTo>
                        <a:pt x="4646" y="797"/>
                        <a:pt x="3665" y="0"/>
                        <a:pt x="26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4160;p61"/>
                <p:cNvSpPr/>
                <p:nvPr/>
              </p:nvSpPr>
              <p:spPr>
                <a:xfrm>
                  <a:off x="4225625" y="3934335"/>
                  <a:ext cx="11994" cy="1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1525" extrusionOk="0">
                      <a:moveTo>
                        <a:pt x="762" y="1"/>
                      </a:moveTo>
                      <a:cubicBezTo>
                        <a:pt x="339" y="1"/>
                        <a:pt x="0" y="339"/>
                        <a:pt x="0" y="763"/>
                      </a:cubicBezTo>
                      <a:cubicBezTo>
                        <a:pt x="0" y="1186"/>
                        <a:pt x="339" y="1525"/>
                        <a:pt x="762" y="1525"/>
                      </a:cubicBezTo>
                      <a:cubicBezTo>
                        <a:pt x="1173" y="1525"/>
                        <a:pt x="1524" y="1186"/>
                        <a:pt x="1524" y="763"/>
                      </a:cubicBezTo>
                      <a:cubicBezTo>
                        <a:pt x="1524" y="339"/>
                        <a:pt x="1173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" name="Google Shape;4161;p61"/>
              <p:cNvGrpSpPr/>
              <p:nvPr/>
            </p:nvGrpSpPr>
            <p:grpSpPr>
              <a:xfrm>
                <a:off x="3987771" y="3628874"/>
                <a:ext cx="31499" cy="26993"/>
                <a:chOff x="3987771" y="3628874"/>
                <a:chExt cx="31499" cy="26993"/>
              </a:xfrm>
            </p:grpSpPr>
            <p:sp>
              <p:nvSpPr>
                <p:cNvPr id="101" name="Google Shape;4162;p61"/>
                <p:cNvSpPr/>
                <p:nvPr/>
              </p:nvSpPr>
              <p:spPr>
                <a:xfrm>
                  <a:off x="3987771" y="3628874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4163;p61"/>
                <p:cNvSpPr/>
                <p:nvPr/>
              </p:nvSpPr>
              <p:spPr>
                <a:xfrm>
                  <a:off x="4000709" y="3638540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" name="Google Shape;4164;p61"/>
              <p:cNvGrpSpPr/>
              <p:nvPr/>
            </p:nvGrpSpPr>
            <p:grpSpPr>
              <a:xfrm>
                <a:off x="4087382" y="3775674"/>
                <a:ext cx="31405" cy="26898"/>
                <a:chOff x="4087382" y="3775674"/>
                <a:chExt cx="31405" cy="26898"/>
              </a:xfrm>
            </p:grpSpPr>
            <p:sp>
              <p:nvSpPr>
                <p:cNvPr id="99" name="Google Shape;4165;p61"/>
                <p:cNvSpPr/>
                <p:nvPr/>
              </p:nvSpPr>
              <p:spPr>
                <a:xfrm>
                  <a:off x="4087382" y="37756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20"/>
                        <a:pt x="2275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4166;p61"/>
                <p:cNvSpPr/>
                <p:nvPr/>
              </p:nvSpPr>
              <p:spPr>
                <a:xfrm>
                  <a:off x="4101460" y="378534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" name="Google Shape;4167;p61"/>
              <p:cNvGrpSpPr/>
              <p:nvPr/>
            </p:nvGrpSpPr>
            <p:grpSpPr>
              <a:xfrm>
                <a:off x="4118873" y="3856637"/>
                <a:ext cx="31405" cy="26906"/>
                <a:chOff x="4118873" y="3856637"/>
                <a:chExt cx="31405" cy="26906"/>
              </a:xfrm>
            </p:grpSpPr>
            <p:sp>
              <p:nvSpPr>
                <p:cNvPr id="97" name="Google Shape;4168;p61"/>
                <p:cNvSpPr/>
                <p:nvPr/>
              </p:nvSpPr>
              <p:spPr>
                <a:xfrm>
                  <a:off x="4118873" y="3856637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4169;p61"/>
                <p:cNvSpPr/>
                <p:nvPr/>
              </p:nvSpPr>
              <p:spPr>
                <a:xfrm>
                  <a:off x="4133046" y="3866310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" name="Google Shape;4170;p61"/>
              <p:cNvGrpSpPr/>
              <p:nvPr/>
            </p:nvGrpSpPr>
            <p:grpSpPr>
              <a:xfrm>
                <a:off x="4168541" y="3639523"/>
                <a:ext cx="31499" cy="26906"/>
                <a:chOff x="4168541" y="3639523"/>
                <a:chExt cx="31499" cy="26906"/>
              </a:xfrm>
            </p:grpSpPr>
            <p:sp>
              <p:nvSpPr>
                <p:cNvPr id="95" name="Google Shape;4171;p61"/>
                <p:cNvSpPr/>
                <p:nvPr/>
              </p:nvSpPr>
              <p:spPr>
                <a:xfrm>
                  <a:off x="4168541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2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5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4172;p61"/>
                <p:cNvSpPr/>
                <p:nvPr/>
              </p:nvSpPr>
              <p:spPr>
                <a:xfrm>
                  <a:off x="4182713" y="3649197"/>
                  <a:ext cx="7716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969" extrusionOk="0">
                      <a:moveTo>
                        <a:pt x="496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96" y="968"/>
                      </a:cubicBezTo>
                      <a:cubicBezTo>
                        <a:pt x="763" y="968"/>
                        <a:pt x="980" y="751"/>
                        <a:pt x="980" y="485"/>
                      </a:cubicBezTo>
                      <a:cubicBezTo>
                        <a:pt x="980" y="218"/>
                        <a:pt x="763" y="1"/>
                        <a:pt x="49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" name="Google Shape;4173;p61"/>
              <p:cNvGrpSpPr/>
              <p:nvPr/>
            </p:nvGrpSpPr>
            <p:grpSpPr>
              <a:xfrm>
                <a:off x="3965789" y="3393545"/>
                <a:ext cx="31405" cy="26945"/>
                <a:chOff x="3965789" y="3393545"/>
                <a:chExt cx="31405" cy="26945"/>
              </a:xfrm>
            </p:grpSpPr>
            <p:sp>
              <p:nvSpPr>
                <p:cNvPr id="93" name="Google Shape;4174;p61"/>
                <p:cNvSpPr/>
                <p:nvPr/>
              </p:nvSpPr>
              <p:spPr>
                <a:xfrm>
                  <a:off x="3965789" y="3393545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0"/>
                      </a:moveTo>
                      <a:cubicBezTo>
                        <a:pt x="1854" y="0"/>
                        <a:pt x="1426" y="158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4175;p61"/>
                <p:cNvSpPr/>
                <p:nvPr/>
              </p:nvSpPr>
              <p:spPr>
                <a:xfrm>
                  <a:off x="3978632" y="3403259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9" y="1"/>
                        <a:pt x="1" y="509"/>
                        <a:pt x="315" y="823"/>
                      </a:cubicBezTo>
                      <a:cubicBezTo>
                        <a:pt x="413" y="921"/>
                        <a:pt x="533" y="964"/>
                        <a:pt x="651" y="964"/>
                      </a:cubicBezTo>
                      <a:cubicBezTo>
                        <a:pt x="899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" name="Google Shape;4176;p61"/>
              <p:cNvGrpSpPr/>
              <p:nvPr/>
            </p:nvGrpSpPr>
            <p:grpSpPr>
              <a:xfrm>
                <a:off x="3925166" y="3491008"/>
                <a:ext cx="31405" cy="27001"/>
                <a:chOff x="3925166" y="3491008"/>
                <a:chExt cx="31405" cy="27001"/>
              </a:xfrm>
            </p:grpSpPr>
            <p:sp>
              <p:nvSpPr>
                <p:cNvPr id="91" name="Google Shape;4177;p61"/>
                <p:cNvSpPr/>
                <p:nvPr/>
              </p:nvSpPr>
              <p:spPr>
                <a:xfrm>
                  <a:off x="3925166" y="349100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5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4178;p61"/>
                <p:cNvSpPr/>
                <p:nvPr/>
              </p:nvSpPr>
              <p:spPr>
                <a:xfrm>
                  <a:off x="3939339" y="350068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5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5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9" name="Google Shape;4179;p61"/>
              <p:cNvGrpSpPr/>
              <p:nvPr/>
            </p:nvGrpSpPr>
            <p:grpSpPr>
              <a:xfrm>
                <a:off x="3682845" y="3340976"/>
                <a:ext cx="31397" cy="26898"/>
                <a:chOff x="3682845" y="3340976"/>
                <a:chExt cx="31397" cy="26898"/>
              </a:xfrm>
            </p:grpSpPr>
            <p:sp>
              <p:nvSpPr>
                <p:cNvPr id="89" name="Google Shape;4180;p61"/>
                <p:cNvSpPr/>
                <p:nvPr/>
              </p:nvSpPr>
              <p:spPr>
                <a:xfrm>
                  <a:off x="3682845" y="3340976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4181;p61"/>
                <p:cNvSpPr/>
                <p:nvPr/>
              </p:nvSpPr>
              <p:spPr>
                <a:xfrm>
                  <a:off x="3695783" y="3350650"/>
                  <a:ext cx="8856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2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23"/>
                      </a:cubicBezTo>
                      <a:cubicBezTo>
                        <a:pt x="401" y="926"/>
                        <a:pt x="524" y="972"/>
                        <a:pt x="643" y="972"/>
                      </a:cubicBezTo>
                      <a:cubicBezTo>
                        <a:pt x="890" y="972"/>
                        <a:pt x="1125" y="777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" name="Google Shape;4182;p61"/>
              <p:cNvGrpSpPr/>
              <p:nvPr/>
            </p:nvGrpSpPr>
            <p:grpSpPr>
              <a:xfrm>
                <a:off x="3795393" y="3353725"/>
                <a:ext cx="31499" cy="26993"/>
                <a:chOff x="3795393" y="3353725"/>
                <a:chExt cx="31499" cy="26993"/>
              </a:xfrm>
            </p:grpSpPr>
            <p:sp>
              <p:nvSpPr>
                <p:cNvPr id="87" name="Google Shape;4183;p61"/>
                <p:cNvSpPr/>
                <p:nvPr/>
              </p:nvSpPr>
              <p:spPr>
                <a:xfrm>
                  <a:off x="3795393" y="335372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32"/>
                        <a:pt x="2299" y="3432"/>
                      </a:cubicBezTo>
                      <a:cubicBezTo>
                        <a:pt x="3242" y="3432"/>
                        <a:pt x="4005" y="2658"/>
                        <a:pt x="4005" y="1714"/>
                      </a:cubicBezTo>
                      <a:cubicBezTo>
                        <a:pt x="4005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4184;p61"/>
                <p:cNvSpPr/>
                <p:nvPr/>
              </p:nvSpPr>
              <p:spPr>
                <a:xfrm>
                  <a:off x="3809668" y="3363399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06" y="0"/>
                        <a:pt x="0" y="218"/>
                        <a:pt x="0" y="484"/>
                      </a:cubicBezTo>
                      <a:cubicBezTo>
                        <a:pt x="0" y="750"/>
                        <a:pt x="206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" name="Google Shape;4185;p61"/>
              <p:cNvGrpSpPr/>
              <p:nvPr/>
            </p:nvGrpSpPr>
            <p:grpSpPr>
              <a:xfrm>
                <a:off x="4176909" y="4363221"/>
                <a:ext cx="38924" cy="33316"/>
                <a:chOff x="4176909" y="4363221"/>
                <a:chExt cx="38924" cy="33316"/>
              </a:xfrm>
            </p:grpSpPr>
            <p:sp>
              <p:nvSpPr>
                <p:cNvPr id="85" name="Google Shape;4186;p61"/>
                <p:cNvSpPr/>
                <p:nvPr/>
              </p:nvSpPr>
              <p:spPr>
                <a:xfrm>
                  <a:off x="4176909" y="4363221"/>
                  <a:ext cx="38924" cy="33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9" h="4236" extrusionOk="0">
                      <a:moveTo>
                        <a:pt x="2823" y="0"/>
                      </a:moveTo>
                      <a:cubicBezTo>
                        <a:pt x="2301" y="0"/>
                        <a:pt x="1767" y="195"/>
                        <a:pt x="1331" y="631"/>
                      </a:cubicBezTo>
                      <a:cubicBezTo>
                        <a:pt x="1" y="1961"/>
                        <a:pt x="944" y="4236"/>
                        <a:pt x="2831" y="4236"/>
                      </a:cubicBezTo>
                      <a:cubicBezTo>
                        <a:pt x="4005" y="4236"/>
                        <a:pt x="4948" y="3292"/>
                        <a:pt x="4948" y="2119"/>
                      </a:cubicBezTo>
                      <a:cubicBezTo>
                        <a:pt x="4948" y="844"/>
                        <a:pt x="3911" y="0"/>
                        <a:pt x="28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4187;p61"/>
                <p:cNvSpPr/>
                <p:nvPr/>
              </p:nvSpPr>
              <p:spPr>
                <a:xfrm>
                  <a:off x="4192230" y="4372934"/>
                  <a:ext cx="13897" cy="1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7" h="1779" extrusionOk="0">
                      <a:moveTo>
                        <a:pt x="883" y="1"/>
                      </a:moveTo>
                      <a:cubicBezTo>
                        <a:pt x="399" y="1"/>
                        <a:pt x="0" y="400"/>
                        <a:pt x="0" y="896"/>
                      </a:cubicBezTo>
                      <a:cubicBezTo>
                        <a:pt x="0" y="1380"/>
                        <a:pt x="399" y="1779"/>
                        <a:pt x="883" y="1779"/>
                      </a:cubicBezTo>
                      <a:cubicBezTo>
                        <a:pt x="1379" y="1779"/>
                        <a:pt x="1766" y="1380"/>
                        <a:pt x="1766" y="896"/>
                      </a:cubicBezTo>
                      <a:cubicBezTo>
                        <a:pt x="1766" y="400"/>
                        <a:pt x="1379" y="1"/>
                        <a:pt x="88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" name="Google Shape;4188;p61"/>
              <p:cNvGrpSpPr/>
              <p:nvPr/>
            </p:nvGrpSpPr>
            <p:grpSpPr>
              <a:xfrm>
                <a:off x="4226191" y="4007660"/>
                <a:ext cx="33560" cy="28770"/>
                <a:chOff x="4226191" y="4007660"/>
                <a:chExt cx="33560" cy="28770"/>
              </a:xfrm>
            </p:grpSpPr>
            <p:sp>
              <p:nvSpPr>
                <p:cNvPr id="83" name="Google Shape;4189;p61"/>
                <p:cNvSpPr/>
                <p:nvPr/>
              </p:nvSpPr>
              <p:spPr>
                <a:xfrm>
                  <a:off x="4226191" y="4007660"/>
                  <a:ext cx="33560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7" h="3658" extrusionOk="0">
                      <a:moveTo>
                        <a:pt x="2427" y="1"/>
                      </a:moveTo>
                      <a:cubicBezTo>
                        <a:pt x="1980" y="1"/>
                        <a:pt x="1524" y="167"/>
                        <a:pt x="1150" y="537"/>
                      </a:cubicBezTo>
                      <a:cubicBezTo>
                        <a:pt x="1" y="1686"/>
                        <a:pt x="811" y="3645"/>
                        <a:pt x="2444" y="3658"/>
                      </a:cubicBezTo>
                      <a:cubicBezTo>
                        <a:pt x="3436" y="3645"/>
                        <a:pt x="4259" y="2835"/>
                        <a:pt x="4259" y="1843"/>
                      </a:cubicBezTo>
                      <a:cubicBezTo>
                        <a:pt x="4267" y="736"/>
                        <a:pt x="3369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4190;p61"/>
                <p:cNvSpPr/>
                <p:nvPr/>
              </p:nvSpPr>
              <p:spPr>
                <a:xfrm>
                  <a:off x="4239129" y="4017397"/>
                  <a:ext cx="10948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193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8"/>
                        <a:pt x="647" y="1192"/>
                        <a:pt x="794" y="1192"/>
                      </a:cubicBezTo>
                      <a:cubicBezTo>
                        <a:pt x="1099" y="1192"/>
                        <a:pt x="1392" y="957"/>
                        <a:pt x="1392" y="605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" name="Google Shape;4191;p61"/>
              <p:cNvGrpSpPr/>
              <p:nvPr/>
            </p:nvGrpSpPr>
            <p:grpSpPr>
              <a:xfrm>
                <a:off x="3597785" y="3377045"/>
                <a:ext cx="33591" cy="28699"/>
                <a:chOff x="3597785" y="3377045"/>
                <a:chExt cx="33591" cy="28699"/>
              </a:xfrm>
            </p:grpSpPr>
            <p:sp>
              <p:nvSpPr>
                <p:cNvPr id="81" name="Google Shape;4192;p61"/>
                <p:cNvSpPr/>
                <p:nvPr/>
              </p:nvSpPr>
              <p:spPr>
                <a:xfrm>
                  <a:off x="3597785" y="3377045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28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0" y="1676"/>
                        <a:pt x="811" y="3648"/>
                        <a:pt x="2444" y="3648"/>
                      </a:cubicBezTo>
                      <a:cubicBezTo>
                        <a:pt x="3448" y="3648"/>
                        <a:pt x="4259" y="2826"/>
                        <a:pt x="4271" y="1822"/>
                      </a:cubicBezTo>
                      <a:cubicBezTo>
                        <a:pt x="4262" y="726"/>
                        <a:pt x="3364" y="0"/>
                        <a:pt x="242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4193;p61"/>
                <p:cNvSpPr/>
                <p:nvPr/>
              </p:nvSpPr>
              <p:spPr>
                <a:xfrm>
                  <a:off x="3612343" y="3386703"/>
                  <a:ext cx="9328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20" y="1186"/>
                        <a:pt x="1186" y="920"/>
                        <a:pt x="1186" y="594"/>
                      </a:cubicBezTo>
                      <a:cubicBezTo>
                        <a:pt x="1186" y="267"/>
                        <a:pt x="920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" name="Google Shape;4194;p61"/>
              <p:cNvGrpSpPr/>
              <p:nvPr/>
            </p:nvGrpSpPr>
            <p:grpSpPr>
              <a:xfrm>
                <a:off x="3887870" y="3669796"/>
                <a:ext cx="33591" cy="28692"/>
                <a:chOff x="3887870" y="3669796"/>
                <a:chExt cx="33591" cy="28692"/>
              </a:xfrm>
            </p:grpSpPr>
            <p:sp>
              <p:nvSpPr>
                <p:cNvPr id="79" name="Google Shape;4195;p61"/>
                <p:cNvSpPr/>
                <p:nvPr/>
              </p:nvSpPr>
              <p:spPr>
                <a:xfrm>
                  <a:off x="3887870" y="3669796"/>
                  <a:ext cx="33591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8" extrusionOk="0">
                      <a:moveTo>
                        <a:pt x="2431" y="0"/>
                      </a:moveTo>
                      <a:cubicBezTo>
                        <a:pt x="1981" y="0"/>
                        <a:pt x="1522" y="167"/>
                        <a:pt x="1150" y="539"/>
                      </a:cubicBezTo>
                      <a:cubicBezTo>
                        <a:pt x="1" y="1676"/>
                        <a:pt x="823" y="3648"/>
                        <a:pt x="2444" y="3648"/>
                      </a:cubicBezTo>
                      <a:cubicBezTo>
                        <a:pt x="3448" y="3648"/>
                        <a:pt x="4271" y="2825"/>
                        <a:pt x="4271" y="1821"/>
                      </a:cubicBezTo>
                      <a:cubicBezTo>
                        <a:pt x="4271" y="725"/>
                        <a:pt x="3370" y="0"/>
                        <a:pt x="24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4196;p61"/>
                <p:cNvSpPr/>
                <p:nvPr/>
              </p:nvSpPr>
              <p:spPr>
                <a:xfrm>
                  <a:off x="3902428" y="3679454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3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" name="Google Shape;4197;p61"/>
              <p:cNvGrpSpPr/>
              <p:nvPr/>
            </p:nvGrpSpPr>
            <p:grpSpPr>
              <a:xfrm>
                <a:off x="3818320" y="3481625"/>
                <a:ext cx="33497" cy="28770"/>
                <a:chOff x="3818320" y="3481625"/>
                <a:chExt cx="33497" cy="28770"/>
              </a:xfrm>
            </p:grpSpPr>
            <p:sp>
              <p:nvSpPr>
                <p:cNvPr id="77" name="Google Shape;4198;p61"/>
                <p:cNvSpPr/>
                <p:nvPr/>
              </p:nvSpPr>
              <p:spPr>
                <a:xfrm>
                  <a:off x="3818320" y="3481625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1"/>
                      </a:moveTo>
                      <a:cubicBezTo>
                        <a:pt x="1975" y="1"/>
                        <a:pt x="1520" y="166"/>
                        <a:pt x="1150" y="537"/>
                      </a:cubicBezTo>
                      <a:cubicBezTo>
                        <a:pt x="1" y="1686"/>
                        <a:pt x="811" y="3658"/>
                        <a:pt x="2432" y="3658"/>
                      </a:cubicBezTo>
                      <a:cubicBezTo>
                        <a:pt x="3448" y="3658"/>
                        <a:pt x="4259" y="2835"/>
                        <a:pt x="4259" y="1831"/>
                      </a:cubicBezTo>
                      <a:cubicBezTo>
                        <a:pt x="4259" y="732"/>
                        <a:pt x="3359" y="1"/>
                        <a:pt x="242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4199;p61"/>
                <p:cNvSpPr/>
                <p:nvPr/>
              </p:nvSpPr>
              <p:spPr>
                <a:xfrm>
                  <a:off x="3831258" y="3491362"/>
                  <a:ext cx="10956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2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6" y="1192"/>
                        <a:pt x="792" y="1192"/>
                      </a:cubicBezTo>
                      <a:cubicBezTo>
                        <a:pt x="1098" y="1192"/>
                        <a:pt x="1392" y="953"/>
                        <a:pt x="1392" y="593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" name="Google Shape;4200;p61"/>
              <p:cNvGrpSpPr/>
              <p:nvPr/>
            </p:nvGrpSpPr>
            <p:grpSpPr>
              <a:xfrm>
                <a:off x="4278139" y="4120948"/>
                <a:ext cx="37492" cy="32129"/>
                <a:chOff x="4278139" y="4120948"/>
                <a:chExt cx="37492" cy="32129"/>
              </a:xfrm>
            </p:grpSpPr>
            <p:sp>
              <p:nvSpPr>
                <p:cNvPr id="75" name="Google Shape;4201;p61"/>
                <p:cNvSpPr/>
                <p:nvPr/>
              </p:nvSpPr>
              <p:spPr>
                <a:xfrm>
                  <a:off x="4278139" y="4120948"/>
                  <a:ext cx="37492" cy="32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7" h="4085" extrusionOk="0">
                      <a:moveTo>
                        <a:pt x="2708" y="0"/>
                      </a:moveTo>
                      <a:cubicBezTo>
                        <a:pt x="2207" y="0"/>
                        <a:pt x="1697" y="186"/>
                        <a:pt x="1283" y="600"/>
                      </a:cubicBezTo>
                      <a:cubicBezTo>
                        <a:pt x="1" y="1895"/>
                        <a:pt x="908" y="4084"/>
                        <a:pt x="2722" y="4084"/>
                      </a:cubicBezTo>
                      <a:cubicBezTo>
                        <a:pt x="3847" y="4084"/>
                        <a:pt x="4755" y="3177"/>
                        <a:pt x="4767" y="2052"/>
                      </a:cubicBezTo>
                      <a:cubicBezTo>
                        <a:pt x="4767" y="815"/>
                        <a:pt x="3758" y="0"/>
                        <a:pt x="27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4202;p61"/>
                <p:cNvSpPr/>
                <p:nvPr/>
              </p:nvSpPr>
              <p:spPr>
                <a:xfrm>
                  <a:off x="4290983" y="4130614"/>
                  <a:ext cx="14943" cy="12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" h="1629" extrusionOk="0">
                      <a:moveTo>
                        <a:pt x="1089" y="0"/>
                      </a:moveTo>
                      <a:cubicBezTo>
                        <a:pt x="363" y="0"/>
                        <a:pt x="1" y="883"/>
                        <a:pt x="509" y="1391"/>
                      </a:cubicBezTo>
                      <a:cubicBezTo>
                        <a:pt x="673" y="1555"/>
                        <a:pt x="876" y="1629"/>
                        <a:pt x="1076" y="1629"/>
                      </a:cubicBezTo>
                      <a:cubicBezTo>
                        <a:pt x="1495" y="1629"/>
                        <a:pt x="1900" y="1306"/>
                        <a:pt x="1900" y="823"/>
                      </a:cubicBezTo>
                      <a:cubicBezTo>
                        <a:pt x="1900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" name="Google Shape;4203;p61"/>
              <p:cNvGrpSpPr/>
              <p:nvPr/>
            </p:nvGrpSpPr>
            <p:grpSpPr>
              <a:xfrm>
                <a:off x="4419898" y="3977388"/>
                <a:ext cx="33497" cy="28692"/>
                <a:chOff x="4419898" y="3977388"/>
                <a:chExt cx="33497" cy="28692"/>
              </a:xfrm>
            </p:grpSpPr>
            <p:sp>
              <p:nvSpPr>
                <p:cNvPr id="73" name="Google Shape;4204;p61"/>
                <p:cNvSpPr/>
                <p:nvPr/>
              </p:nvSpPr>
              <p:spPr>
                <a:xfrm>
                  <a:off x="4419898" y="3977388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1" y="1688"/>
                        <a:pt x="811" y="3648"/>
                        <a:pt x="2432" y="3648"/>
                      </a:cubicBezTo>
                      <a:cubicBezTo>
                        <a:pt x="3448" y="3648"/>
                        <a:pt x="4259" y="2837"/>
                        <a:pt x="4259" y="1833"/>
                      </a:cubicBezTo>
                      <a:cubicBezTo>
                        <a:pt x="4259" y="729"/>
                        <a:pt x="3362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4205;p61"/>
                <p:cNvSpPr/>
                <p:nvPr/>
              </p:nvSpPr>
              <p:spPr>
                <a:xfrm>
                  <a:off x="4432742" y="3987046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9" y="1139"/>
                        <a:pt x="650" y="1195"/>
                        <a:pt x="799" y="1195"/>
                      </a:cubicBezTo>
                      <a:cubicBezTo>
                        <a:pt x="1104" y="1195"/>
                        <a:pt x="1396" y="963"/>
                        <a:pt x="1404" y="605"/>
                      </a:cubicBezTo>
                      <a:cubicBezTo>
                        <a:pt x="1404" y="266"/>
                        <a:pt x="1138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" name="Google Shape;4206;p61"/>
              <p:cNvGrpSpPr/>
              <p:nvPr/>
            </p:nvGrpSpPr>
            <p:grpSpPr>
              <a:xfrm>
                <a:off x="4158930" y="4034684"/>
                <a:ext cx="33497" cy="28762"/>
                <a:chOff x="4158930" y="4034684"/>
                <a:chExt cx="33497" cy="28762"/>
              </a:xfrm>
            </p:grpSpPr>
            <p:sp>
              <p:nvSpPr>
                <p:cNvPr id="71" name="Google Shape;4207;p61"/>
                <p:cNvSpPr/>
                <p:nvPr/>
              </p:nvSpPr>
              <p:spPr>
                <a:xfrm>
                  <a:off x="4158930" y="4034684"/>
                  <a:ext cx="33497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7" extrusionOk="0">
                      <a:moveTo>
                        <a:pt x="2421" y="0"/>
                      </a:moveTo>
                      <a:cubicBezTo>
                        <a:pt x="1974" y="0"/>
                        <a:pt x="1520" y="166"/>
                        <a:pt x="1149" y="536"/>
                      </a:cubicBezTo>
                      <a:cubicBezTo>
                        <a:pt x="0" y="1685"/>
                        <a:pt x="811" y="3645"/>
                        <a:pt x="2432" y="3657"/>
                      </a:cubicBezTo>
                      <a:cubicBezTo>
                        <a:pt x="3436" y="3645"/>
                        <a:pt x="4258" y="2834"/>
                        <a:pt x="4258" y="1830"/>
                      </a:cubicBezTo>
                      <a:cubicBezTo>
                        <a:pt x="4258" y="732"/>
                        <a:pt x="3358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4208;p61"/>
                <p:cNvSpPr/>
                <p:nvPr/>
              </p:nvSpPr>
              <p:spPr>
                <a:xfrm>
                  <a:off x="4173385" y="4044319"/>
                  <a:ext cx="9336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99" extrusionOk="0">
                      <a:moveTo>
                        <a:pt x="594" y="1"/>
                      </a:moveTo>
                      <a:cubicBezTo>
                        <a:pt x="267" y="1"/>
                        <a:pt x="1" y="279"/>
                        <a:pt x="1" y="605"/>
                      </a:cubicBezTo>
                      <a:cubicBezTo>
                        <a:pt x="1" y="932"/>
                        <a:pt x="267" y="1198"/>
                        <a:pt x="594" y="1198"/>
                      </a:cubicBezTo>
                      <a:cubicBezTo>
                        <a:pt x="920" y="1198"/>
                        <a:pt x="1186" y="932"/>
                        <a:pt x="1186" y="605"/>
                      </a:cubicBezTo>
                      <a:cubicBezTo>
                        <a:pt x="1186" y="279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" name="Google Shape;4209;p61"/>
              <p:cNvGrpSpPr/>
              <p:nvPr/>
            </p:nvGrpSpPr>
            <p:grpSpPr>
              <a:xfrm>
                <a:off x="4134949" y="3957049"/>
                <a:ext cx="33497" cy="28770"/>
                <a:chOff x="4134949" y="3957049"/>
                <a:chExt cx="33497" cy="28770"/>
              </a:xfrm>
            </p:grpSpPr>
            <p:sp>
              <p:nvSpPr>
                <p:cNvPr id="69" name="Google Shape;4210;p61"/>
                <p:cNvSpPr/>
                <p:nvPr/>
              </p:nvSpPr>
              <p:spPr>
                <a:xfrm>
                  <a:off x="4134949" y="3957049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0"/>
                      </a:moveTo>
                      <a:cubicBezTo>
                        <a:pt x="1975" y="0"/>
                        <a:pt x="1520" y="166"/>
                        <a:pt x="1150" y="536"/>
                      </a:cubicBezTo>
                      <a:cubicBezTo>
                        <a:pt x="1" y="1685"/>
                        <a:pt x="811" y="3657"/>
                        <a:pt x="2432" y="3657"/>
                      </a:cubicBezTo>
                      <a:cubicBezTo>
                        <a:pt x="3436" y="3657"/>
                        <a:pt x="4259" y="2834"/>
                        <a:pt x="4259" y="1830"/>
                      </a:cubicBezTo>
                      <a:cubicBezTo>
                        <a:pt x="4259" y="732"/>
                        <a:pt x="3359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4211;p61"/>
                <p:cNvSpPr/>
                <p:nvPr/>
              </p:nvSpPr>
              <p:spPr>
                <a:xfrm>
                  <a:off x="4147793" y="3966778"/>
                  <a:ext cx="10956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3" extrusionOk="0">
                      <a:moveTo>
                        <a:pt x="799" y="1"/>
                      </a:moveTo>
                      <a:cubicBezTo>
                        <a:pt x="267" y="1"/>
                        <a:pt x="1" y="642"/>
                        <a:pt x="376" y="1017"/>
                      </a:cubicBezTo>
                      <a:cubicBezTo>
                        <a:pt x="497" y="1138"/>
                        <a:pt x="646" y="1192"/>
                        <a:pt x="792" y="1192"/>
                      </a:cubicBezTo>
                      <a:cubicBezTo>
                        <a:pt x="1098" y="1192"/>
                        <a:pt x="1392" y="954"/>
                        <a:pt x="1392" y="593"/>
                      </a:cubicBezTo>
                      <a:cubicBezTo>
                        <a:pt x="1392" y="267"/>
                        <a:pt x="1126" y="1"/>
                        <a:pt x="799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" name="Google Shape;4212;p61"/>
              <p:cNvGrpSpPr/>
              <p:nvPr/>
            </p:nvGrpSpPr>
            <p:grpSpPr>
              <a:xfrm>
                <a:off x="4193653" y="4184403"/>
                <a:ext cx="43580" cy="37264"/>
                <a:chOff x="4193653" y="4184403"/>
                <a:chExt cx="43580" cy="37264"/>
              </a:xfrm>
            </p:grpSpPr>
            <p:sp>
              <p:nvSpPr>
                <p:cNvPr id="67" name="Google Shape;4213;p61"/>
                <p:cNvSpPr/>
                <p:nvPr/>
              </p:nvSpPr>
              <p:spPr>
                <a:xfrm>
                  <a:off x="4193653" y="4184403"/>
                  <a:ext cx="43580" cy="37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38" extrusionOk="0">
                      <a:moveTo>
                        <a:pt x="3156" y="1"/>
                      </a:moveTo>
                      <a:cubicBezTo>
                        <a:pt x="2575" y="1"/>
                        <a:pt x="1982" y="216"/>
                        <a:pt x="1501" y="698"/>
                      </a:cubicBezTo>
                      <a:cubicBezTo>
                        <a:pt x="1" y="2185"/>
                        <a:pt x="1065" y="4738"/>
                        <a:pt x="3170" y="4738"/>
                      </a:cubicBezTo>
                      <a:cubicBezTo>
                        <a:pt x="4476" y="4738"/>
                        <a:pt x="5529" y="3673"/>
                        <a:pt x="5541" y="2367"/>
                      </a:cubicBezTo>
                      <a:cubicBezTo>
                        <a:pt x="5541" y="943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4214;p61"/>
                <p:cNvSpPr/>
                <p:nvPr/>
              </p:nvSpPr>
              <p:spPr>
                <a:xfrm>
                  <a:off x="4206591" y="4194069"/>
                  <a:ext cx="20944" cy="1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2282" extrusionOk="0">
                      <a:moveTo>
                        <a:pt x="1525" y="1"/>
                      </a:moveTo>
                      <a:cubicBezTo>
                        <a:pt x="509" y="1"/>
                        <a:pt x="1" y="1223"/>
                        <a:pt x="714" y="1948"/>
                      </a:cubicBezTo>
                      <a:cubicBezTo>
                        <a:pt x="948" y="2179"/>
                        <a:pt x="1234" y="2282"/>
                        <a:pt x="1514" y="2282"/>
                      </a:cubicBezTo>
                      <a:cubicBezTo>
                        <a:pt x="2101" y="2282"/>
                        <a:pt x="2662" y="1826"/>
                        <a:pt x="2662" y="1138"/>
                      </a:cubicBezTo>
                      <a:cubicBezTo>
                        <a:pt x="2662" y="509"/>
                        <a:pt x="2154" y="1"/>
                        <a:pt x="152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" name="Google Shape;4215;p61"/>
              <p:cNvGrpSpPr/>
              <p:nvPr/>
            </p:nvGrpSpPr>
            <p:grpSpPr>
              <a:xfrm>
                <a:off x="4343600" y="3943844"/>
                <a:ext cx="43580" cy="37312"/>
                <a:chOff x="4343600" y="3943844"/>
                <a:chExt cx="43580" cy="37312"/>
              </a:xfrm>
            </p:grpSpPr>
            <p:sp>
              <p:nvSpPr>
                <p:cNvPr id="65" name="Google Shape;4216;p61"/>
                <p:cNvSpPr/>
                <p:nvPr/>
              </p:nvSpPr>
              <p:spPr>
                <a:xfrm>
                  <a:off x="4343600" y="3943844"/>
                  <a:ext cx="43580" cy="3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44" extrusionOk="0">
                      <a:moveTo>
                        <a:pt x="3156" y="1"/>
                      </a:moveTo>
                      <a:cubicBezTo>
                        <a:pt x="2574" y="1"/>
                        <a:pt x="1982" y="218"/>
                        <a:pt x="1500" y="703"/>
                      </a:cubicBezTo>
                      <a:cubicBezTo>
                        <a:pt x="0" y="2191"/>
                        <a:pt x="1065" y="4743"/>
                        <a:pt x="3169" y="4743"/>
                      </a:cubicBezTo>
                      <a:cubicBezTo>
                        <a:pt x="4476" y="4731"/>
                        <a:pt x="5528" y="3679"/>
                        <a:pt x="5540" y="2372"/>
                      </a:cubicBezTo>
                      <a:cubicBezTo>
                        <a:pt x="5540" y="949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4217;p61"/>
                <p:cNvSpPr/>
                <p:nvPr/>
              </p:nvSpPr>
              <p:spPr>
                <a:xfrm>
                  <a:off x="4359581" y="3953557"/>
                  <a:ext cx="17893" cy="17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5" h="2275" extrusionOk="0">
                      <a:moveTo>
                        <a:pt x="1137" y="0"/>
                      </a:moveTo>
                      <a:cubicBezTo>
                        <a:pt x="508" y="0"/>
                        <a:pt x="0" y="508"/>
                        <a:pt x="0" y="1137"/>
                      </a:cubicBezTo>
                      <a:cubicBezTo>
                        <a:pt x="0" y="1766"/>
                        <a:pt x="508" y="2274"/>
                        <a:pt x="1137" y="2274"/>
                      </a:cubicBezTo>
                      <a:cubicBezTo>
                        <a:pt x="1766" y="2274"/>
                        <a:pt x="2275" y="1766"/>
                        <a:pt x="2275" y="1137"/>
                      </a:cubicBezTo>
                      <a:cubicBezTo>
                        <a:pt x="2275" y="508"/>
                        <a:pt x="1766" y="0"/>
                        <a:pt x="113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" name="Google Shape;4218;p61"/>
              <p:cNvGrpSpPr/>
              <p:nvPr/>
            </p:nvGrpSpPr>
            <p:grpSpPr>
              <a:xfrm>
                <a:off x="4172339" y="3381693"/>
                <a:ext cx="31499" cy="27001"/>
                <a:chOff x="4172339" y="3381693"/>
                <a:chExt cx="31499" cy="27001"/>
              </a:xfrm>
            </p:grpSpPr>
            <p:sp>
              <p:nvSpPr>
                <p:cNvPr id="63" name="Google Shape;4219;p61"/>
                <p:cNvSpPr/>
                <p:nvPr/>
              </p:nvSpPr>
              <p:spPr>
                <a:xfrm>
                  <a:off x="4172339" y="33816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20"/>
                        <a:pt x="2299" y="3432"/>
                      </a:cubicBezTo>
                      <a:cubicBezTo>
                        <a:pt x="3243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4220;p61"/>
                <p:cNvSpPr/>
                <p:nvPr/>
              </p:nvSpPr>
              <p:spPr>
                <a:xfrm>
                  <a:off x="4185285" y="3391367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2" y="823"/>
                      </a:cubicBezTo>
                      <a:cubicBezTo>
                        <a:pt x="401" y="922"/>
                        <a:pt x="523" y="967"/>
                        <a:pt x="643" y="967"/>
                      </a:cubicBezTo>
                      <a:cubicBezTo>
                        <a:pt x="889" y="967"/>
                        <a:pt x="1125" y="778"/>
                        <a:pt x="1125" y="484"/>
                      </a:cubicBezTo>
                      <a:cubicBezTo>
                        <a:pt x="1125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912" name="Google Shape;5219;p65"/>
          <p:cNvGrpSpPr/>
          <p:nvPr/>
        </p:nvGrpSpPr>
        <p:grpSpPr>
          <a:xfrm>
            <a:off x="36910" y="216308"/>
            <a:ext cx="1636117" cy="1526144"/>
            <a:chOff x="729238" y="1179665"/>
            <a:chExt cx="1636117" cy="1526144"/>
          </a:xfrm>
        </p:grpSpPr>
        <p:grpSp>
          <p:nvGrpSpPr>
            <p:cNvPr id="913" name="Google Shape;5220;p65"/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1013" name="Google Shape;5221;p65"/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5222;p65"/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5223;p65"/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5224;p65"/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5225;p65"/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5226;p65"/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5227;p65"/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5228;p65"/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5229;p65"/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5230;p65"/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4" name="Google Shape;5231;p65"/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1003" name="Google Shape;5232;p65"/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5233;p65"/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5234;p65"/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5235;p65"/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5236;p65"/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5237;p65"/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5238;p65"/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5239;p65"/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5240;p65"/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5241;p65"/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5242;p65"/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993" name="Google Shape;5243;p65"/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5244;p65"/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5245;p65"/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5246;p65"/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5247;p65"/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5248;p65"/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5249;p65"/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5250;p65"/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5251;p65"/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5252;p65"/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6" name="Google Shape;5253;p65"/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983" name="Google Shape;5254;p65"/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5255;p65"/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5256;p65"/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5257;p65"/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5258;p65"/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5259;p65"/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5260;p65"/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5261;p65"/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5262;p65"/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5263;p65"/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7" name="Google Shape;5264;p65"/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973" name="Google Shape;5265;p65"/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5266;p65"/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5267;p65"/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5268;p65"/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5269;p65"/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5270;p65"/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5271;p65"/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5272;p65"/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5273;p65"/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5274;p65"/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5275;p65"/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963" name="Google Shape;5276;p65"/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5277;p65"/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5278;p65"/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5279;p65"/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5280;p65"/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5281;p65"/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5282;p65"/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5283;p65"/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5284;p65"/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5285;p65"/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9" name="Google Shape;5286;p65"/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953" name="Google Shape;5287;p65"/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5288;p65"/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5289;p65"/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5290;p65"/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5291;p65"/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5292;p65"/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5293;p65"/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5294;p65"/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5295;p65"/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5296;p65"/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5297;p65"/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943" name="Google Shape;5298;p65"/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5299;p65"/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5300;p65"/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5301;p65"/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5302;p65"/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5303;p65"/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5304;p65"/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5305;p65"/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5306;p65"/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5307;p65"/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1" name="Google Shape;5308;p65"/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933" name="Google Shape;5309;p65"/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5310;p65"/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5311;p65"/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5312;p65"/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5313;p65"/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5314;p65"/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5315;p65"/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5316;p65"/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5317;p65"/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5318;p65"/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5319;p65"/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923" name="Google Shape;5320;p65"/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5321;p65"/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5322;p65"/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5323;p65"/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5324;p65"/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5325;p65"/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5326;p65"/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5327;p65"/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5328;p65"/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5329;p65"/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122349" y="439650"/>
            <a:ext cx="36957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latin typeface="Montserrat"/>
                <a:ea typeface="Montserrat"/>
                <a:cs typeface="Montserrat"/>
                <a:sym typeface="Montserrat"/>
              </a:rPr>
              <a:t>Brooklyn with the most</a:t>
            </a: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1"/>
          </p:nvPr>
        </p:nvSpPr>
        <p:spPr>
          <a:xfrm>
            <a:off x="540000" y="1747275"/>
            <a:ext cx="4246800" cy="24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Clr>
                <a:schemeClr val="accent6"/>
              </a:buClr>
              <a:buFont typeface="Wingdings" pitchFamily="2" charset="2"/>
              <a:buChar char="q"/>
            </a:pPr>
            <a:r>
              <a:rPr lang="en-US" b="1" dirty="0" smtClean="0"/>
              <a:t>Brooklyn tops the charts with the most amount of accommodations listed followed by Manhattan.</a:t>
            </a:r>
          </a:p>
          <a:p>
            <a:pPr algn="just">
              <a:buClr>
                <a:schemeClr val="accent6"/>
              </a:buClr>
              <a:buFont typeface="Wingdings" pitchFamily="2" charset="2"/>
              <a:buChar char="q"/>
            </a:pPr>
            <a:r>
              <a:rPr lang="en-US" b="1" dirty="0" smtClean="0"/>
              <a:t>Queens offers roughly one third of what's available in Manhattan but Bronx and Staten Island have very few properties listed.</a:t>
            </a:r>
          </a:p>
          <a:p>
            <a:pPr algn="just">
              <a:buClr>
                <a:schemeClr val="accent6"/>
              </a:buClr>
              <a:buFont typeface="Wingdings" pitchFamily="2" charset="2"/>
              <a:buChar char="q"/>
            </a:pPr>
            <a:r>
              <a:rPr lang="en-US" b="1" dirty="0" smtClean="0"/>
              <a:t>Williamsburg and Bedford-Stuyvesant from Brooklyn take the top 2 spots among the neighborhoods followed by Harlem in Manhattan.</a:t>
            </a:r>
            <a:endParaRPr b="1" dirty="0"/>
          </a:p>
        </p:txBody>
      </p:sp>
      <p:pic>
        <p:nvPicPr>
          <p:cNvPr id="2050" name="Picture 2" descr="C:\Users\sapta\Desktop\python shet\tableau assignment\assignment folder\q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147" y="2593684"/>
            <a:ext cx="2458933" cy="232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sapta\Desktop\python shet\tableau assignment\assignment folder\q1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147" y="48731"/>
            <a:ext cx="2135343" cy="254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8" name="Google Shape;5142;p64"/>
          <p:cNvGrpSpPr/>
          <p:nvPr/>
        </p:nvGrpSpPr>
        <p:grpSpPr>
          <a:xfrm>
            <a:off x="3447466" y="484729"/>
            <a:ext cx="1779649" cy="591620"/>
            <a:chOff x="246070" y="1983375"/>
            <a:chExt cx="1855347" cy="616849"/>
          </a:xfrm>
        </p:grpSpPr>
        <p:sp>
          <p:nvSpPr>
            <p:cNvPr id="269" name="Google Shape;5143;p64"/>
            <p:cNvSpPr/>
            <p:nvPr/>
          </p:nvSpPr>
          <p:spPr>
            <a:xfrm>
              <a:off x="1072131" y="1983872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5144;p64"/>
            <p:cNvSpPr/>
            <p:nvPr/>
          </p:nvSpPr>
          <p:spPr>
            <a:xfrm>
              <a:off x="1430530" y="2193486"/>
              <a:ext cx="46960" cy="46948"/>
            </a:xfrm>
            <a:custGeom>
              <a:avLst/>
              <a:gdLst/>
              <a:ahLst/>
              <a:cxnLst/>
              <a:rect l="l" t="t" r="r" b="b"/>
              <a:pathLst>
                <a:path w="3915" h="3914" extrusionOk="0">
                  <a:moveTo>
                    <a:pt x="3914" y="1"/>
                  </a:moveTo>
                  <a:lnTo>
                    <a:pt x="3914" y="1"/>
                  </a:lnTo>
                  <a:cubicBezTo>
                    <a:pt x="3909" y="6"/>
                    <a:pt x="3902" y="8"/>
                    <a:pt x="3897" y="13"/>
                  </a:cubicBezTo>
                  <a:lnTo>
                    <a:pt x="1" y="3909"/>
                  </a:lnTo>
                  <a:lnTo>
                    <a:pt x="1" y="3914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5145;p64"/>
            <p:cNvSpPr/>
            <p:nvPr/>
          </p:nvSpPr>
          <p:spPr>
            <a:xfrm>
              <a:off x="1277847" y="2191554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5146;p64"/>
            <p:cNvSpPr/>
            <p:nvPr/>
          </p:nvSpPr>
          <p:spPr>
            <a:xfrm>
              <a:off x="1690156" y="2190379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5147;p64"/>
            <p:cNvSpPr/>
            <p:nvPr/>
          </p:nvSpPr>
          <p:spPr>
            <a:xfrm>
              <a:off x="1484068" y="1984268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5148;p64"/>
            <p:cNvSpPr/>
            <p:nvPr/>
          </p:nvSpPr>
          <p:spPr>
            <a:xfrm flipH="1">
              <a:off x="865779" y="2190662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5149;p64"/>
            <p:cNvSpPr/>
            <p:nvPr/>
          </p:nvSpPr>
          <p:spPr>
            <a:xfrm>
              <a:off x="246070" y="1983826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5150;p64"/>
            <p:cNvSpPr/>
            <p:nvPr/>
          </p:nvSpPr>
          <p:spPr>
            <a:xfrm flipH="1">
              <a:off x="659595" y="1983375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5151;p64"/>
            <p:cNvSpPr/>
            <p:nvPr/>
          </p:nvSpPr>
          <p:spPr>
            <a:xfrm flipH="1">
              <a:off x="451107" y="2189486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5429;p65"/>
          <p:cNvGrpSpPr/>
          <p:nvPr/>
        </p:nvGrpSpPr>
        <p:grpSpPr>
          <a:xfrm>
            <a:off x="12828" y="4262418"/>
            <a:ext cx="978825" cy="780594"/>
            <a:chOff x="4294923" y="2439811"/>
            <a:chExt cx="1334436" cy="967914"/>
          </a:xfrm>
        </p:grpSpPr>
        <p:grpSp>
          <p:nvGrpSpPr>
            <p:cNvPr id="285" name="Google Shape;5430;p65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294" name="Google Shape;5431;p65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5432;p65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5433;p65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5434;p65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5435;p65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5436;p65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6" name="Google Shape;5437;p65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288" name="Google Shape;5438;p65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5439;p65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5440;p65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5441;p65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5442;p65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5443;p65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7" name="Google Shape;5444;p65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45077" y="521593"/>
            <a:ext cx="375370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Montserrat"/>
                <a:ea typeface="Montserrat"/>
                <a:cs typeface="Montserrat"/>
                <a:sym typeface="Montserrat"/>
              </a:rPr>
              <a:t>Manhattan’s expensive thrills</a:t>
            </a:r>
            <a:endParaRPr sz="1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1"/>
          </p:nvPr>
        </p:nvSpPr>
        <p:spPr>
          <a:xfrm>
            <a:off x="540000" y="1747275"/>
            <a:ext cx="4246800" cy="24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Manhattan is the most expensive borough to accommodate in New York. </a:t>
            </a:r>
            <a:endParaRPr lang="en-US" b="1" dirty="0"/>
          </a:p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Brooklyn here follows with being roughly 25% less pricey than Manhattan.</a:t>
            </a:r>
          </a:p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Queens and Staten Island almost have the same prices with Bronx having the cheapest places available.</a:t>
            </a:r>
            <a:endParaRPr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983" y="482957"/>
            <a:ext cx="3734017" cy="402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Google Shape;4989;p64"/>
          <p:cNvGrpSpPr/>
          <p:nvPr/>
        </p:nvGrpSpPr>
        <p:grpSpPr>
          <a:xfrm>
            <a:off x="3789464" y="457081"/>
            <a:ext cx="1394282" cy="538737"/>
            <a:chOff x="238125" y="1151100"/>
            <a:chExt cx="7139450" cy="3412300"/>
          </a:xfrm>
        </p:grpSpPr>
        <p:sp>
          <p:nvSpPr>
            <p:cNvPr id="21" name="Google Shape;4990;p64"/>
            <p:cNvSpPr/>
            <p:nvPr/>
          </p:nvSpPr>
          <p:spPr>
            <a:xfrm>
              <a:off x="3468350" y="4223875"/>
              <a:ext cx="679000" cy="339525"/>
            </a:xfrm>
            <a:custGeom>
              <a:avLst/>
              <a:gdLst/>
              <a:ahLst/>
              <a:cxnLst/>
              <a:rect l="l" t="t" r="r" b="b"/>
              <a:pathLst>
                <a:path w="27160" h="13581" extrusionOk="0">
                  <a:moveTo>
                    <a:pt x="13580" y="1"/>
                  </a:moveTo>
                  <a:cubicBezTo>
                    <a:pt x="6083" y="1"/>
                    <a:pt x="0" y="6077"/>
                    <a:pt x="0" y="13580"/>
                  </a:cubicBezTo>
                  <a:lnTo>
                    <a:pt x="27159" y="13580"/>
                  </a:lnTo>
                  <a:cubicBezTo>
                    <a:pt x="27159" y="6077"/>
                    <a:pt x="21083" y="1"/>
                    <a:pt x="1358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91;p64"/>
            <p:cNvSpPr/>
            <p:nvPr/>
          </p:nvSpPr>
          <p:spPr>
            <a:xfrm>
              <a:off x="3730250" y="3276125"/>
              <a:ext cx="147275" cy="956575"/>
            </a:xfrm>
            <a:custGeom>
              <a:avLst/>
              <a:gdLst/>
              <a:ahLst/>
              <a:cxnLst/>
              <a:rect l="l" t="t" r="r" b="b"/>
              <a:pathLst>
                <a:path w="5891" h="38263" extrusionOk="0">
                  <a:moveTo>
                    <a:pt x="3276" y="0"/>
                  </a:moveTo>
                  <a:lnTo>
                    <a:pt x="0" y="38263"/>
                  </a:lnTo>
                  <a:lnTo>
                    <a:pt x="5890" y="38194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92;p64"/>
            <p:cNvSpPr/>
            <p:nvPr/>
          </p:nvSpPr>
          <p:spPr>
            <a:xfrm>
              <a:off x="3796275" y="3875600"/>
              <a:ext cx="839350" cy="630550"/>
            </a:xfrm>
            <a:custGeom>
              <a:avLst/>
              <a:gdLst/>
              <a:ahLst/>
              <a:cxnLst/>
              <a:rect l="l" t="t" r="r" b="b"/>
              <a:pathLst>
                <a:path w="33574" h="25222" extrusionOk="0">
                  <a:moveTo>
                    <a:pt x="32291" y="1"/>
                  </a:moveTo>
                  <a:lnTo>
                    <a:pt x="1" y="23463"/>
                  </a:lnTo>
                  <a:lnTo>
                    <a:pt x="1277" y="25222"/>
                  </a:lnTo>
                  <a:lnTo>
                    <a:pt x="33574" y="1759"/>
                  </a:lnTo>
                  <a:lnTo>
                    <a:pt x="3229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93;p64"/>
            <p:cNvSpPr/>
            <p:nvPr/>
          </p:nvSpPr>
          <p:spPr>
            <a:xfrm>
              <a:off x="6240475" y="3130600"/>
              <a:ext cx="1137100" cy="1432800"/>
            </a:xfrm>
            <a:custGeom>
              <a:avLst/>
              <a:gdLst/>
              <a:ahLst/>
              <a:cxnLst/>
              <a:rect l="l" t="t" r="r" b="b"/>
              <a:pathLst>
                <a:path w="45484" h="57312" extrusionOk="0">
                  <a:moveTo>
                    <a:pt x="30704" y="0"/>
                  </a:moveTo>
                  <a:lnTo>
                    <a:pt x="0" y="13745"/>
                  </a:lnTo>
                  <a:cubicBezTo>
                    <a:pt x="6979" y="27270"/>
                    <a:pt x="11042" y="42111"/>
                    <a:pt x="11917" y="57311"/>
                  </a:cubicBezTo>
                  <a:lnTo>
                    <a:pt x="45484" y="57311"/>
                  </a:lnTo>
                  <a:cubicBezTo>
                    <a:pt x="44594" y="37118"/>
                    <a:pt x="39525" y="17683"/>
                    <a:pt x="3070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94;p64"/>
            <p:cNvSpPr/>
            <p:nvPr/>
          </p:nvSpPr>
          <p:spPr>
            <a:xfrm>
              <a:off x="5243900" y="1696775"/>
              <a:ext cx="1764175" cy="1777475"/>
            </a:xfrm>
            <a:custGeom>
              <a:avLst/>
              <a:gdLst/>
              <a:ahLst/>
              <a:cxnLst/>
              <a:rect l="l" t="t" r="r" b="b"/>
              <a:pathLst>
                <a:path w="70567" h="71099" extrusionOk="0">
                  <a:moveTo>
                    <a:pt x="18573" y="1"/>
                  </a:moveTo>
                  <a:lnTo>
                    <a:pt x="0" y="28008"/>
                  </a:lnTo>
                  <a:cubicBezTo>
                    <a:pt x="16938" y="38505"/>
                    <a:pt x="30711" y="53395"/>
                    <a:pt x="39863" y="71098"/>
                  </a:cubicBezTo>
                  <a:lnTo>
                    <a:pt x="70567" y="57353"/>
                  </a:lnTo>
                  <a:cubicBezTo>
                    <a:pt x="63753" y="43719"/>
                    <a:pt x="54712" y="31125"/>
                    <a:pt x="43629" y="20042"/>
                  </a:cubicBezTo>
                  <a:cubicBezTo>
                    <a:pt x="36049" y="12449"/>
                    <a:pt x="27642" y="5725"/>
                    <a:pt x="1857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95;p64"/>
            <p:cNvSpPr/>
            <p:nvPr/>
          </p:nvSpPr>
          <p:spPr>
            <a:xfrm>
              <a:off x="3812150" y="1151100"/>
              <a:ext cx="1896075" cy="1245900"/>
            </a:xfrm>
            <a:custGeom>
              <a:avLst/>
              <a:gdLst/>
              <a:ahLst/>
              <a:cxnLst/>
              <a:rect l="l" t="t" r="r" b="b"/>
              <a:pathLst>
                <a:path w="75843" h="49836" extrusionOk="0">
                  <a:moveTo>
                    <a:pt x="0" y="0"/>
                  </a:moveTo>
                  <a:lnTo>
                    <a:pt x="0" y="33518"/>
                  </a:lnTo>
                  <a:cubicBezTo>
                    <a:pt x="20987" y="33552"/>
                    <a:pt x="40615" y="39518"/>
                    <a:pt x="57270" y="49835"/>
                  </a:cubicBezTo>
                  <a:lnTo>
                    <a:pt x="75843" y="21828"/>
                  </a:lnTo>
                  <a:cubicBezTo>
                    <a:pt x="53339" y="7641"/>
                    <a:pt x="27256" y="28"/>
                    <a:pt x="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996;p64"/>
            <p:cNvSpPr/>
            <p:nvPr/>
          </p:nvSpPr>
          <p:spPr>
            <a:xfrm>
              <a:off x="1910550" y="1151100"/>
              <a:ext cx="1901625" cy="1244175"/>
            </a:xfrm>
            <a:custGeom>
              <a:avLst/>
              <a:gdLst/>
              <a:ahLst/>
              <a:cxnLst/>
              <a:rect l="l" t="t" r="r" b="b"/>
              <a:pathLst>
                <a:path w="76065" h="49767" extrusionOk="0">
                  <a:moveTo>
                    <a:pt x="75892" y="0"/>
                  </a:moveTo>
                  <a:cubicBezTo>
                    <a:pt x="48629" y="0"/>
                    <a:pt x="22525" y="7579"/>
                    <a:pt x="1" y="21745"/>
                  </a:cubicBezTo>
                  <a:lnTo>
                    <a:pt x="18574" y="49766"/>
                  </a:lnTo>
                  <a:cubicBezTo>
                    <a:pt x="35250" y="39463"/>
                    <a:pt x="54898" y="33518"/>
                    <a:pt x="75892" y="33518"/>
                  </a:cubicBezTo>
                  <a:lnTo>
                    <a:pt x="76064" y="33518"/>
                  </a:lnTo>
                  <a:lnTo>
                    <a:pt x="7606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997;p64"/>
            <p:cNvSpPr/>
            <p:nvPr/>
          </p:nvSpPr>
          <p:spPr>
            <a:xfrm>
              <a:off x="608475" y="1694725"/>
              <a:ext cx="1766425" cy="1778150"/>
            </a:xfrm>
            <a:custGeom>
              <a:avLst/>
              <a:gdLst/>
              <a:ahLst/>
              <a:cxnLst/>
              <a:rect l="l" t="t" r="r" b="b"/>
              <a:pathLst>
                <a:path w="70657" h="71126" extrusionOk="0">
                  <a:moveTo>
                    <a:pt x="52084" y="0"/>
                  </a:moveTo>
                  <a:cubicBezTo>
                    <a:pt x="42959" y="5745"/>
                    <a:pt x="34518" y="12490"/>
                    <a:pt x="26904" y="20124"/>
                  </a:cubicBezTo>
                  <a:cubicBezTo>
                    <a:pt x="15828" y="31194"/>
                    <a:pt x="6800" y="43759"/>
                    <a:pt x="0" y="57373"/>
                  </a:cubicBezTo>
                  <a:lnTo>
                    <a:pt x="30704" y="71125"/>
                  </a:lnTo>
                  <a:cubicBezTo>
                    <a:pt x="39870" y="53401"/>
                    <a:pt x="53677" y="38504"/>
                    <a:pt x="70657" y="28021"/>
                  </a:cubicBezTo>
                  <a:lnTo>
                    <a:pt x="5208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998;p64"/>
            <p:cNvSpPr/>
            <p:nvPr/>
          </p:nvSpPr>
          <p:spPr>
            <a:xfrm>
              <a:off x="238125" y="3129050"/>
              <a:ext cx="1137975" cy="1434175"/>
            </a:xfrm>
            <a:custGeom>
              <a:avLst/>
              <a:gdLst/>
              <a:ahLst/>
              <a:cxnLst/>
              <a:rect l="l" t="t" r="r" b="b"/>
              <a:pathLst>
                <a:path w="45519" h="57367" extrusionOk="0">
                  <a:moveTo>
                    <a:pt x="14814" y="0"/>
                  </a:moveTo>
                  <a:cubicBezTo>
                    <a:pt x="5966" y="17697"/>
                    <a:pt x="890" y="37152"/>
                    <a:pt x="0" y="57366"/>
                  </a:cubicBezTo>
                  <a:lnTo>
                    <a:pt x="33566" y="57366"/>
                  </a:lnTo>
                  <a:cubicBezTo>
                    <a:pt x="34442" y="42152"/>
                    <a:pt x="38511" y="27283"/>
                    <a:pt x="45518" y="13745"/>
                  </a:cubicBezTo>
                  <a:lnTo>
                    <a:pt x="1481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999;p64"/>
            <p:cNvSpPr/>
            <p:nvPr/>
          </p:nvSpPr>
          <p:spPr>
            <a:xfrm>
              <a:off x="1924656" y="1941325"/>
              <a:ext cx="3773110" cy="1646329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000;p64"/>
            <p:cNvSpPr/>
            <p:nvPr/>
          </p:nvSpPr>
          <p:spPr>
            <a:xfrm>
              <a:off x="1028863" y="2678027"/>
              <a:ext cx="1805597" cy="1885320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001;p64"/>
            <p:cNvSpPr/>
            <p:nvPr/>
          </p:nvSpPr>
          <p:spPr>
            <a:xfrm>
              <a:off x="4792190" y="2679937"/>
              <a:ext cx="1798951" cy="1883410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5429;p65"/>
          <p:cNvGrpSpPr/>
          <p:nvPr/>
        </p:nvGrpSpPr>
        <p:grpSpPr>
          <a:xfrm>
            <a:off x="12828" y="4262418"/>
            <a:ext cx="978825" cy="780594"/>
            <a:chOff x="4294923" y="2439811"/>
            <a:chExt cx="1334436" cy="967914"/>
          </a:xfrm>
        </p:grpSpPr>
        <p:grpSp>
          <p:nvGrpSpPr>
            <p:cNvPr id="34" name="Google Shape;5430;p65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43" name="Google Shape;5431;p65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432;p65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433;p65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434;p65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435;p65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436;p65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5437;p65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37" name="Google Shape;5438;p65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439;p65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440;p65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441;p65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442;p65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443;p65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5444;p65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998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122349" y="439650"/>
            <a:ext cx="36957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It’s a Full House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1"/>
          </p:nvPr>
        </p:nvSpPr>
        <p:spPr>
          <a:xfrm>
            <a:off x="540000" y="1167725"/>
            <a:ext cx="4246800" cy="35523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Looks like New Yorkers love renting out their entire place as it’s the most common room type. But the difference between it and private rooms available is very narrow. </a:t>
            </a:r>
            <a:r>
              <a:rPr lang="en-US" b="1" dirty="0" smtClean="0"/>
              <a:t>Only a fraction of the accommodations are shared rooms.</a:t>
            </a:r>
          </a:p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For someone whose rental is paid by the company and if they are travelling alone a private room would be more adequate as an entire home will be too big and it will save money. Shared rooms will also work if the traveller is comfortable.</a:t>
            </a:r>
          </a:p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And if instead of one individual it’s a large group then the company should opt for the entire home option.</a:t>
            </a:r>
            <a:endParaRPr b="1" dirty="0"/>
          </a:p>
        </p:txBody>
      </p:sp>
      <p:pic>
        <p:nvPicPr>
          <p:cNvPr id="4098" name="Picture 2" descr="C:\Users\sapta\Desktop\python shet\tableau assignment\assignment folder\q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708" y="632596"/>
            <a:ext cx="2963549" cy="3674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oogle Shape;5186;p64"/>
          <p:cNvGrpSpPr/>
          <p:nvPr/>
        </p:nvGrpSpPr>
        <p:grpSpPr>
          <a:xfrm>
            <a:off x="3228299" y="503098"/>
            <a:ext cx="1569143" cy="529502"/>
            <a:chOff x="3820100" y="3023049"/>
            <a:chExt cx="1303926" cy="491162"/>
          </a:xfrm>
        </p:grpSpPr>
        <p:grpSp>
          <p:nvGrpSpPr>
            <p:cNvPr id="6" name="Google Shape;5187;p64"/>
            <p:cNvGrpSpPr/>
            <p:nvPr/>
          </p:nvGrpSpPr>
          <p:grpSpPr>
            <a:xfrm>
              <a:off x="3820100" y="3023072"/>
              <a:ext cx="1303926" cy="491139"/>
              <a:chOff x="3820100" y="3023072"/>
              <a:chExt cx="1303926" cy="491139"/>
            </a:xfrm>
          </p:grpSpPr>
          <p:sp>
            <p:nvSpPr>
              <p:cNvPr id="16" name="Google Shape;5188;p64"/>
              <p:cNvSpPr/>
              <p:nvPr/>
            </p:nvSpPr>
            <p:spPr>
              <a:xfrm>
                <a:off x="3820100" y="3023072"/>
                <a:ext cx="505424" cy="491139"/>
              </a:xfrm>
              <a:custGeom>
                <a:avLst/>
                <a:gdLst/>
                <a:ahLst/>
                <a:cxnLst/>
                <a:rect l="l" t="t" r="r" b="b"/>
                <a:pathLst>
                  <a:path w="45218" h="43940" extrusionOk="0">
                    <a:moveTo>
                      <a:pt x="0" y="0"/>
                    </a:moveTo>
                    <a:cubicBezTo>
                      <a:pt x="0" y="24200"/>
                      <a:pt x="19796" y="43939"/>
                      <a:pt x="44111" y="43939"/>
                    </a:cubicBezTo>
                    <a:lnTo>
                      <a:pt x="45218" y="43939"/>
                    </a:lnTo>
                    <a:lnTo>
                      <a:pt x="45218" y="34795"/>
                    </a:lnTo>
                    <a:lnTo>
                      <a:pt x="44111" y="34795"/>
                    </a:lnTo>
                    <a:cubicBezTo>
                      <a:pt x="24972" y="34795"/>
                      <a:pt x="9345" y="19439"/>
                      <a:pt x="9103" y="450"/>
                    </a:cubicBezTo>
                    <a:cubicBezTo>
                      <a:pt x="9103" y="301"/>
                      <a:pt x="9100" y="150"/>
                      <a:pt x="910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5189;p64"/>
              <p:cNvSpPr/>
              <p:nvPr/>
            </p:nvSpPr>
            <p:spPr>
              <a:xfrm>
                <a:off x="4323828" y="3411976"/>
                <a:ext cx="800197" cy="102229"/>
              </a:xfrm>
              <a:custGeom>
                <a:avLst/>
                <a:gdLst/>
                <a:ahLst/>
                <a:cxnLst/>
                <a:rect l="l" t="t" r="r" b="b"/>
                <a:pathLst>
                  <a:path w="71590" h="9146" extrusionOk="0">
                    <a:moveTo>
                      <a:pt x="1" y="1"/>
                    </a:moveTo>
                    <a:lnTo>
                      <a:pt x="1" y="9145"/>
                    </a:lnTo>
                    <a:lnTo>
                      <a:pt x="71589" y="9145"/>
                    </a:lnTo>
                    <a:lnTo>
                      <a:pt x="71589" y="1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5190;p64"/>
            <p:cNvGrpSpPr/>
            <p:nvPr/>
          </p:nvGrpSpPr>
          <p:grpSpPr>
            <a:xfrm>
              <a:off x="4132439" y="3023645"/>
              <a:ext cx="393633" cy="177096"/>
              <a:chOff x="4132439" y="3023645"/>
              <a:chExt cx="393633" cy="177096"/>
            </a:xfrm>
          </p:grpSpPr>
          <p:sp>
            <p:nvSpPr>
              <p:cNvPr id="14" name="Google Shape;5191;p64"/>
              <p:cNvSpPr/>
              <p:nvPr/>
            </p:nvSpPr>
            <p:spPr>
              <a:xfrm>
                <a:off x="4132439" y="3023645"/>
                <a:ext cx="190085" cy="177096"/>
              </a:xfrm>
              <a:custGeom>
                <a:avLst/>
                <a:gdLst/>
                <a:ahLst/>
                <a:cxnLst/>
                <a:rect l="l" t="t" r="r" b="b"/>
                <a:pathLst>
                  <a:path w="17006" h="15844" extrusionOk="0">
                    <a:moveTo>
                      <a:pt x="0" y="1"/>
                    </a:moveTo>
                    <a:cubicBezTo>
                      <a:pt x="0" y="5035"/>
                      <a:pt x="2405" y="9521"/>
                      <a:pt x="6124" y="12423"/>
                    </a:cubicBezTo>
                    <a:cubicBezTo>
                      <a:pt x="8932" y="14639"/>
                      <a:pt x="12404" y="15844"/>
                      <a:pt x="15981" y="15844"/>
                    </a:cubicBezTo>
                    <a:lnTo>
                      <a:pt x="17005" y="15844"/>
                    </a:lnTo>
                    <a:lnTo>
                      <a:pt x="17005" y="6962"/>
                    </a:lnTo>
                    <a:lnTo>
                      <a:pt x="15905" y="6962"/>
                    </a:lnTo>
                    <a:cubicBezTo>
                      <a:pt x="12043" y="6962"/>
                      <a:pt x="8822" y="3862"/>
                      <a:pt x="8822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5192;p64"/>
              <p:cNvSpPr/>
              <p:nvPr/>
            </p:nvSpPr>
            <p:spPr>
              <a:xfrm>
                <a:off x="4318649" y="3101461"/>
                <a:ext cx="207423" cy="99267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8881" extrusionOk="0">
                    <a:moveTo>
                      <a:pt x="0" y="0"/>
                    </a:moveTo>
                    <a:lnTo>
                      <a:pt x="0" y="8880"/>
                    </a:lnTo>
                    <a:lnTo>
                      <a:pt x="18210" y="8880"/>
                    </a:lnTo>
                    <a:lnTo>
                      <a:pt x="18210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5193;p64"/>
            <p:cNvGrpSpPr/>
            <p:nvPr/>
          </p:nvGrpSpPr>
          <p:grpSpPr>
            <a:xfrm>
              <a:off x="3921811" y="3023049"/>
              <a:ext cx="1002397" cy="388943"/>
              <a:chOff x="3921811" y="3023049"/>
              <a:chExt cx="1002397" cy="388943"/>
            </a:xfrm>
          </p:grpSpPr>
          <p:sp>
            <p:nvSpPr>
              <p:cNvPr id="12" name="Google Shape;5194;p64"/>
              <p:cNvSpPr/>
              <p:nvPr/>
            </p:nvSpPr>
            <p:spPr>
              <a:xfrm>
                <a:off x="3921811" y="3023049"/>
                <a:ext cx="403709" cy="388943"/>
              </a:xfrm>
              <a:custGeom>
                <a:avLst/>
                <a:gdLst/>
                <a:ahLst/>
                <a:cxnLst/>
                <a:rect l="l" t="t" r="r" b="b"/>
                <a:pathLst>
                  <a:path w="36118" h="34797" extrusionOk="0">
                    <a:moveTo>
                      <a:pt x="0" y="1"/>
                    </a:moveTo>
                    <a:cubicBezTo>
                      <a:pt x="0" y="152"/>
                      <a:pt x="3" y="301"/>
                      <a:pt x="3" y="452"/>
                    </a:cubicBezTo>
                    <a:cubicBezTo>
                      <a:pt x="245" y="19441"/>
                      <a:pt x="15879" y="34797"/>
                      <a:pt x="35018" y="34797"/>
                    </a:cubicBezTo>
                    <a:lnTo>
                      <a:pt x="36118" y="34797"/>
                    </a:lnTo>
                    <a:lnTo>
                      <a:pt x="36118" y="25652"/>
                    </a:lnTo>
                    <a:lnTo>
                      <a:pt x="34843" y="25652"/>
                    </a:lnTo>
                    <a:lnTo>
                      <a:pt x="34798" y="25632"/>
                    </a:lnTo>
                    <a:cubicBezTo>
                      <a:pt x="20649" y="25575"/>
                      <a:pt x="9181" y="14193"/>
                      <a:pt x="9115" y="123"/>
                    </a:cubicBezTo>
                    <a:cubicBezTo>
                      <a:pt x="9115" y="81"/>
                      <a:pt x="9108" y="42"/>
                      <a:pt x="910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195;p64"/>
              <p:cNvSpPr/>
              <p:nvPr/>
            </p:nvSpPr>
            <p:spPr>
              <a:xfrm>
                <a:off x="4322109" y="3309770"/>
                <a:ext cx="602098" cy="102218"/>
              </a:xfrm>
              <a:custGeom>
                <a:avLst/>
                <a:gdLst/>
                <a:ahLst/>
                <a:cxnLst/>
                <a:rect l="l" t="t" r="r" b="b"/>
                <a:pathLst>
                  <a:path w="53867" h="9145" extrusionOk="0">
                    <a:moveTo>
                      <a:pt x="1" y="0"/>
                    </a:moveTo>
                    <a:lnTo>
                      <a:pt x="1" y="9145"/>
                    </a:lnTo>
                    <a:lnTo>
                      <a:pt x="53867" y="9145"/>
                    </a:lnTo>
                    <a:lnTo>
                      <a:pt x="53867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5196;p64"/>
            <p:cNvGrpSpPr/>
            <p:nvPr/>
          </p:nvGrpSpPr>
          <p:grpSpPr>
            <a:xfrm>
              <a:off x="4023645" y="3023049"/>
              <a:ext cx="683032" cy="286722"/>
              <a:chOff x="4023645" y="3023049"/>
              <a:chExt cx="683032" cy="286722"/>
            </a:xfrm>
          </p:grpSpPr>
          <p:sp>
            <p:nvSpPr>
              <p:cNvPr id="10" name="Google Shape;5197;p64"/>
              <p:cNvSpPr/>
              <p:nvPr/>
            </p:nvSpPr>
            <p:spPr>
              <a:xfrm>
                <a:off x="4023645" y="3023049"/>
                <a:ext cx="300664" cy="286524"/>
              </a:xfrm>
              <a:custGeom>
                <a:avLst/>
                <a:gdLst/>
                <a:ahLst/>
                <a:cxnLst/>
                <a:rect l="l" t="t" r="r" b="b"/>
                <a:pathLst>
                  <a:path w="26899" h="25634" extrusionOk="0">
                    <a:moveTo>
                      <a:pt x="1" y="1"/>
                    </a:moveTo>
                    <a:cubicBezTo>
                      <a:pt x="1" y="42"/>
                      <a:pt x="4" y="81"/>
                      <a:pt x="4" y="121"/>
                    </a:cubicBezTo>
                    <a:cubicBezTo>
                      <a:pt x="70" y="14193"/>
                      <a:pt x="11538" y="25575"/>
                      <a:pt x="25687" y="25630"/>
                    </a:cubicBezTo>
                    <a:cubicBezTo>
                      <a:pt x="25723" y="25630"/>
                      <a:pt x="25757" y="25634"/>
                      <a:pt x="25792" y="25634"/>
                    </a:cubicBezTo>
                    <a:lnTo>
                      <a:pt x="26899" y="25634"/>
                    </a:lnTo>
                    <a:lnTo>
                      <a:pt x="26899" y="15842"/>
                    </a:lnTo>
                    <a:lnTo>
                      <a:pt x="25768" y="15842"/>
                    </a:lnTo>
                    <a:cubicBezTo>
                      <a:pt x="22191" y="15842"/>
                      <a:pt x="18719" y="14637"/>
                      <a:pt x="15911" y="12423"/>
                    </a:cubicBezTo>
                    <a:cubicBezTo>
                      <a:pt x="12192" y="9521"/>
                      <a:pt x="9787" y="5035"/>
                      <a:pt x="9787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198;p64"/>
              <p:cNvSpPr/>
              <p:nvPr/>
            </p:nvSpPr>
            <p:spPr>
              <a:xfrm>
                <a:off x="4314850" y="3200125"/>
                <a:ext cx="391827" cy="109646"/>
              </a:xfrm>
              <a:custGeom>
                <a:avLst/>
                <a:gdLst/>
                <a:ahLst/>
                <a:cxnLst/>
                <a:rect l="l" t="t" r="r" b="b"/>
                <a:pathLst>
                  <a:path w="35055" h="9792" extrusionOk="0">
                    <a:moveTo>
                      <a:pt x="1" y="0"/>
                    </a:moveTo>
                    <a:lnTo>
                      <a:pt x="1" y="88"/>
                    </a:lnTo>
                    <a:lnTo>
                      <a:pt x="1" y="9792"/>
                    </a:lnTo>
                    <a:lnTo>
                      <a:pt x="35054" y="9792"/>
                    </a:lnTo>
                    <a:lnTo>
                      <a:pt x="350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" name="Google Shape;5429;p65"/>
          <p:cNvGrpSpPr/>
          <p:nvPr/>
        </p:nvGrpSpPr>
        <p:grpSpPr>
          <a:xfrm>
            <a:off x="12828" y="4262418"/>
            <a:ext cx="978825" cy="780594"/>
            <a:chOff x="4294923" y="2439811"/>
            <a:chExt cx="1334436" cy="967914"/>
          </a:xfrm>
        </p:grpSpPr>
        <p:grpSp>
          <p:nvGrpSpPr>
            <p:cNvPr id="19" name="Google Shape;5430;p65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28" name="Google Shape;5431;p65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432;p65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433;p65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434;p65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435;p65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436;p65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5437;p65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22" name="Google Shape;5438;p65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439;p65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5440;p65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5441;p65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442;p65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443;p65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" name="Google Shape;5444;p65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6960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0" y="439650"/>
            <a:ext cx="387654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latin typeface="Montserrat"/>
                <a:ea typeface="Montserrat"/>
                <a:cs typeface="Montserrat"/>
                <a:sym typeface="Montserrat"/>
              </a:rPr>
              <a:t>Staten Islan</a:t>
            </a:r>
            <a:r>
              <a:rPr lang="en-US" sz="2000" dirty="0" smtClean="0">
                <a:latin typeface="Montserrat"/>
                <a:ea typeface="Montserrat"/>
                <a:cs typeface="Montserrat"/>
                <a:sym typeface="Montserrat"/>
              </a:rPr>
              <a:t>d Steers ahead</a:t>
            </a: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1"/>
          </p:nvPr>
        </p:nvSpPr>
        <p:spPr>
          <a:xfrm>
            <a:off x="540000" y="1747275"/>
            <a:ext cx="4246800" cy="24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SzPts val="1400"/>
              <a:buFont typeface="Wingdings" pitchFamily="2" charset="2"/>
              <a:buChar char="q"/>
            </a:pPr>
            <a:r>
              <a:rPr lang="en-US" b="1" dirty="0" smtClean="0"/>
              <a:t>Manhattan comes out on top when we are considering the total revenue generated as it has the most expensive locations.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400"/>
              <a:buFont typeface="Wingdings" pitchFamily="2" charset="2"/>
              <a:buChar char="q"/>
            </a:pPr>
            <a:r>
              <a:rPr lang="en-US" b="1" dirty="0" smtClean="0"/>
              <a:t>But when we consider the money earn per unit with respect to its availability throughout the year Staten Island comes out on top.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SzPts val="1400"/>
              <a:buFont typeface="Wingdings" pitchFamily="2" charset="2"/>
              <a:buChar char="q"/>
            </a:pPr>
            <a:r>
              <a:rPr lang="en-US" b="1" dirty="0" smtClean="0"/>
              <a:t>Despite having only a fraction of properties, Staten Island’s accommodations are available the most.</a:t>
            </a:r>
            <a:endParaRPr b="1" dirty="0"/>
          </a:p>
        </p:txBody>
      </p:sp>
      <p:pic>
        <p:nvPicPr>
          <p:cNvPr id="5122" name="Picture 2" descr="C:\Users\sapta\Desktop\python shet\tableau assignment\assignment folder\q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523" y="684693"/>
            <a:ext cx="2883750" cy="371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598" y="903394"/>
            <a:ext cx="1102948" cy="42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oogle Shape;4308;p62"/>
          <p:cNvGrpSpPr/>
          <p:nvPr/>
        </p:nvGrpSpPr>
        <p:grpSpPr>
          <a:xfrm>
            <a:off x="3861190" y="385360"/>
            <a:ext cx="1581844" cy="732818"/>
            <a:chOff x="634175" y="2986275"/>
            <a:chExt cx="3147949" cy="1458344"/>
          </a:xfrm>
        </p:grpSpPr>
        <p:cxnSp>
          <p:nvCxnSpPr>
            <p:cNvPr id="7" name="Google Shape;4309;p62"/>
            <p:cNvCxnSpPr>
              <a:stCxn id="13" idx="4"/>
              <a:endCxn id="15" idx="0"/>
            </p:cNvCxnSpPr>
            <p:nvPr/>
          </p:nvCxnSpPr>
          <p:spPr>
            <a:xfrm>
              <a:off x="929975" y="3577875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4312;p62"/>
            <p:cNvCxnSpPr>
              <a:stCxn id="15" idx="0"/>
              <a:endCxn id="12" idx="4"/>
            </p:cNvCxnSpPr>
            <p:nvPr/>
          </p:nvCxnSpPr>
          <p:spPr>
            <a:xfrm rot="10800000" flipH="1">
              <a:off x="1521366" y="3577919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4314;p62"/>
            <p:cNvCxnSpPr>
              <a:stCxn id="12" idx="4"/>
              <a:endCxn id="14" idx="0"/>
            </p:cNvCxnSpPr>
            <p:nvPr/>
          </p:nvCxnSpPr>
          <p:spPr>
            <a:xfrm>
              <a:off x="2208152" y="3577875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4316;p62"/>
            <p:cNvCxnSpPr>
              <a:stCxn id="14" idx="0"/>
              <a:endCxn id="11" idx="4"/>
            </p:cNvCxnSpPr>
            <p:nvPr/>
          </p:nvCxnSpPr>
          <p:spPr>
            <a:xfrm rot="10800000" flipH="1">
              <a:off x="2894933" y="3577918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4317;p62"/>
            <p:cNvSpPr/>
            <p:nvPr/>
          </p:nvSpPr>
          <p:spPr>
            <a:xfrm>
              <a:off x="3190524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4313;p62"/>
            <p:cNvSpPr/>
            <p:nvPr/>
          </p:nvSpPr>
          <p:spPr>
            <a:xfrm>
              <a:off x="1912352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310;p62"/>
            <p:cNvSpPr/>
            <p:nvPr/>
          </p:nvSpPr>
          <p:spPr>
            <a:xfrm>
              <a:off x="634175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4315;p62"/>
            <p:cNvSpPr/>
            <p:nvPr/>
          </p:nvSpPr>
          <p:spPr>
            <a:xfrm>
              <a:off x="2599133" y="3853018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311;p62"/>
            <p:cNvSpPr/>
            <p:nvPr/>
          </p:nvSpPr>
          <p:spPr>
            <a:xfrm>
              <a:off x="1225566" y="3853019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5429;p65"/>
          <p:cNvGrpSpPr/>
          <p:nvPr/>
        </p:nvGrpSpPr>
        <p:grpSpPr>
          <a:xfrm>
            <a:off x="12828" y="4262418"/>
            <a:ext cx="978825" cy="780594"/>
            <a:chOff x="4294923" y="2439811"/>
            <a:chExt cx="1334436" cy="967914"/>
          </a:xfrm>
        </p:grpSpPr>
        <p:grpSp>
          <p:nvGrpSpPr>
            <p:cNvPr id="17" name="Google Shape;5430;p65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26" name="Google Shape;5431;p65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432;p65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433;p65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434;p65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435;p65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436;p65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5437;p65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20" name="Google Shape;5438;p65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439;p65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5440;p65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441;p65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5442;p65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5443;p65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" name="Google Shape;5444;p65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131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0" y="439650"/>
            <a:ext cx="408904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latin typeface="Montserrat"/>
                <a:ea typeface="Montserrat"/>
                <a:cs typeface="Montserrat"/>
                <a:sym typeface="Montserrat"/>
              </a:rPr>
              <a:t>Who you gonna call?</a:t>
            </a: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1"/>
          </p:nvPr>
        </p:nvSpPr>
        <p:spPr>
          <a:xfrm>
            <a:off x="540000" y="1747275"/>
            <a:ext cx="4246800" cy="24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1400"/>
              <a:buFont typeface="Wingdings" pitchFamily="2" charset="2"/>
              <a:buChar char="q"/>
            </a:pPr>
            <a:r>
              <a:rPr lang="en-US" b="1" dirty="0" smtClean="0"/>
              <a:t>As we just discussed Staten Island comes out on top with respect to availability. It’s properties are available almost 200 days a year on average.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400"/>
              <a:buFont typeface="Wingdings" pitchFamily="2" charset="2"/>
              <a:buChar char="q"/>
            </a:pPr>
            <a:r>
              <a:rPr lang="en-US" b="1" dirty="0" smtClean="0"/>
              <a:t>It’s followed by Bronx and Queens who are very close to each other in these terms.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400"/>
              <a:buFont typeface="Wingdings" pitchFamily="2" charset="2"/>
              <a:buChar char="q"/>
            </a:pPr>
            <a:r>
              <a:rPr lang="en-US" b="1" dirty="0" smtClean="0"/>
              <a:t>Lastly Manhattan and Brooklyn are at the bottom as it’s venues are very busy throughout the year.</a:t>
            </a:r>
            <a:endParaRPr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902" y="152400"/>
            <a:ext cx="377190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Google Shape;5524;p65"/>
          <p:cNvGrpSpPr/>
          <p:nvPr/>
        </p:nvGrpSpPr>
        <p:grpSpPr>
          <a:xfrm>
            <a:off x="2979523" y="338726"/>
            <a:ext cx="1895745" cy="775089"/>
            <a:chOff x="238125" y="1725700"/>
            <a:chExt cx="7139025" cy="2260325"/>
          </a:xfrm>
        </p:grpSpPr>
        <p:sp>
          <p:nvSpPr>
            <p:cNvPr id="14" name="Google Shape;5525;p65"/>
            <p:cNvSpPr/>
            <p:nvPr/>
          </p:nvSpPr>
          <p:spPr>
            <a:xfrm>
              <a:off x="238125" y="1741950"/>
              <a:ext cx="6506150" cy="2228050"/>
            </a:xfrm>
            <a:custGeom>
              <a:avLst/>
              <a:gdLst/>
              <a:ahLst/>
              <a:cxnLst/>
              <a:rect l="l" t="t" r="r" b="b"/>
              <a:pathLst>
                <a:path w="260246" h="89122" extrusionOk="0">
                  <a:moveTo>
                    <a:pt x="260246" y="1"/>
                  </a:moveTo>
                  <a:lnTo>
                    <a:pt x="0" y="44559"/>
                  </a:lnTo>
                  <a:lnTo>
                    <a:pt x="260241" y="89121"/>
                  </a:lnTo>
                  <a:cubicBezTo>
                    <a:pt x="250030" y="85482"/>
                    <a:pt x="242259" y="66921"/>
                    <a:pt x="242259" y="44559"/>
                  </a:cubicBezTo>
                  <a:cubicBezTo>
                    <a:pt x="242259" y="22201"/>
                    <a:pt x="250039" y="3626"/>
                    <a:pt x="260246" y="1"/>
                  </a:cubicBezTo>
                  <a:close/>
                </a:path>
              </a:pathLst>
            </a:custGeom>
            <a:solidFill>
              <a:srgbClr val="E3E9ED">
                <a:alpha val="43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526;p65"/>
            <p:cNvSpPr/>
            <p:nvPr/>
          </p:nvSpPr>
          <p:spPr>
            <a:xfrm>
              <a:off x="2480475" y="2435950"/>
              <a:ext cx="438500" cy="841400"/>
            </a:xfrm>
            <a:custGeom>
              <a:avLst/>
              <a:gdLst/>
              <a:ahLst/>
              <a:cxnLst/>
              <a:rect l="l" t="t" r="r" b="b"/>
              <a:pathLst>
                <a:path w="17540" h="33656" extrusionOk="0">
                  <a:moveTo>
                    <a:pt x="8770" y="1"/>
                  </a:moveTo>
                  <a:cubicBezTo>
                    <a:pt x="3929" y="1"/>
                    <a:pt x="0" y="7536"/>
                    <a:pt x="0" y="16826"/>
                  </a:cubicBezTo>
                  <a:cubicBezTo>
                    <a:pt x="0" y="26120"/>
                    <a:pt x="3929" y="33655"/>
                    <a:pt x="8770" y="33655"/>
                  </a:cubicBezTo>
                  <a:cubicBezTo>
                    <a:pt x="13616" y="33655"/>
                    <a:pt x="17540" y="26120"/>
                    <a:pt x="17540" y="16826"/>
                  </a:cubicBezTo>
                  <a:cubicBezTo>
                    <a:pt x="17540" y="7536"/>
                    <a:pt x="13616" y="1"/>
                    <a:pt x="87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527;p65"/>
            <p:cNvSpPr/>
            <p:nvPr/>
          </p:nvSpPr>
          <p:spPr>
            <a:xfrm>
              <a:off x="3663250" y="2219875"/>
              <a:ext cx="607450" cy="1272525"/>
            </a:xfrm>
            <a:custGeom>
              <a:avLst/>
              <a:gdLst/>
              <a:ahLst/>
              <a:cxnLst/>
              <a:rect l="l" t="t" r="r" b="b"/>
              <a:pathLst>
                <a:path w="24298" h="50901" extrusionOk="0">
                  <a:moveTo>
                    <a:pt x="12147" y="1"/>
                  </a:moveTo>
                  <a:cubicBezTo>
                    <a:pt x="8924" y="1"/>
                    <a:pt x="5836" y="2681"/>
                    <a:pt x="3558" y="7450"/>
                  </a:cubicBezTo>
                  <a:cubicBezTo>
                    <a:pt x="1280" y="12224"/>
                    <a:pt x="0" y="18697"/>
                    <a:pt x="0" y="25451"/>
                  </a:cubicBezTo>
                  <a:cubicBezTo>
                    <a:pt x="0" y="32200"/>
                    <a:pt x="1280" y="38673"/>
                    <a:pt x="3558" y="43447"/>
                  </a:cubicBezTo>
                  <a:cubicBezTo>
                    <a:pt x="5836" y="48216"/>
                    <a:pt x="8924" y="50901"/>
                    <a:pt x="12147" y="50901"/>
                  </a:cubicBezTo>
                  <a:cubicBezTo>
                    <a:pt x="15370" y="50901"/>
                    <a:pt x="18457" y="48216"/>
                    <a:pt x="20735" y="43447"/>
                  </a:cubicBezTo>
                  <a:cubicBezTo>
                    <a:pt x="23014" y="38673"/>
                    <a:pt x="24298" y="32200"/>
                    <a:pt x="24298" y="25451"/>
                  </a:cubicBezTo>
                  <a:cubicBezTo>
                    <a:pt x="24298" y="18697"/>
                    <a:pt x="23014" y="12224"/>
                    <a:pt x="20735" y="7450"/>
                  </a:cubicBezTo>
                  <a:cubicBezTo>
                    <a:pt x="18457" y="2681"/>
                    <a:pt x="15370" y="1"/>
                    <a:pt x="1214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528;p65"/>
            <p:cNvSpPr/>
            <p:nvPr/>
          </p:nvSpPr>
          <p:spPr>
            <a:xfrm>
              <a:off x="4999700" y="1973525"/>
              <a:ext cx="820500" cy="1764350"/>
            </a:xfrm>
            <a:custGeom>
              <a:avLst/>
              <a:gdLst/>
              <a:ahLst/>
              <a:cxnLst/>
              <a:rect l="l" t="t" r="r" b="b"/>
              <a:pathLst>
                <a:path w="32820" h="70574" extrusionOk="0">
                  <a:moveTo>
                    <a:pt x="16410" y="0"/>
                  </a:moveTo>
                  <a:cubicBezTo>
                    <a:pt x="12057" y="0"/>
                    <a:pt x="7884" y="3716"/>
                    <a:pt x="4806" y="10334"/>
                  </a:cubicBezTo>
                  <a:cubicBezTo>
                    <a:pt x="1728" y="16952"/>
                    <a:pt x="1" y="25925"/>
                    <a:pt x="1" y="35287"/>
                  </a:cubicBezTo>
                  <a:cubicBezTo>
                    <a:pt x="1" y="44644"/>
                    <a:pt x="1728" y="53622"/>
                    <a:pt x="4806" y="60239"/>
                  </a:cubicBezTo>
                  <a:cubicBezTo>
                    <a:pt x="7884" y="66857"/>
                    <a:pt x="12057" y="70573"/>
                    <a:pt x="16410" y="70573"/>
                  </a:cubicBezTo>
                  <a:cubicBezTo>
                    <a:pt x="20759" y="70573"/>
                    <a:pt x="24936" y="66857"/>
                    <a:pt x="28014" y="60239"/>
                  </a:cubicBezTo>
                  <a:cubicBezTo>
                    <a:pt x="31088" y="53622"/>
                    <a:pt x="32819" y="44644"/>
                    <a:pt x="32819" y="35287"/>
                  </a:cubicBezTo>
                  <a:cubicBezTo>
                    <a:pt x="32819" y="25925"/>
                    <a:pt x="31088" y="16952"/>
                    <a:pt x="28014" y="10334"/>
                  </a:cubicBezTo>
                  <a:cubicBezTo>
                    <a:pt x="24936" y="3716"/>
                    <a:pt x="20759" y="0"/>
                    <a:pt x="1641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529;p65"/>
            <p:cNvSpPr/>
            <p:nvPr/>
          </p:nvSpPr>
          <p:spPr>
            <a:xfrm>
              <a:off x="6838275" y="1725700"/>
              <a:ext cx="150" cy="0"/>
            </a:xfrm>
            <a:custGeom>
              <a:avLst/>
              <a:gdLst/>
              <a:ahLst/>
              <a:cxnLst/>
              <a:rect l="l" t="t" r="r" b="b"/>
              <a:pathLst>
                <a:path w="6" extrusionOk="0">
                  <a:moveTo>
                    <a:pt x="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530;p65"/>
            <p:cNvSpPr/>
            <p:nvPr/>
          </p:nvSpPr>
          <p:spPr>
            <a:xfrm>
              <a:off x="6838400" y="3986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531;p65"/>
            <p:cNvSpPr/>
            <p:nvPr/>
          </p:nvSpPr>
          <p:spPr>
            <a:xfrm>
              <a:off x="6744250" y="3969975"/>
              <a:ext cx="94175" cy="16050"/>
            </a:xfrm>
            <a:custGeom>
              <a:avLst/>
              <a:gdLst/>
              <a:ahLst/>
              <a:cxnLst/>
              <a:rect l="l" t="t" r="r" b="b"/>
              <a:pathLst>
                <a:path w="3767" h="642" extrusionOk="0">
                  <a:moveTo>
                    <a:pt x="1" y="0"/>
                  </a:moveTo>
                  <a:lnTo>
                    <a:pt x="1" y="0"/>
                  </a:lnTo>
                  <a:cubicBezTo>
                    <a:pt x="1190" y="425"/>
                    <a:pt x="2415" y="642"/>
                    <a:pt x="3662" y="642"/>
                  </a:cubicBezTo>
                  <a:lnTo>
                    <a:pt x="3766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532;p65"/>
            <p:cNvSpPr/>
            <p:nvPr/>
          </p:nvSpPr>
          <p:spPr>
            <a:xfrm>
              <a:off x="6744250" y="1725700"/>
              <a:ext cx="94050" cy="16175"/>
            </a:xfrm>
            <a:custGeom>
              <a:avLst/>
              <a:gdLst/>
              <a:ahLst/>
              <a:cxnLst/>
              <a:rect l="l" t="t" r="r" b="b"/>
              <a:pathLst>
                <a:path w="3762" h="647" extrusionOk="0">
                  <a:moveTo>
                    <a:pt x="3662" y="0"/>
                  </a:moveTo>
                  <a:cubicBezTo>
                    <a:pt x="2415" y="0"/>
                    <a:pt x="1194" y="222"/>
                    <a:pt x="1" y="646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533;p65"/>
            <p:cNvSpPr/>
            <p:nvPr/>
          </p:nvSpPr>
          <p:spPr>
            <a:xfrm>
              <a:off x="6294575" y="1725700"/>
              <a:ext cx="1082575" cy="2260225"/>
            </a:xfrm>
            <a:custGeom>
              <a:avLst/>
              <a:gdLst/>
              <a:ahLst/>
              <a:cxnLst/>
              <a:rect l="l" t="t" r="r" b="b"/>
              <a:pathLst>
                <a:path w="43303" h="90409" extrusionOk="0">
                  <a:moveTo>
                    <a:pt x="21749" y="0"/>
                  </a:moveTo>
                  <a:lnTo>
                    <a:pt x="17988" y="646"/>
                  </a:lnTo>
                  <a:cubicBezTo>
                    <a:pt x="7781" y="4276"/>
                    <a:pt x="1" y="22846"/>
                    <a:pt x="1" y="45204"/>
                  </a:cubicBezTo>
                  <a:cubicBezTo>
                    <a:pt x="1" y="67562"/>
                    <a:pt x="7781" y="86132"/>
                    <a:pt x="17988" y="89766"/>
                  </a:cubicBezTo>
                  <a:lnTo>
                    <a:pt x="21753" y="90408"/>
                  </a:lnTo>
                  <a:lnTo>
                    <a:pt x="21758" y="90408"/>
                  </a:lnTo>
                  <a:cubicBezTo>
                    <a:pt x="33665" y="90291"/>
                    <a:pt x="43302" y="70094"/>
                    <a:pt x="43302" y="45204"/>
                  </a:cubicBezTo>
                  <a:cubicBezTo>
                    <a:pt x="43302" y="20315"/>
                    <a:pt x="33665" y="118"/>
                    <a:pt x="2175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534;p65"/>
            <p:cNvSpPr/>
            <p:nvPr/>
          </p:nvSpPr>
          <p:spPr>
            <a:xfrm>
              <a:off x="1511625" y="2613375"/>
              <a:ext cx="292400" cy="484275"/>
            </a:xfrm>
            <a:custGeom>
              <a:avLst/>
              <a:gdLst/>
              <a:ahLst/>
              <a:cxnLst/>
              <a:rect l="l" t="t" r="r" b="b"/>
              <a:pathLst>
                <a:path w="11696" h="19371" extrusionOk="0">
                  <a:moveTo>
                    <a:pt x="5850" y="1"/>
                  </a:moveTo>
                  <a:cubicBezTo>
                    <a:pt x="2618" y="1"/>
                    <a:pt x="1" y="4336"/>
                    <a:pt x="1" y="9684"/>
                  </a:cubicBezTo>
                  <a:cubicBezTo>
                    <a:pt x="1" y="15036"/>
                    <a:pt x="2618" y="19371"/>
                    <a:pt x="5850" y="19371"/>
                  </a:cubicBezTo>
                  <a:cubicBezTo>
                    <a:pt x="9078" y="19371"/>
                    <a:pt x="11695" y="15036"/>
                    <a:pt x="11695" y="9684"/>
                  </a:cubicBezTo>
                  <a:cubicBezTo>
                    <a:pt x="11695" y="4336"/>
                    <a:pt x="9078" y="1"/>
                    <a:pt x="5850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5429;p65"/>
          <p:cNvGrpSpPr/>
          <p:nvPr/>
        </p:nvGrpSpPr>
        <p:grpSpPr>
          <a:xfrm>
            <a:off x="12828" y="4262418"/>
            <a:ext cx="978825" cy="780594"/>
            <a:chOff x="4294923" y="2439811"/>
            <a:chExt cx="1334436" cy="967914"/>
          </a:xfrm>
        </p:grpSpPr>
        <p:grpSp>
          <p:nvGrpSpPr>
            <p:cNvPr id="41" name="Google Shape;5430;p65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50" name="Google Shape;5431;p65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432;p65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433;p65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434;p65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35;p65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436;p65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5437;p65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44" name="Google Shape;5438;p65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439;p65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440;p65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441;p65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442;p65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443;p65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5444;p65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223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122349" y="439650"/>
            <a:ext cx="36957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latin typeface="Montserrat"/>
                <a:ea typeface="Montserrat"/>
                <a:cs typeface="Montserrat"/>
                <a:sym typeface="Montserrat"/>
              </a:rPr>
              <a:t>Queens is the answer</a:t>
            </a: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1"/>
          </p:nvPr>
        </p:nvSpPr>
        <p:spPr>
          <a:xfrm>
            <a:off x="540000" y="1154846"/>
            <a:ext cx="4246800" cy="3694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Now considering all that we have discussed I believe Queens would be the ideal location for the company to expand into the residential accommodation market in New York City.</a:t>
            </a:r>
          </a:p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The average price of rentals in Queens is relatively cheap and it has a lot of properties available with respect to a cheaper option like Bronx. Queens also has its properties available for considerable days of a year.</a:t>
            </a:r>
          </a:p>
          <a:p>
            <a:pPr algn="just">
              <a:buFont typeface="Wingdings" pitchFamily="2" charset="2"/>
              <a:buChar char="q"/>
            </a:pPr>
            <a:r>
              <a:rPr lang="en-US" b="1" dirty="0" smtClean="0"/>
              <a:t>Queens has a lot of major residential neighborhoods which will attract customers. Bronx and Brooklyn will be the other two boroughs to focus on as they also have similar neighborhoods.</a:t>
            </a:r>
          </a:p>
          <a:p>
            <a:pPr>
              <a:buFont typeface="Wingdings" pitchFamily="2" charset="2"/>
              <a:buChar char="q"/>
            </a:pPr>
            <a:endParaRPr b="1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976" y="328410"/>
            <a:ext cx="4015024" cy="432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oogle Shape;5087;p64"/>
          <p:cNvGrpSpPr/>
          <p:nvPr/>
        </p:nvGrpSpPr>
        <p:grpSpPr>
          <a:xfrm>
            <a:off x="3453107" y="328410"/>
            <a:ext cx="1268207" cy="638939"/>
            <a:chOff x="3967651" y="3645904"/>
            <a:chExt cx="1479304" cy="745292"/>
          </a:xfrm>
        </p:grpSpPr>
        <p:grpSp>
          <p:nvGrpSpPr>
            <p:cNvPr id="18" name="Google Shape;5088;p64"/>
            <p:cNvGrpSpPr/>
            <p:nvPr/>
          </p:nvGrpSpPr>
          <p:grpSpPr>
            <a:xfrm>
              <a:off x="3967651" y="4009026"/>
              <a:ext cx="1479304" cy="382170"/>
              <a:chOff x="3967651" y="4009026"/>
              <a:chExt cx="1479304" cy="382170"/>
            </a:xfrm>
          </p:grpSpPr>
          <p:grpSp>
            <p:nvGrpSpPr>
              <p:cNvPr id="30" name="Google Shape;5089;p64"/>
              <p:cNvGrpSpPr/>
              <p:nvPr/>
            </p:nvGrpSpPr>
            <p:grpSpPr>
              <a:xfrm>
                <a:off x="4892216" y="4195630"/>
                <a:ext cx="554739" cy="195566"/>
                <a:chOff x="3604375" y="4892160"/>
                <a:chExt cx="1651500" cy="582215"/>
              </a:xfrm>
            </p:grpSpPr>
            <p:sp>
              <p:nvSpPr>
                <p:cNvPr id="37" name="Google Shape;5090;p64"/>
                <p:cNvSpPr/>
                <p:nvPr/>
              </p:nvSpPr>
              <p:spPr>
                <a:xfrm>
                  <a:off x="3604375" y="4892160"/>
                  <a:ext cx="1651500" cy="1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60" h="5873" extrusionOk="0">
                      <a:moveTo>
                        <a:pt x="1" y="0"/>
                      </a:moveTo>
                      <a:lnTo>
                        <a:pt x="7340" y="5872"/>
                      </a:lnTo>
                      <a:lnTo>
                        <a:pt x="66060" y="5872"/>
                      </a:lnTo>
                      <a:lnTo>
                        <a:pt x="5138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5091;p64"/>
                <p:cNvSpPr/>
                <p:nvPr/>
              </p:nvSpPr>
              <p:spPr>
                <a:xfrm>
                  <a:off x="3787875" y="5033975"/>
                  <a:ext cx="1468000" cy="44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0" h="17616" extrusionOk="0">
                      <a:moveTo>
                        <a:pt x="0" y="0"/>
                      </a:moveTo>
                      <a:lnTo>
                        <a:pt x="0" y="17615"/>
                      </a:lnTo>
                      <a:lnTo>
                        <a:pt x="58720" y="17615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" name="Google Shape;5092;p64"/>
              <p:cNvGrpSpPr/>
              <p:nvPr/>
            </p:nvGrpSpPr>
            <p:grpSpPr>
              <a:xfrm>
                <a:off x="3967651" y="4146303"/>
                <a:ext cx="579402" cy="244893"/>
                <a:chOff x="851875" y="4745310"/>
                <a:chExt cx="1724925" cy="729065"/>
              </a:xfrm>
            </p:grpSpPr>
            <p:sp>
              <p:nvSpPr>
                <p:cNvPr id="35" name="Google Shape;5093;p64"/>
                <p:cNvSpPr/>
                <p:nvPr/>
              </p:nvSpPr>
              <p:spPr>
                <a:xfrm>
                  <a:off x="851925" y="4745310"/>
                  <a:ext cx="172487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95" h="5875" extrusionOk="0">
                      <a:moveTo>
                        <a:pt x="14679" y="0"/>
                      </a:moveTo>
                      <a:lnTo>
                        <a:pt x="1" y="5874"/>
                      </a:lnTo>
                      <a:lnTo>
                        <a:pt x="58718" y="5874"/>
                      </a:lnTo>
                      <a:lnTo>
                        <a:pt x="68994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5094;p64"/>
                <p:cNvSpPr/>
                <p:nvPr/>
              </p:nvSpPr>
              <p:spPr>
                <a:xfrm>
                  <a:off x="851875" y="4887175"/>
                  <a:ext cx="1468025" cy="58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23488" extrusionOk="0">
                      <a:moveTo>
                        <a:pt x="0" y="0"/>
                      </a:moveTo>
                      <a:lnTo>
                        <a:pt x="0" y="23487"/>
                      </a:lnTo>
                      <a:lnTo>
                        <a:pt x="58720" y="2348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" name="Google Shape;5095;p64"/>
              <p:cNvGrpSpPr/>
              <p:nvPr/>
            </p:nvGrpSpPr>
            <p:grpSpPr>
              <a:xfrm>
                <a:off x="4460753" y="4009026"/>
                <a:ext cx="493110" cy="382170"/>
                <a:chOff x="2319875" y="4336625"/>
                <a:chExt cx="1468025" cy="1137750"/>
              </a:xfrm>
            </p:grpSpPr>
            <p:sp>
              <p:nvSpPr>
                <p:cNvPr id="33" name="Google Shape;5096;p64"/>
                <p:cNvSpPr/>
                <p:nvPr/>
              </p:nvSpPr>
              <p:spPr>
                <a:xfrm>
                  <a:off x="2319875" y="4336625"/>
                  <a:ext cx="146802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5875" extrusionOk="0">
                      <a:moveTo>
                        <a:pt x="14681" y="0"/>
                      </a:moveTo>
                      <a:lnTo>
                        <a:pt x="0" y="5874"/>
                      </a:lnTo>
                      <a:lnTo>
                        <a:pt x="58720" y="5874"/>
                      </a:lnTo>
                      <a:lnTo>
                        <a:pt x="4404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5097;p64"/>
                <p:cNvSpPr/>
                <p:nvPr/>
              </p:nvSpPr>
              <p:spPr>
                <a:xfrm>
                  <a:off x="2319875" y="4483425"/>
                  <a:ext cx="1468025" cy="9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39638" extrusionOk="0">
                      <a:moveTo>
                        <a:pt x="0" y="0"/>
                      </a:moveTo>
                      <a:lnTo>
                        <a:pt x="0" y="39637"/>
                      </a:lnTo>
                      <a:lnTo>
                        <a:pt x="58720" y="3963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" name="Google Shape;5098;p64"/>
            <p:cNvGrpSpPr/>
            <p:nvPr/>
          </p:nvGrpSpPr>
          <p:grpSpPr>
            <a:xfrm>
              <a:off x="4479443" y="3645904"/>
              <a:ext cx="455965" cy="388789"/>
              <a:chOff x="2957425" y="238100"/>
              <a:chExt cx="1910200" cy="1628775"/>
            </a:xfrm>
          </p:grpSpPr>
          <p:sp>
            <p:nvSpPr>
              <p:cNvPr id="20" name="Google Shape;5099;p64"/>
              <p:cNvSpPr/>
              <p:nvPr/>
            </p:nvSpPr>
            <p:spPr>
              <a:xfrm>
                <a:off x="4035900" y="239600"/>
                <a:ext cx="831725" cy="906350"/>
              </a:xfrm>
              <a:custGeom>
                <a:avLst/>
                <a:gdLst/>
                <a:ahLst/>
                <a:cxnLst/>
                <a:rect l="l" t="t" r="r" b="b"/>
                <a:pathLst>
                  <a:path w="33269" h="36254" extrusionOk="0">
                    <a:moveTo>
                      <a:pt x="22705" y="0"/>
                    </a:moveTo>
                    <a:cubicBezTo>
                      <a:pt x="21111" y="0"/>
                      <a:pt x="19679" y="297"/>
                      <a:pt x="18461" y="685"/>
                    </a:cubicBezTo>
                    <a:cubicBezTo>
                      <a:pt x="17166" y="1102"/>
                      <a:pt x="15926" y="1669"/>
                      <a:pt x="14763" y="2373"/>
                    </a:cubicBezTo>
                    <a:cubicBezTo>
                      <a:pt x="13810" y="2945"/>
                      <a:pt x="13109" y="3505"/>
                      <a:pt x="12609" y="3900"/>
                    </a:cubicBezTo>
                    <a:lnTo>
                      <a:pt x="11977" y="4448"/>
                    </a:lnTo>
                    <a:lnTo>
                      <a:pt x="14023" y="6907"/>
                    </a:lnTo>
                    <a:lnTo>
                      <a:pt x="14679" y="6385"/>
                    </a:lnTo>
                    <a:cubicBezTo>
                      <a:pt x="15052" y="6124"/>
                      <a:pt x="15622" y="5698"/>
                      <a:pt x="16443" y="5255"/>
                    </a:cubicBezTo>
                    <a:cubicBezTo>
                      <a:pt x="17250" y="4815"/>
                      <a:pt x="18260" y="4326"/>
                      <a:pt x="19466" y="3977"/>
                    </a:cubicBezTo>
                    <a:cubicBezTo>
                      <a:pt x="20363" y="3713"/>
                      <a:pt x="21373" y="3535"/>
                      <a:pt x="22421" y="3535"/>
                    </a:cubicBezTo>
                    <a:cubicBezTo>
                      <a:pt x="22772" y="3535"/>
                      <a:pt x="23127" y="3555"/>
                      <a:pt x="23483" y="3599"/>
                    </a:cubicBezTo>
                    <a:cubicBezTo>
                      <a:pt x="24177" y="3661"/>
                      <a:pt x="24938" y="3905"/>
                      <a:pt x="25537" y="4168"/>
                    </a:cubicBezTo>
                    <a:cubicBezTo>
                      <a:pt x="25740" y="4271"/>
                      <a:pt x="25982" y="4377"/>
                      <a:pt x="26159" y="4475"/>
                    </a:cubicBezTo>
                    <a:cubicBezTo>
                      <a:pt x="26289" y="4568"/>
                      <a:pt x="26415" y="4659"/>
                      <a:pt x="26552" y="4740"/>
                    </a:cubicBezTo>
                    <a:cubicBezTo>
                      <a:pt x="26818" y="4941"/>
                      <a:pt x="27160" y="5171"/>
                      <a:pt x="27411" y="5458"/>
                    </a:cubicBezTo>
                    <a:cubicBezTo>
                      <a:pt x="28529" y="6528"/>
                      <a:pt x="29264" y="8171"/>
                      <a:pt x="29427" y="9930"/>
                    </a:cubicBezTo>
                    <a:cubicBezTo>
                      <a:pt x="29508" y="10808"/>
                      <a:pt x="29448" y="11723"/>
                      <a:pt x="29211" y="12589"/>
                    </a:cubicBezTo>
                    <a:cubicBezTo>
                      <a:pt x="29087" y="13020"/>
                      <a:pt x="28946" y="13451"/>
                      <a:pt x="28747" y="13853"/>
                    </a:cubicBezTo>
                    <a:lnTo>
                      <a:pt x="28677" y="14006"/>
                    </a:lnTo>
                    <a:cubicBezTo>
                      <a:pt x="28677" y="14006"/>
                      <a:pt x="28651" y="14062"/>
                      <a:pt x="28653" y="14062"/>
                    </a:cubicBezTo>
                    <a:cubicBezTo>
                      <a:pt x="28654" y="14062"/>
                      <a:pt x="28658" y="14055"/>
                      <a:pt x="28668" y="14038"/>
                    </a:cubicBezTo>
                    <a:lnTo>
                      <a:pt x="28668" y="14038"/>
                    </a:lnTo>
                    <a:lnTo>
                      <a:pt x="28618" y="14131"/>
                    </a:lnTo>
                    <a:lnTo>
                      <a:pt x="28409" y="14504"/>
                    </a:lnTo>
                    <a:cubicBezTo>
                      <a:pt x="28270" y="14744"/>
                      <a:pt x="28177" y="14878"/>
                      <a:pt x="28045" y="15084"/>
                    </a:cubicBezTo>
                    <a:cubicBezTo>
                      <a:pt x="26952" y="16678"/>
                      <a:pt x="25336" y="18021"/>
                      <a:pt x="23512" y="19098"/>
                    </a:cubicBezTo>
                    <a:cubicBezTo>
                      <a:pt x="21688" y="20170"/>
                      <a:pt x="19591" y="20984"/>
                      <a:pt x="17487" y="21695"/>
                    </a:cubicBezTo>
                    <a:cubicBezTo>
                      <a:pt x="15371" y="22408"/>
                      <a:pt x="13207" y="23019"/>
                      <a:pt x="11089" y="23679"/>
                    </a:cubicBezTo>
                    <a:cubicBezTo>
                      <a:pt x="9119" y="24319"/>
                      <a:pt x="6955" y="24728"/>
                      <a:pt x="4860" y="25736"/>
                    </a:cubicBezTo>
                    <a:cubicBezTo>
                      <a:pt x="3800" y="26233"/>
                      <a:pt x="2785" y="26940"/>
                      <a:pt x="1988" y="27763"/>
                    </a:cubicBezTo>
                    <a:cubicBezTo>
                      <a:pt x="1179" y="28589"/>
                      <a:pt x="468" y="29604"/>
                      <a:pt x="180" y="30868"/>
                    </a:cubicBezTo>
                    <a:cubicBezTo>
                      <a:pt x="32" y="31488"/>
                      <a:pt x="1" y="32165"/>
                      <a:pt x="135" y="32795"/>
                    </a:cubicBezTo>
                    <a:cubicBezTo>
                      <a:pt x="259" y="33436"/>
                      <a:pt x="470" y="33968"/>
                      <a:pt x="882" y="34540"/>
                    </a:cubicBezTo>
                    <a:cubicBezTo>
                      <a:pt x="1657" y="35540"/>
                      <a:pt x="2675" y="36002"/>
                      <a:pt x="3620" y="36184"/>
                    </a:cubicBezTo>
                    <a:cubicBezTo>
                      <a:pt x="3889" y="36231"/>
                      <a:pt x="4153" y="36254"/>
                      <a:pt x="4411" y="36254"/>
                    </a:cubicBezTo>
                    <a:cubicBezTo>
                      <a:pt x="5087" y="36254"/>
                      <a:pt x="5719" y="36098"/>
                      <a:pt x="6270" y="35808"/>
                    </a:cubicBezTo>
                    <a:cubicBezTo>
                      <a:pt x="6643" y="35617"/>
                      <a:pt x="6971" y="35351"/>
                      <a:pt x="7235" y="35026"/>
                    </a:cubicBezTo>
                    <a:cubicBezTo>
                      <a:pt x="7500" y="34722"/>
                      <a:pt x="7682" y="34200"/>
                      <a:pt x="7701" y="33901"/>
                    </a:cubicBezTo>
                    <a:cubicBezTo>
                      <a:pt x="7768" y="33237"/>
                      <a:pt x="7644" y="32706"/>
                      <a:pt x="7441" y="32268"/>
                    </a:cubicBezTo>
                    <a:cubicBezTo>
                      <a:pt x="7247" y="31835"/>
                      <a:pt x="6962" y="31483"/>
                      <a:pt x="6636" y="31342"/>
                    </a:cubicBezTo>
                    <a:cubicBezTo>
                      <a:pt x="6470" y="31265"/>
                      <a:pt x="6319" y="31239"/>
                      <a:pt x="6193" y="31239"/>
                    </a:cubicBezTo>
                    <a:cubicBezTo>
                      <a:pt x="6075" y="31239"/>
                      <a:pt x="5979" y="31261"/>
                      <a:pt x="5911" y="31284"/>
                    </a:cubicBezTo>
                    <a:lnTo>
                      <a:pt x="5700" y="31378"/>
                    </a:lnTo>
                    <a:cubicBezTo>
                      <a:pt x="5674" y="31404"/>
                      <a:pt x="6095" y="31342"/>
                      <a:pt x="6354" y="31717"/>
                    </a:cubicBezTo>
                    <a:cubicBezTo>
                      <a:pt x="6598" y="32045"/>
                      <a:pt x="6634" y="32854"/>
                      <a:pt x="6301" y="33558"/>
                    </a:cubicBezTo>
                    <a:cubicBezTo>
                      <a:pt x="6212" y="33840"/>
                      <a:pt x="5743" y="34057"/>
                      <a:pt x="5206" y="34057"/>
                    </a:cubicBezTo>
                    <a:cubicBezTo>
                      <a:pt x="4902" y="34057"/>
                      <a:pt x="4577" y="33987"/>
                      <a:pt x="4286" y="33822"/>
                    </a:cubicBezTo>
                    <a:cubicBezTo>
                      <a:pt x="3874" y="33620"/>
                      <a:pt x="3520" y="33237"/>
                      <a:pt x="3414" y="32898"/>
                    </a:cubicBezTo>
                    <a:cubicBezTo>
                      <a:pt x="3366" y="32720"/>
                      <a:pt x="3345" y="32536"/>
                      <a:pt x="3350" y="32352"/>
                    </a:cubicBezTo>
                    <a:cubicBezTo>
                      <a:pt x="3347" y="32156"/>
                      <a:pt x="3400" y="31959"/>
                      <a:pt x="3474" y="31739"/>
                    </a:cubicBezTo>
                    <a:cubicBezTo>
                      <a:pt x="3778" y="30851"/>
                      <a:pt x="4927" y="29589"/>
                      <a:pt x="6390" y="28955"/>
                    </a:cubicBezTo>
                    <a:cubicBezTo>
                      <a:pt x="7922" y="28220"/>
                      <a:pt x="9954" y="27823"/>
                      <a:pt x="12149" y="27157"/>
                    </a:cubicBezTo>
                    <a:cubicBezTo>
                      <a:pt x="14212" y="26537"/>
                      <a:pt x="16407" y="25946"/>
                      <a:pt x="18650" y="25219"/>
                    </a:cubicBezTo>
                    <a:cubicBezTo>
                      <a:pt x="20896" y="24481"/>
                      <a:pt x="23193" y="23644"/>
                      <a:pt x="25412" y="22377"/>
                    </a:cubicBezTo>
                    <a:cubicBezTo>
                      <a:pt x="27617" y="21130"/>
                      <a:pt x="29683" y="19416"/>
                      <a:pt x="31179" y="17202"/>
                    </a:cubicBezTo>
                    <a:cubicBezTo>
                      <a:pt x="31361" y="16927"/>
                      <a:pt x="31576" y="16577"/>
                      <a:pt x="31720" y="16321"/>
                    </a:cubicBezTo>
                    <a:lnTo>
                      <a:pt x="31926" y="15945"/>
                    </a:lnTo>
                    <a:lnTo>
                      <a:pt x="31976" y="15852"/>
                    </a:lnTo>
                    <a:lnTo>
                      <a:pt x="32055" y="15687"/>
                    </a:lnTo>
                    <a:lnTo>
                      <a:pt x="32160" y="15450"/>
                    </a:lnTo>
                    <a:cubicBezTo>
                      <a:pt x="32459" y="14827"/>
                      <a:pt x="32673" y="14179"/>
                      <a:pt x="32850" y="13528"/>
                    </a:cubicBezTo>
                    <a:cubicBezTo>
                      <a:pt x="33192" y="12218"/>
                      <a:pt x="33269" y="10875"/>
                      <a:pt x="33142" y="9583"/>
                    </a:cubicBezTo>
                    <a:cubicBezTo>
                      <a:pt x="32883" y="7000"/>
                      <a:pt x="31780" y="4549"/>
                      <a:pt x="29994" y="2837"/>
                    </a:cubicBezTo>
                    <a:cubicBezTo>
                      <a:pt x="29783" y="2615"/>
                      <a:pt x="29556" y="2411"/>
                      <a:pt x="29309" y="2227"/>
                    </a:cubicBezTo>
                    <a:cubicBezTo>
                      <a:pt x="29060" y="2040"/>
                      <a:pt x="28862" y="1846"/>
                      <a:pt x="28570" y="1676"/>
                    </a:cubicBezTo>
                    <a:cubicBezTo>
                      <a:pt x="28292" y="1502"/>
                      <a:pt x="28010" y="1337"/>
                      <a:pt x="27732" y="1176"/>
                    </a:cubicBezTo>
                    <a:cubicBezTo>
                      <a:pt x="27488" y="1054"/>
                      <a:pt x="27289" y="975"/>
                      <a:pt x="27066" y="872"/>
                    </a:cubicBezTo>
                    <a:cubicBezTo>
                      <a:pt x="25934" y="398"/>
                      <a:pt x="24917" y="147"/>
                      <a:pt x="23871" y="54"/>
                    </a:cubicBezTo>
                    <a:cubicBezTo>
                      <a:pt x="23474" y="17"/>
                      <a:pt x="23085" y="0"/>
                      <a:pt x="22705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100;p64"/>
              <p:cNvSpPr/>
              <p:nvPr/>
            </p:nvSpPr>
            <p:spPr>
              <a:xfrm>
                <a:off x="4062725" y="270525"/>
                <a:ext cx="7754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31016" h="34225" extrusionOk="0">
                    <a:moveTo>
                      <a:pt x="4627" y="30141"/>
                    </a:moveTo>
                    <a:cubicBezTo>
                      <a:pt x="4626" y="30143"/>
                      <a:pt x="4626" y="30145"/>
                      <a:pt x="4628" y="30145"/>
                    </a:cubicBezTo>
                    <a:lnTo>
                      <a:pt x="4628" y="30145"/>
                    </a:lnTo>
                    <a:cubicBezTo>
                      <a:pt x="4627" y="30144"/>
                      <a:pt x="4627" y="30143"/>
                      <a:pt x="4627" y="30141"/>
                    </a:cubicBezTo>
                    <a:close/>
                    <a:moveTo>
                      <a:pt x="4628" y="30145"/>
                    </a:moveTo>
                    <a:cubicBezTo>
                      <a:pt x="4629" y="30146"/>
                      <a:pt x="4631" y="30147"/>
                      <a:pt x="4633" y="30147"/>
                    </a:cubicBezTo>
                    <a:cubicBezTo>
                      <a:pt x="4634" y="30147"/>
                      <a:pt x="4634" y="30147"/>
                      <a:pt x="4636" y="30147"/>
                    </a:cubicBezTo>
                    <a:lnTo>
                      <a:pt x="4636" y="30147"/>
                    </a:lnTo>
                    <a:cubicBezTo>
                      <a:pt x="4635" y="30147"/>
                      <a:pt x="4635" y="30147"/>
                      <a:pt x="4635" y="30147"/>
                    </a:cubicBezTo>
                    <a:cubicBezTo>
                      <a:pt x="4632" y="30147"/>
                      <a:pt x="4630" y="30146"/>
                      <a:pt x="4628" y="30145"/>
                    </a:cubicBezTo>
                    <a:close/>
                    <a:moveTo>
                      <a:pt x="21530" y="0"/>
                    </a:moveTo>
                    <a:cubicBezTo>
                      <a:pt x="20130" y="0"/>
                      <a:pt x="18844" y="256"/>
                      <a:pt x="17738" y="602"/>
                    </a:cubicBezTo>
                    <a:cubicBezTo>
                      <a:pt x="16529" y="983"/>
                      <a:pt x="15368" y="1502"/>
                      <a:pt x="14279" y="2146"/>
                    </a:cubicBezTo>
                    <a:cubicBezTo>
                      <a:pt x="13369" y="2670"/>
                      <a:pt x="12713" y="3183"/>
                      <a:pt x="12258" y="3530"/>
                    </a:cubicBezTo>
                    <a:lnTo>
                      <a:pt x="11617" y="4068"/>
                    </a:lnTo>
                    <a:lnTo>
                      <a:pt x="12234" y="4813"/>
                    </a:lnTo>
                    <a:lnTo>
                      <a:pt x="12881" y="4279"/>
                    </a:lnTo>
                    <a:cubicBezTo>
                      <a:pt x="13297" y="3973"/>
                      <a:pt x="13912" y="3496"/>
                      <a:pt x="14779" y="3008"/>
                    </a:cubicBezTo>
                    <a:cubicBezTo>
                      <a:pt x="15808" y="2412"/>
                      <a:pt x="16902" y="1936"/>
                      <a:pt x="18039" y="1588"/>
                    </a:cubicBezTo>
                    <a:cubicBezTo>
                      <a:pt x="19049" y="1281"/>
                      <a:pt x="20205" y="1064"/>
                      <a:pt x="21437" y="1064"/>
                    </a:cubicBezTo>
                    <a:cubicBezTo>
                      <a:pt x="21800" y="1064"/>
                      <a:pt x="22170" y="1083"/>
                      <a:pt x="22544" y="1124"/>
                    </a:cubicBezTo>
                    <a:cubicBezTo>
                      <a:pt x="23363" y="1198"/>
                      <a:pt x="24213" y="1442"/>
                      <a:pt x="24998" y="1782"/>
                    </a:cubicBezTo>
                    <a:cubicBezTo>
                      <a:pt x="25206" y="1883"/>
                      <a:pt x="25433" y="1981"/>
                      <a:pt x="25634" y="2089"/>
                    </a:cubicBezTo>
                    <a:lnTo>
                      <a:pt x="26183" y="2433"/>
                    </a:lnTo>
                    <a:cubicBezTo>
                      <a:pt x="26537" y="2694"/>
                      <a:pt x="26927" y="2962"/>
                      <a:pt x="27241" y="3305"/>
                    </a:cubicBezTo>
                    <a:cubicBezTo>
                      <a:pt x="28593" y="4597"/>
                      <a:pt x="29462" y="6522"/>
                      <a:pt x="29663" y="8571"/>
                    </a:cubicBezTo>
                    <a:cubicBezTo>
                      <a:pt x="29888" y="10637"/>
                      <a:pt x="29323" y="12791"/>
                      <a:pt x="28083" y="14598"/>
                    </a:cubicBezTo>
                    <a:cubicBezTo>
                      <a:pt x="26853" y="16415"/>
                      <a:pt x="25081" y="17897"/>
                      <a:pt x="23116" y="19029"/>
                    </a:cubicBezTo>
                    <a:cubicBezTo>
                      <a:pt x="21151" y="20168"/>
                      <a:pt x="18980" y="20987"/>
                      <a:pt x="16826" y="21708"/>
                    </a:cubicBezTo>
                    <a:cubicBezTo>
                      <a:pt x="14664" y="22423"/>
                      <a:pt x="12488" y="23024"/>
                      <a:pt x="10389" y="23666"/>
                    </a:cubicBezTo>
                    <a:cubicBezTo>
                      <a:pt x="8338" y="24314"/>
                      <a:pt x="6224" y="24716"/>
                      <a:pt x="4321" y="25624"/>
                    </a:cubicBezTo>
                    <a:cubicBezTo>
                      <a:pt x="3368" y="26069"/>
                      <a:pt x="2495" y="26677"/>
                      <a:pt x="1791" y="27395"/>
                    </a:cubicBezTo>
                    <a:cubicBezTo>
                      <a:pt x="1082" y="28106"/>
                      <a:pt x="508" y="28965"/>
                      <a:pt x="259" y="29935"/>
                    </a:cubicBezTo>
                    <a:cubicBezTo>
                      <a:pt x="0" y="30909"/>
                      <a:pt x="170" y="31941"/>
                      <a:pt x="694" y="32731"/>
                    </a:cubicBezTo>
                    <a:cubicBezTo>
                      <a:pt x="1235" y="33501"/>
                      <a:pt x="2023" y="33935"/>
                      <a:pt x="2782" y="34121"/>
                    </a:cubicBezTo>
                    <a:cubicBezTo>
                      <a:pt x="3070" y="34191"/>
                      <a:pt x="3358" y="34225"/>
                      <a:pt x="3638" y="34225"/>
                    </a:cubicBezTo>
                    <a:cubicBezTo>
                      <a:pt x="4106" y="34225"/>
                      <a:pt x="4553" y="34131"/>
                      <a:pt x="4946" y="33954"/>
                    </a:cubicBezTo>
                    <a:cubicBezTo>
                      <a:pt x="5250" y="33820"/>
                      <a:pt x="5523" y="33623"/>
                      <a:pt x="5748" y="33379"/>
                    </a:cubicBezTo>
                    <a:cubicBezTo>
                      <a:pt x="5965" y="33145"/>
                      <a:pt x="6087" y="32805"/>
                      <a:pt x="6138" y="32544"/>
                    </a:cubicBezTo>
                    <a:cubicBezTo>
                      <a:pt x="6332" y="31462"/>
                      <a:pt x="5963" y="30567"/>
                      <a:pt x="5465" y="30236"/>
                    </a:cubicBezTo>
                    <a:cubicBezTo>
                      <a:pt x="5261" y="30119"/>
                      <a:pt x="5087" y="30085"/>
                      <a:pt x="4953" y="30085"/>
                    </a:cubicBezTo>
                    <a:cubicBezTo>
                      <a:pt x="4777" y="30085"/>
                      <a:pt x="4666" y="30143"/>
                      <a:pt x="4636" y="30147"/>
                    </a:cubicBezTo>
                    <a:lnTo>
                      <a:pt x="4636" y="30147"/>
                    </a:lnTo>
                    <a:cubicBezTo>
                      <a:pt x="4659" y="30146"/>
                      <a:pt x="4725" y="30130"/>
                      <a:pt x="4819" y="30130"/>
                    </a:cubicBezTo>
                    <a:cubicBezTo>
                      <a:pt x="4961" y="30130"/>
                      <a:pt x="5166" y="30167"/>
                      <a:pt x="5381" y="30349"/>
                    </a:cubicBezTo>
                    <a:cubicBezTo>
                      <a:pt x="5760" y="30682"/>
                      <a:pt x="5968" y="31534"/>
                      <a:pt x="5719" y="32443"/>
                    </a:cubicBezTo>
                    <a:cubicBezTo>
                      <a:pt x="5587" y="33111"/>
                      <a:pt x="4764" y="33560"/>
                      <a:pt x="3860" y="33560"/>
                    </a:cubicBezTo>
                    <a:cubicBezTo>
                      <a:pt x="3569" y="33560"/>
                      <a:pt x="3269" y="33514"/>
                      <a:pt x="2980" y="33413"/>
                    </a:cubicBezTo>
                    <a:cubicBezTo>
                      <a:pt x="2382" y="33216"/>
                      <a:pt x="1798" y="32805"/>
                      <a:pt x="1458" y="32235"/>
                    </a:cubicBezTo>
                    <a:cubicBezTo>
                      <a:pt x="1125" y="31682"/>
                      <a:pt x="1044" y="30904"/>
                      <a:pt x="1252" y="30198"/>
                    </a:cubicBezTo>
                    <a:cubicBezTo>
                      <a:pt x="1688" y="28745"/>
                      <a:pt x="3091" y="27381"/>
                      <a:pt x="4783" y="26591"/>
                    </a:cubicBezTo>
                    <a:cubicBezTo>
                      <a:pt x="6511" y="25758"/>
                      <a:pt x="8589" y="25356"/>
                      <a:pt x="10703" y="24695"/>
                    </a:cubicBezTo>
                    <a:cubicBezTo>
                      <a:pt x="12785" y="24061"/>
                      <a:pt x="14968" y="23460"/>
                      <a:pt x="17166" y="22734"/>
                    </a:cubicBezTo>
                    <a:cubicBezTo>
                      <a:pt x="19361" y="22002"/>
                      <a:pt x="21587" y="21171"/>
                      <a:pt x="23662" y="19972"/>
                    </a:cubicBezTo>
                    <a:cubicBezTo>
                      <a:pt x="25730" y="18782"/>
                      <a:pt x="27636" y="17205"/>
                      <a:pt x="28990" y="15211"/>
                    </a:cubicBezTo>
                    <a:cubicBezTo>
                      <a:pt x="30357" y="13236"/>
                      <a:pt x="31015" y="10761"/>
                      <a:pt x="30757" y="8468"/>
                    </a:cubicBezTo>
                    <a:cubicBezTo>
                      <a:pt x="30537" y="6175"/>
                      <a:pt x="29567" y="4006"/>
                      <a:pt x="28016" y="2517"/>
                    </a:cubicBezTo>
                    <a:cubicBezTo>
                      <a:pt x="27652" y="2122"/>
                      <a:pt x="27221" y="1818"/>
                      <a:pt x="26791" y="1507"/>
                    </a:cubicBezTo>
                    <a:lnTo>
                      <a:pt x="26108" y="1091"/>
                    </a:lnTo>
                    <a:cubicBezTo>
                      <a:pt x="25888" y="976"/>
                      <a:pt x="25673" y="887"/>
                      <a:pt x="25457" y="787"/>
                    </a:cubicBezTo>
                    <a:cubicBezTo>
                      <a:pt x="24512" y="384"/>
                      <a:pt x="23585" y="138"/>
                      <a:pt x="22659" y="56"/>
                    </a:cubicBezTo>
                    <a:cubicBezTo>
                      <a:pt x="22276" y="18"/>
                      <a:pt x="21899" y="0"/>
                      <a:pt x="21530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5101;p64"/>
              <p:cNvSpPr/>
              <p:nvPr/>
            </p:nvSpPr>
            <p:spPr>
              <a:xfrm>
                <a:off x="2957425" y="254350"/>
                <a:ext cx="842900" cy="896500"/>
              </a:xfrm>
              <a:custGeom>
                <a:avLst/>
                <a:gdLst/>
                <a:ahLst/>
                <a:cxnLst/>
                <a:rect l="l" t="t" r="r" b="b"/>
                <a:pathLst>
                  <a:path w="33716" h="35860" extrusionOk="0">
                    <a:moveTo>
                      <a:pt x="10613" y="1"/>
                    </a:moveTo>
                    <a:cubicBezTo>
                      <a:pt x="10145" y="1"/>
                      <a:pt x="9663" y="27"/>
                      <a:pt x="9169" y="83"/>
                    </a:cubicBezTo>
                    <a:cubicBezTo>
                      <a:pt x="8120" y="196"/>
                      <a:pt x="7110" y="471"/>
                      <a:pt x="5987" y="969"/>
                    </a:cubicBezTo>
                    <a:cubicBezTo>
                      <a:pt x="5769" y="1077"/>
                      <a:pt x="5573" y="1158"/>
                      <a:pt x="5329" y="1288"/>
                    </a:cubicBezTo>
                    <a:cubicBezTo>
                      <a:pt x="5054" y="1453"/>
                      <a:pt x="4776" y="1623"/>
                      <a:pt x="4501" y="1805"/>
                    </a:cubicBezTo>
                    <a:cubicBezTo>
                      <a:pt x="4211" y="1982"/>
                      <a:pt x="4020" y="2180"/>
                      <a:pt x="3773" y="2374"/>
                    </a:cubicBezTo>
                    <a:cubicBezTo>
                      <a:pt x="3531" y="2561"/>
                      <a:pt x="3306" y="2769"/>
                      <a:pt x="3103" y="2997"/>
                    </a:cubicBezTo>
                    <a:cubicBezTo>
                      <a:pt x="1353" y="4746"/>
                      <a:pt x="305" y="7222"/>
                      <a:pt x="101" y="9807"/>
                    </a:cubicBezTo>
                    <a:cubicBezTo>
                      <a:pt x="1" y="11104"/>
                      <a:pt x="108" y="12445"/>
                      <a:pt x="477" y="13744"/>
                    </a:cubicBezTo>
                    <a:cubicBezTo>
                      <a:pt x="669" y="14393"/>
                      <a:pt x="896" y="15037"/>
                      <a:pt x="1207" y="15655"/>
                    </a:cubicBezTo>
                    <a:lnTo>
                      <a:pt x="1317" y="15887"/>
                    </a:lnTo>
                    <a:lnTo>
                      <a:pt x="1399" y="16050"/>
                    </a:lnTo>
                    <a:lnTo>
                      <a:pt x="1454" y="16143"/>
                    </a:lnTo>
                    <a:lnTo>
                      <a:pt x="1664" y="16514"/>
                    </a:lnTo>
                    <a:cubicBezTo>
                      <a:pt x="1815" y="16768"/>
                      <a:pt x="2038" y="17112"/>
                      <a:pt x="2227" y="17383"/>
                    </a:cubicBezTo>
                    <a:cubicBezTo>
                      <a:pt x="3768" y="19563"/>
                      <a:pt x="5870" y="21234"/>
                      <a:pt x="8101" y="22431"/>
                    </a:cubicBezTo>
                    <a:cubicBezTo>
                      <a:pt x="10346" y="23652"/>
                      <a:pt x="12661" y="24439"/>
                      <a:pt x="14923" y="25131"/>
                    </a:cubicBezTo>
                    <a:cubicBezTo>
                      <a:pt x="17183" y="25811"/>
                      <a:pt x="19387" y="26354"/>
                      <a:pt x="21465" y="26929"/>
                    </a:cubicBezTo>
                    <a:cubicBezTo>
                      <a:pt x="23674" y="27549"/>
                      <a:pt x="25714" y="27901"/>
                      <a:pt x="27263" y="28605"/>
                    </a:cubicBezTo>
                    <a:cubicBezTo>
                      <a:pt x="28737" y="29208"/>
                      <a:pt x="29912" y="30443"/>
                      <a:pt x="30235" y="31324"/>
                    </a:cubicBezTo>
                    <a:cubicBezTo>
                      <a:pt x="30314" y="31544"/>
                      <a:pt x="30372" y="31738"/>
                      <a:pt x="30372" y="31934"/>
                    </a:cubicBezTo>
                    <a:cubicBezTo>
                      <a:pt x="30382" y="32118"/>
                      <a:pt x="30362" y="32303"/>
                      <a:pt x="30319" y="32482"/>
                    </a:cubicBezTo>
                    <a:cubicBezTo>
                      <a:pt x="30221" y="32825"/>
                      <a:pt x="29876" y="33215"/>
                      <a:pt x="29470" y="33423"/>
                    </a:cubicBezTo>
                    <a:cubicBezTo>
                      <a:pt x="29168" y="33604"/>
                      <a:pt x="28826" y="33680"/>
                      <a:pt x="28510" y="33680"/>
                    </a:cubicBezTo>
                    <a:cubicBezTo>
                      <a:pt x="27991" y="33680"/>
                      <a:pt x="27541" y="33476"/>
                      <a:pt x="27447" y="33203"/>
                    </a:cubicBezTo>
                    <a:cubicBezTo>
                      <a:pt x="27102" y="32509"/>
                      <a:pt x="27119" y="31700"/>
                      <a:pt x="27356" y="31364"/>
                    </a:cubicBezTo>
                    <a:cubicBezTo>
                      <a:pt x="27607" y="30981"/>
                      <a:pt x="28028" y="31037"/>
                      <a:pt x="28000" y="31010"/>
                    </a:cubicBezTo>
                    <a:lnTo>
                      <a:pt x="27789" y="30922"/>
                    </a:lnTo>
                    <a:cubicBezTo>
                      <a:pt x="27724" y="30901"/>
                      <a:pt x="27634" y="30882"/>
                      <a:pt x="27526" y="30882"/>
                    </a:cubicBezTo>
                    <a:cubicBezTo>
                      <a:pt x="27395" y="30882"/>
                      <a:pt x="27238" y="30910"/>
                      <a:pt x="27064" y="30996"/>
                    </a:cubicBezTo>
                    <a:cubicBezTo>
                      <a:pt x="26741" y="31144"/>
                      <a:pt x="26465" y="31501"/>
                      <a:pt x="26279" y="31937"/>
                    </a:cubicBezTo>
                    <a:cubicBezTo>
                      <a:pt x="26087" y="32379"/>
                      <a:pt x="25975" y="32913"/>
                      <a:pt x="26056" y="33576"/>
                    </a:cubicBezTo>
                    <a:cubicBezTo>
                      <a:pt x="26082" y="33875"/>
                      <a:pt x="26274" y="34392"/>
                      <a:pt x="26544" y="34692"/>
                    </a:cubicBezTo>
                    <a:cubicBezTo>
                      <a:pt x="26815" y="35010"/>
                      <a:pt x="27150" y="35269"/>
                      <a:pt x="27526" y="35453"/>
                    </a:cubicBezTo>
                    <a:cubicBezTo>
                      <a:pt x="28058" y="35717"/>
                      <a:pt x="28661" y="35859"/>
                      <a:pt x="29301" y="35859"/>
                    </a:cubicBezTo>
                    <a:cubicBezTo>
                      <a:pt x="29589" y="35859"/>
                      <a:pt x="29884" y="35831"/>
                      <a:pt x="30183" y="35771"/>
                    </a:cubicBezTo>
                    <a:cubicBezTo>
                      <a:pt x="31126" y="35568"/>
                      <a:pt x="32134" y="35087"/>
                      <a:pt x="32885" y="34067"/>
                    </a:cubicBezTo>
                    <a:cubicBezTo>
                      <a:pt x="33287" y="33485"/>
                      <a:pt x="33484" y="32951"/>
                      <a:pt x="33596" y="32308"/>
                    </a:cubicBezTo>
                    <a:cubicBezTo>
                      <a:pt x="33716" y="31673"/>
                      <a:pt x="33670" y="30998"/>
                      <a:pt x="33510" y="30381"/>
                    </a:cubicBezTo>
                    <a:cubicBezTo>
                      <a:pt x="33194" y="29124"/>
                      <a:pt x="32462" y="28123"/>
                      <a:pt x="31638" y="27317"/>
                    </a:cubicBezTo>
                    <a:cubicBezTo>
                      <a:pt x="30822" y="26508"/>
                      <a:pt x="29793" y="25825"/>
                      <a:pt x="28723" y="25349"/>
                    </a:cubicBezTo>
                    <a:cubicBezTo>
                      <a:pt x="26604" y="24389"/>
                      <a:pt x="24436" y="24025"/>
                      <a:pt x="22451" y="23427"/>
                    </a:cubicBezTo>
                    <a:cubicBezTo>
                      <a:pt x="20318" y="22812"/>
                      <a:pt x="18143" y="22249"/>
                      <a:pt x="16012" y="21581"/>
                    </a:cubicBezTo>
                    <a:cubicBezTo>
                      <a:pt x="13894" y="20914"/>
                      <a:pt x="11778" y="20148"/>
                      <a:pt x="9935" y="19113"/>
                    </a:cubicBezTo>
                    <a:cubicBezTo>
                      <a:pt x="8084" y="18075"/>
                      <a:pt x="6442" y="16765"/>
                      <a:pt x="5315" y="15193"/>
                    </a:cubicBezTo>
                    <a:cubicBezTo>
                      <a:pt x="5178" y="14991"/>
                      <a:pt x="5082" y="14862"/>
                      <a:pt x="4939" y="14625"/>
                    </a:cubicBezTo>
                    <a:lnTo>
                      <a:pt x="4723" y="14254"/>
                    </a:lnTo>
                    <a:lnTo>
                      <a:pt x="4679" y="14181"/>
                    </a:lnTo>
                    <a:lnTo>
                      <a:pt x="4679" y="14181"/>
                    </a:lnTo>
                    <a:cubicBezTo>
                      <a:pt x="4682" y="14186"/>
                      <a:pt x="4684" y="14188"/>
                      <a:pt x="4684" y="14188"/>
                    </a:cubicBezTo>
                    <a:cubicBezTo>
                      <a:pt x="4687" y="14188"/>
                      <a:pt x="4659" y="14132"/>
                      <a:pt x="4659" y="14132"/>
                    </a:cubicBezTo>
                    <a:lnTo>
                      <a:pt x="4587" y="13979"/>
                    </a:lnTo>
                    <a:cubicBezTo>
                      <a:pt x="4379" y="13582"/>
                      <a:pt x="4228" y="13156"/>
                      <a:pt x="4096" y="12727"/>
                    </a:cubicBezTo>
                    <a:cubicBezTo>
                      <a:pt x="3838" y="11865"/>
                      <a:pt x="3761" y="10953"/>
                      <a:pt x="3823" y="10072"/>
                    </a:cubicBezTo>
                    <a:cubicBezTo>
                      <a:pt x="3948" y="8311"/>
                      <a:pt x="4649" y="6654"/>
                      <a:pt x="5743" y="5558"/>
                    </a:cubicBezTo>
                    <a:cubicBezTo>
                      <a:pt x="5987" y="5268"/>
                      <a:pt x="6325" y="5029"/>
                      <a:pt x="6586" y="4823"/>
                    </a:cubicBezTo>
                    <a:cubicBezTo>
                      <a:pt x="6720" y="4737"/>
                      <a:pt x="6847" y="4646"/>
                      <a:pt x="6971" y="4550"/>
                    </a:cubicBezTo>
                    <a:cubicBezTo>
                      <a:pt x="7148" y="4447"/>
                      <a:pt x="7388" y="4335"/>
                      <a:pt x="7589" y="4229"/>
                    </a:cubicBezTo>
                    <a:cubicBezTo>
                      <a:pt x="8180" y="3952"/>
                      <a:pt x="8936" y="3693"/>
                      <a:pt x="9631" y="3614"/>
                    </a:cubicBezTo>
                    <a:cubicBezTo>
                      <a:pt x="10052" y="3554"/>
                      <a:pt x="10473" y="3527"/>
                      <a:pt x="10888" y="3527"/>
                    </a:cubicBezTo>
                    <a:cubicBezTo>
                      <a:pt x="11865" y="3527"/>
                      <a:pt x="12809" y="3678"/>
                      <a:pt x="13654" y="3909"/>
                    </a:cubicBezTo>
                    <a:cubicBezTo>
                      <a:pt x="14866" y="4232"/>
                      <a:pt x="15888" y="4699"/>
                      <a:pt x="16704" y="5120"/>
                    </a:cubicBezTo>
                    <a:cubicBezTo>
                      <a:pt x="17532" y="5546"/>
                      <a:pt x="18111" y="5960"/>
                      <a:pt x="18492" y="6214"/>
                    </a:cubicBezTo>
                    <a:lnTo>
                      <a:pt x="19157" y="6721"/>
                    </a:lnTo>
                    <a:lnTo>
                      <a:pt x="21151" y="4222"/>
                    </a:lnTo>
                    <a:lnTo>
                      <a:pt x="20507" y="3686"/>
                    </a:lnTo>
                    <a:cubicBezTo>
                      <a:pt x="19998" y="3303"/>
                      <a:pt x="19287" y="2757"/>
                      <a:pt x="18322" y="2207"/>
                    </a:cubicBezTo>
                    <a:cubicBezTo>
                      <a:pt x="17144" y="1527"/>
                      <a:pt x="15892" y="986"/>
                      <a:pt x="14590" y="598"/>
                    </a:cubicBezTo>
                    <a:cubicBezTo>
                      <a:pt x="13435" y="258"/>
                      <a:pt x="12094" y="1"/>
                      <a:pt x="1061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102;p64"/>
              <p:cNvSpPr/>
              <p:nvPr/>
            </p:nvSpPr>
            <p:spPr>
              <a:xfrm>
                <a:off x="2987525" y="285250"/>
                <a:ext cx="786050" cy="845950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33838" extrusionOk="0">
                    <a:moveTo>
                      <a:pt x="26798" y="29774"/>
                    </a:moveTo>
                    <a:cubicBezTo>
                      <a:pt x="26799" y="29776"/>
                      <a:pt x="26799" y="29778"/>
                      <a:pt x="26798" y="29779"/>
                    </a:cubicBezTo>
                    <a:lnTo>
                      <a:pt x="26798" y="29779"/>
                    </a:lnTo>
                    <a:cubicBezTo>
                      <a:pt x="26799" y="29778"/>
                      <a:pt x="26799" y="29776"/>
                      <a:pt x="26798" y="29774"/>
                    </a:cubicBezTo>
                    <a:close/>
                    <a:moveTo>
                      <a:pt x="26798" y="29779"/>
                    </a:moveTo>
                    <a:cubicBezTo>
                      <a:pt x="26797" y="29780"/>
                      <a:pt x="26795" y="29780"/>
                      <a:pt x="26791" y="29780"/>
                    </a:cubicBezTo>
                    <a:lnTo>
                      <a:pt x="26791" y="29780"/>
                    </a:lnTo>
                    <a:cubicBezTo>
                      <a:pt x="26792" y="29780"/>
                      <a:pt x="26793" y="29781"/>
                      <a:pt x="26793" y="29781"/>
                    </a:cubicBezTo>
                    <a:cubicBezTo>
                      <a:pt x="26796" y="29781"/>
                      <a:pt x="26797" y="29780"/>
                      <a:pt x="26798" y="29779"/>
                    </a:cubicBezTo>
                    <a:close/>
                    <a:moveTo>
                      <a:pt x="9497" y="0"/>
                    </a:moveTo>
                    <a:cubicBezTo>
                      <a:pt x="9051" y="0"/>
                      <a:pt x="8593" y="26"/>
                      <a:pt x="8125" y="83"/>
                    </a:cubicBezTo>
                    <a:cubicBezTo>
                      <a:pt x="7203" y="183"/>
                      <a:pt x="6279" y="451"/>
                      <a:pt x="5343" y="873"/>
                    </a:cubicBezTo>
                    <a:cubicBezTo>
                      <a:pt x="5130" y="978"/>
                      <a:pt x="4920" y="1071"/>
                      <a:pt x="4700" y="1191"/>
                    </a:cubicBezTo>
                    <a:lnTo>
                      <a:pt x="4025" y="1622"/>
                    </a:lnTo>
                    <a:cubicBezTo>
                      <a:pt x="3603" y="1940"/>
                      <a:pt x="3180" y="2256"/>
                      <a:pt x="2823" y="2658"/>
                    </a:cubicBezTo>
                    <a:cubicBezTo>
                      <a:pt x="1305" y="4178"/>
                      <a:pt x="381" y="6369"/>
                      <a:pt x="209" y="8664"/>
                    </a:cubicBezTo>
                    <a:cubicBezTo>
                      <a:pt x="1" y="10964"/>
                      <a:pt x="712" y="13423"/>
                      <a:pt x="2122" y="15371"/>
                    </a:cubicBezTo>
                    <a:cubicBezTo>
                      <a:pt x="3517" y="17334"/>
                      <a:pt x="5458" y="18868"/>
                      <a:pt x="7550" y="20015"/>
                    </a:cubicBezTo>
                    <a:cubicBezTo>
                      <a:pt x="9652" y="21171"/>
                      <a:pt x="11895" y="21954"/>
                      <a:pt x="14104" y="22639"/>
                    </a:cubicBezTo>
                    <a:cubicBezTo>
                      <a:pt x="16319" y="23316"/>
                      <a:pt x="18511" y="23869"/>
                      <a:pt x="20608" y="24460"/>
                    </a:cubicBezTo>
                    <a:cubicBezTo>
                      <a:pt x="22736" y="25075"/>
                      <a:pt x="24821" y="25434"/>
                      <a:pt x="26568" y="26229"/>
                    </a:cubicBezTo>
                    <a:cubicBezTo>
                      <a:pt x="28277" y="26981"/>
                      <a:pt x="29709" y="28316"/>
                      <a:pt x="30176" y="29760"/>
                    </a:cubicBezTo>
                    <a:cubicBezTo>
                      <a:pt x="30396" y="30464"/>
                      <a:pt x="30331" y="31242"/>
                      <a:pt x="30011" y="31802"/>
                    </a:cubicBezTo>
                    <a:cubicBezTo>
                      <a:pt x="29683" y="32379"/>
                      <a:pt x="29110" y="32802"/>
                      <a:pt x="28514" y="33010"/>
                    </a:cubicBezTo>
                    <a:cubicBezTo>
                      <a:pt x="28209" y="33125"/>
                      <a:pt x="27890" y="33178"/>
                      <a:pt x="27580" y="33178"/>
                    </a:cubicBezTo>
                    <a:cubicBezTo>
                      <a:pt x="26699" y="33178"/>
                      <a:pt x="25900" y="32750"/>
                      <a:pt x="25757" y="32098"/>
                    </a:cubicBezTo>
                    <a:cubicBezTo>
                      <a:pt x="25486" y="31196"/>
                      <a:pt x="25678" y="30341"/>
                      <a:pt x="26051" y="29999"/>
                    </a:cubicBezTo>
                    <a:cubicBezTo>
                      <a:pt x="26270" y="29804"/>
                      <a:pt x="26483" y="29768"/>
                      <a:pt x="26625" y="29768"/>
                    </a:cubicBezTo>
                    <a:cubicBezTo>
                      <a:pt x="26708" y="29768"/>
                      <a:pt x="26768" y="29780"/>
                      <a:pt x="26790" y="29780"/>
                    </a:cubicBezTo>
                    <a:cubicBezTo>
                      <a:pt x="26790" y="29780"/>
                      <a:pt x="26791" y="29780"/>
                      <a:pt x="26791" y="29780"/>
                    </a:cubicBezTo>
                    <a:lnTo>
                      <a:pt x="26791" y="29780"/>
                    </a:lnTo>
                    <a:cubicBezTo>
                      <a:pt x="26764" y="29777"/>
                      <a:pt x="26659" y="29726"/>
                      <a:pt x="26493" y="29726"/>
                    </a:cubicBezTo>
                    <a:cubicBezTo>
                      <a:pt x="26356" y="29726"/>
                      <a:pt x="26177" y="29761"/>
                      <a:pt x="25965" y="29889"/>
                    </a:cubicBezTo>
                    <a:cubicBezTo>
                      <a:pt x="25477" y="30229"/>
                      <a:pt x="25127" y="31131"/>
                      <a:pt x="25343" y="32211"/>
                    </a:cubicBezTo>
                    <a:cubicBezTo>
                      <a:pt x="25398" y="32470"/>
                      <a:pt x="25527" y="32807"/>
                      <a:pt x="25750" y="33037"/>
                    </a:cubicBezTo>
                    <a:cubicBezTo>
                      <a:pt x="25980" y="33276"/>
                      <a:pt x="26257" y="33465"/>
                      <a:pt x="26564" y="33592"/>
                    </a:cubicBezTo>
                    <a:cubicBezTo>
                      <a:pt x="26941" y="33753"/>
                      <a:pt x="27364" y="33838"/>
                      <a:pt x="27807" y="33838"/>
                    </a:cubicBezTo>
                    <a:cubicBezTo>
                      <a:pt x="28109" y="33838"/>
                      <a:pt x="28419" y="33798"/>
                      <a:pt x="28730" y="33717"/>
                    </a:cubicBezTo>
                    <a:cubicBezTo>
                      <a:pt x="29486" y="33511"/>
                      <a:pt x="30264" y="33063"/>
                      <a:pt x="30788" y="32280"/>
                    </a:cubicBezTo>
                    <a:cubicBezTo>
                      <a:pt x="31296" y="31481"/>
                      <a:pt x="31442" y="30442"/>
                      <a:pt x="31162" y="29475"/>
                    </a:cubicBezTo>
                    <a:cubicBezTo>
                      <a:pt x="30894" y="28510"/>
                      <a:pt x="30303" y="27665"/>
                      <a:pt x="29577" y="26969"/>
                    </a:cubicBezTo>
                    <a:cubicBezTo>
                      <a:pt x="28859" y="26267"/>
                      <a:pt x="27971" y="25679"/>
                      <a:pt x="27009" y="25255"/>
                    </a:cubicBezTo>
                    <a:cubicBezTo>
                      <a:pt x="25089" y="24386"/>
                      <a:pt x="22966" y="24029"/>
                      <a:pt x="20900" y="23426"/>
                    </a:cubicBezTo>
                    <a:cubicBezTo>
                      <a:pt x="18789" y="22828"/>
                      <a:pt x="16601" y="22272"/>
                      <a:pt x="14423" y="21604"/>
                    </a:cubicBezTo>
                    <a:cubicBezTo>
                      <a:pt x="12254" y="20932"/>
                      <a:pt x="10066" y="20159"/>
                      <a:pt x="8077" y="19060"/>
                    </a:cubicBezTo>
                    <a:cubicBezTo>
                      <a:pt x="6090" y="17971"/>
                      <a:pt x="4285" y="16527"/>
                      <a:pt x="3014" y="14737"/>
                    </a:cubicBezTo>
                    <a:cubicBezTo>
                      <a:pt x="1739" y="12956"/>
                      <a:pt x="1128" y="10816"/>
                      <a:pt x="1310" y="8743"/>
                    </a:cubicBezTo>
                    <a:cubicBezTo>
                      <a:pt x="1466" y="6692"/>
                      <a:pt x="2291" y="4750"/>
                      <a:pt x="3618" y="3429"/>
                    </a:cubicBezTo>
                    <a:cubicBezTo>
                      <a:pt x="3924" y="3080"/>
                      <a:pt x="4309" y="2802"/>
                      <a:pt x="4656" y="2536"/>
                    </a:cubicBezTo>
                    <a:lnTo>
                      <a:pt x="5197" y="2177"/>
                    </a:lnTo>
                    <a:cubicBezTo>
                      <a:pt x="5396" y="2065"/>
                      <a:pt x="5621" y="1962"/>
                      <a:pt x="5829" y="1856"/>
                    </a:cubicBezTo>
                    <a:cubicBezTo>
                      <a:pt x="6605" y="1502"/>
                      <a:pt x="7450" y="1236"/>
                      <a:pt x="8266" y="1145"/>
                    </a:cubicBezTo>
                    <a:cubicBezTo>
                      <a:pt x="8716" y="1086"/>
                      <a:pt x="9160" y="1060"/>
                      <a:pt x="9594" y="1060"/>
                    </a:cubicBezTo>
                    <a:cubicBezTo>
                      <a:pt x="10744" y="1060"/>
                      <a:pt x="11825" y="1247"/>
                      <a:pt x="12781" y="1514"/>
                    </a:cubicBezTo>
                    <a:cubicBezTo>
                      <a:pt x="13922" y="1837"/>
                      <a:pt x="15026" y="2290"/>
                      <a:pt x="16067" y="2864"/>
                    </a:cubicBezTo>
                    <a:cubicBezTo>
                      <a:pt x="16943" y="3333"/>
                      <a:pt x="17570" y="3795"/>
                      <a:pt x="17992" y="4094"/>
                    </a:cubicBezTo>
                    <a:lnTo>
                      <a:pt x="18650" y="4614"/>
                    </a:lnTo>
                    <a:lnTo>
                      <a:pt x="19253" y="3858"/>
                    </a:lnTo>
                    <a:lnTo>
                      <a:pt x="18600" y="3333"/>
                    </a:lnTo>
                    <a:cubicBezTo>
                      <a:pt x="18135" y="2996"/>
                      <a:pt x="17470" y="2498"/>
                      <a:pt x="16551" y="1993"/>
                    </a:cubicBezTo>
                    <a:cubicBezTo>
                      <a:pt x="15445" y="1373"/>
                      <a:pt x="14274" y="880"/>
                      <a:pt x="13058" y="523"/>
                    </a:cubicBezTo>
                    <a:cubicBezTo>
                      <a:pt x="12009" y="220"/>
                      <a:pt x="10803" y="0"/>
                      <a:pt x="9497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5103;p64"/>
              <p:cNvSpPr/>
              <p:nvPr/>
            </p:nvSpPr>
            <p:spPr>
              <a:xfrm>
                <a:off x="3368550" y="238100"/>
                <a:ext cx="1089150" cy="1354050"/>
              </a:xfrm>
              <a:custGeom>
                <a:avLst/>
                <a:gdLst/>
                <a:ahLst/>
                <a:cxnLst/>
                <a:rect l="l" t="t" r="r" b="b"/>
                <a:pathLst>
                  <a:path w="43566" h="54162" extrusionOk="0">
                    <a:moveTo>
                      <a:pt x="40538" y="1"/>
                    </a:moveTo>
                    <a:cubicBezTo>
                      <a:pt x="40536" y="1"/>
                      <a:pt x="40535" y="1"/>
                      <a:pt x="40533" y="1"/>
                    </a:cubicBezTo>
                    <a:lnTo>
                      <a:pt x="23581" y="183"/>
                    </a:lnTo>
                    <a:lnTo>
                      <a:pt x="19703" y="224"/>
                    </a:lnTo>
                    <a:lnTo>
                      <a:pt x="2751" y="406"/>
                    </a:lnTo>
                    <a:cubicBezTo>
                      <a:pt x="2416" y="408"/>
                      <a:pt x="2128" y="645"/>
                      <a:pt x="2061" y="973"/>
                    </a:cubicBezTo>
                    <a:cubicBezTo>
                      <a:pt x="1530" y="3469"/>
                      <a:pt x="0" y="13846"/>
                      <a:pt x="8783" y="22600"/>
                    </a:cubicBezTo>
                    <a:cubicBezTo>
                      <a:pt x="18846" y="32630"/>
                      <a:pt x="19789" y="34399"/>
                      <a:pt x="18887" y="42942"/>
                    </a:cubicBezTo>
                    <a:cubicBezTo>
                      <a:pt x="17982" y="51485"/>
                      <a:pt x="13855" y="54161"/>
                      <a:pt x="13855" y="54161"/>
                    </a:cubicBezTo>
                    <a:lnTo>
                      <a:pt x="22106" y="54072"/>
                    </a:lnTo>
                    <a:lnTo>
                      <a:pt x="22326" y="54070"/>
                    </a:lnTo>
                    <a:lnTo>
                      <a:pt x="30577" y="53982"/>
                    </a:lnTo>
                    <a:cubicBezTo>
                      <a:pt x="30577" y="53982"/>
                      <a:pt x="26396" y="51394"/>
                      <a:pt x="25309" y="42870"/>
                    </a:cubicBezTo>
                    <a:cubicBezTo>
                      <a:pt x="24222" y="34348"/>
                      <a:pt x="25127" y="32560"/>
                      <a:pt x="34972" y="22320"/>
                    </a:cubicBezTo>
                    <a:cubicBezTo>
                      <a:pt x="43566" y="13379"/>
                      <a:pt x="41816" y="3039"/>
                      <a:pt x="41232" y="554"/>
                    </a:cubicBezTo>
                    <a:cubicBezTo>
                      <a:pt x="41158" y="228"/>
                      <a:pt x="40869" y="1"/>
                      <a:pt x="40538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5104;p64"/>
              <p:cNvSpPr/>
              <p:nvPr/>
            </p:nvSpPr>
            <p:spPr>
              <a:xfrm>
                <a:off x="3588225" y="1559325"/>
                <a:ext cx="6738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26952" h="10605" extrusionOk="0">
                    <a:moveTo>
                      <a:pt x="26784" y="0"/>
                    </a:moveTo>
                    <a:lnTo>
                      <a:pt x="58" y="285"/>
                    </a:lnTo>
                    <a:cubicBezTo>
                      <a:pt x="27" y="285"/>
                      <a:pt x="1" y="311"/>
                      <a:pt x="1" y="343"/>
                    </a:cubicBezTo>
                    <a:lnTo>
                      <a:pt x="111" y="10604"/>
                    </a:lnTo>
                    <a:lnTo>
                      <a:pt x="26951" y="10320"/>
                    </a:lnTo>
                    <a:lnTo>
                      <a:pt x="26841" y="58"/>
                    </a:lnTo>
                    <a:cubicBezTo>
                      <a:pt x="26841" y="27"/>
                      <a:pt x="26815" y="0"/>
                      <a:pt x="26784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105;p64"/>
              <p:cNvSpPr/>
              <p:nvPr/>
            </p:nvSpPr>
            <p:spPr>
              <a:xfrm>
                <a:off x="3513850" y="1774875"/>
                <a:ext cx="825300" cy="92000"/>
              </a:xfrm>
              <a:custGeom>
                <a:avLst/>
                <a:gdLst/>
                <a:ahLst/>
                <a:cxnLst/>
                <a:rect l="l" t="t" r="r" b="b"/>
                <a:pathLst>
                  <a:path w="33012" h="3680" extrusionOk="0">
                    <a:moveTo>
                      <a:pt x="32921" y="0"/>
                    </a:moveTo>
                    <a:lnTo>
                      <a:pt x="58" y="350"/>
                    </a:lnTo>
                    <a:cubicBezTo>
                      <a:pt x="27" y="350"/>
                      <a:pt x="0" y="376"/>
                      <a:pt x="0" y="410"/>
                    </a:cubicBezTo>
                    <a:lnTo>
                      <a:pt x="36" y="3680"/>
                    </a:lnTo>
                    <a:lnTo>
                      <a:pt x="33012" y="3328"/>
                    </a:lnTo>
                    <a:lnTo>
                      <a:pt x="32978" y="58"/>
                    </a:lnTo>
                    <a:cubicBezTo>
                      <a:pt x="32978" y="27"/>
                      <a:pt x="32952" y="0"/>
                      <a:pt x="32921" y="0"/>
                    </a:cubicBezTo>
                    <a:close/>
                  </a:path>
                </a:pathLst>
              </a:custGeom>
              <a:solidFill>
                <a:srgbClr val="E7EC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106;p64"/>
              <p:cNvSpPr/>
              <p:nvPr/>
            </p:nvSpPr>
            <p:spPr>
              <a:xfrm>
                <a:off x="3466550" y="322000"/>
                <a:ext cx="893500" cy="458025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18321" extrusionOk="0">
                    <a:moveTo>
                      <a:pt x="34103" y="1"/>
                    </a:moveTo>
                    <a:cubicBezTo>
                      <a:pt x="34097" y="1"/>
                      <a:pt x="34091" y="1"/>
                      <a:pt x="34085" y="1"/>
                    </a:cubicBezTo>
                    <a:lnTo>
                      <a:pt x="18162" y="171"/>
                    </a:lnTo>
                    <a:lnTo>
                      <a:pt x="17351" y="181"/>
                    </a:lnTo>
                    <a:lnTo>
                      <a:pt x="1428" y="350"/>
                    </a:lnTo>
                    <a:cubicBezTo>
                      <a:pt x="834" y="353"/>
                      <a:pt x="348" y="820"/>
                      <a:pt x="320" y="1413"/>
                    </a:cubicBezTo>
                    <a:cubicBezTo>
                      <a:pt x="315" y="1492"/>
                      <a:pt x="312" y="1578"/>
                      <a:pt x="310" y="1667"/>
                    </a:cubicBezTo>
                    <a:cubicBezTo>
                      <a:pt x="1" y="10807"/>
                      <a:pt x="7459" y="18321"/>
                      <a:pt x="16585" y="18321"/>
                    </a:cubicBezTo>
                    <a:cubicBezTo>
                      <a:pt x="16644" y="18321"/>
                      <a:pt x="16703" y="18321"/>
                      <a:pt x="16762" y="18320"/>
                    </a:cubicBezTo>
                    <a:lnTo>
                      <a:pt x="17545" y="18310"/>
                    </a:lnTo>
                    <a:lnTo>
                      <a:pt x="18354" y="18303"/>
                    </a:lnTo>
                    <a:lnTo>
                      <a:pt x="19136" y="18294"/>
                    </a:lnTo>
                    <a:cubicBezTo>
                      <a:pt x="28343" y="18196"/>
                      <a:pt x="35739" y="10485"/>
                      <a:pt x="35229" y="1294"/>
                    </a:cubicBezTo>
                    <a:cubicBezTo>
                      <a:pt x="35225" y="1203"/>
                      <a:pt x="35220" y="1119"/>
                      <a:pt x="35215" y="1040"/>
                    </a:cubicBezTo>
                    <a:cubicBezTo>
                      <a:pt x="35175" y="455"/>
                      <a:pt x="34689" y="1"/>
                      <a:pt x="34103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107;p64"/>
              <p:cNvSpPr/>
              <p:nvPr/>
            </p:nvSpPr>
            <p:spPr>
              <a:xfrm>
                <a:off x="3472850" y="260850"/>
                <a:ext cx="8743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34975" h="2266" extrusionOk="0">
                    <a:moveTo>
                      <a:pt x="34014" y="1"/>
                    </a:moveTo>
                    <a:cubicBezTo>
                      <a:pt x="34011" y="1"/>
                      <a:pt x="34008" y="1"/>
                      <a:pt x="34005" y="1"/>
                    </a:cubicBezTo>
                    <a:lnTo>
                      <a:pt x="953" y="355"/>
                    </a:lnTo>
                    <a:cubicBezTo>
                      <a:pt x="424" y="360"/>
                      <a:pt x="1" y="791"/>
                      <a:pt x="8" y="1320"/>
                    </a:cubicBezTo>
                    <a:cubicBezTo>
                      <a:pt x="13" y="1843"/>
                      <a:pt x="441" y="2265"/>
                      <a:pt x="964" y="2265"/>
                    </a:cubicBezTo>
                    <a:cubicBezTo>
                      <a:pt x="967" y="2265"/>
                      <a:pt x="969" y="2265"/>
                      <a:pt x="972" y="2265"/>
                    </a:cubicBezTo>
                    <a:lnTo>
                      <a:pt x="34022" y="1913"/>
                    </a:lnTo>
                    <a:cubicBezTo>
                      <a:pt x="34551" y="1906"/>
                      <a:pt x="34975" y="1473"/>
                      <a:pt x="34968" y="946"/>
                    </a:cubicBezTo>
                    <a:cubicBezTo>
                      <a:pt x="34963" y="422"/>
                      <a:pt x="34537" y="1"/>
                      <a:pt x="34014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108;p64"/>
              <p:cNvSpPr/>
              <p:nvPr/>
            </p:nvSpPr>
            <p:spPr>
              <a:xfrm>
                <a:off x="3746150" y="421050"/>
                <a:ext cx="332625" cy="316350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2654" extrusionOk="0">
                    <a:moveTo>
                      <a:pt x="6653" y="1"/>
                    </a:moveTo>
                    <a:lnTo>
                      <a:pt x="4597" y="4166"/>
                    </a:lnTo>
                    <a:lnTo>
                      <a:pt x="1" y="4833"/>
                    </a:lnTo>
                    <a:lnTo>
                      <a:pt x="3325" y="8075"/>
                    </a:lnTo>
                    <a:lnTo>
                      <a:pt x="2540" y="12654"/>
                    </a:lnTo>
                    <a:lnTo>
                      <a:pt x="6653" y="10492"/>
                    </a:lnTo>
                    <a:lnTo>
                      <a:pt x="10765" y="12654"/>
                    </a:lnTo>
                    <a:lnTo>
                      <a:pt x="9978" y="8075"/>
                    </a:lnTo>
                    <a:lnTo>
                      <a:pt x="13305" y="4833"/>
                    </a:lnTo>
                    <a:lnTo>
                      <a:pt x="8709" y="4166"/>
                    </a:lnTo>
                    <a:lnTo>
                      <a:pt x="6653" y="1"/>
                    </a:lnTo>
                    <a:close/>
                    <a:moveTo>
                      <a:pt x="2540" y="12654"/>
                    </a:moveTo>
                    <a:lnTo>
                      <a:pt x="2540" y="12654"/>
                    </a:lnTo>
                    <a:lnTo>
                      <a:pt x="2540" y="126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" name="Google Shape;5429;p65"/>
          <p:cNvGrpSpPr/>
          <p:nvPr/>
        </p:nvGrpSpPr>
        <p:grpSpPr>
          <a:xfrm>
            <a:off x="12828" y="4262418"/>
            <a:ext cx="978825" cy="780594"/>
            <a:chOff x="4294923" y="2439811"/>
            <a:chExt cx="1334436" cy="967914"/>
          </a:xfrm>
        </p:grpSpPr>
        <p:grpSp>
          <p:nvGrpSpPr>
            <p:cNvPr id="40" name="Google Shape;5430;p65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49" name="Google Shape;5431;p65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432;p65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433;p65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434;p65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435;p65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36;p65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5437;p65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43" name="Google Shape;5438;p65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439;p65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440;p65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441;p65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442;p65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443;p65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" name="Google Shape;5444;p65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6746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>
            <a:spLocks noGrp="1"/>
          </p:cNvSpPr>
          <p:nvPr>
            <p:ph type="ctrTitle"/>
          </p:nvPr>
        </p:nvSpPr>
        <p:spPr>
          <a:xfrm>
            <a:off x="1196327" y="1790163"/>
            <a:ext cx="6804000" cy="13144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Thank You</a:t>
            </a:r>
            <a:endParaRPr dirty="0"/>
          </a:p>
        </p:txBody>
      </p:sp>
      <p:grpSp>
        <p:nvGrpSpPr>
          <p:cNvPr id="4" name="Google Shape;3409;p61"/>
          <p:cNvGrpSpPr/>
          <p:nvPr/>
        </p:nvGrpSpPr>
        <p:grpSpPr>
          <a:xfrm>
            <a:off x="6812106" y="3407275"/>
            <a:ext cx="2241344" cy="1330656"/>
            <a:chOff x="3597785" y="3065882"/>
            <a:chExt cx="2241344" cy="1330656"/>
          </a:xfrm>
        </p:grpSpPr>
        <p:grpSp>
          <p:nvGrpSpPr>
            <p:cNvPr id="5" name="Google Shape;3410;p61"/>
            <p:cNvGrpSpPr/>
            <p:nvPr/>
          </p:nvGrpSpPr>
          <p:grpSpPr>
            <a:xfrm>
              <a:off x="5296908" y="3937355"/>
              <a:ext cx="143198" cy="32380"/>
              <a:chOff x="5296908" y="3937355"/>
              <a:chExt cx="143198" cy="32380"/>
            </a:xfrm>
          </p:grpSpPr>
          <p:sp>
            <p:nvSpPr>
              <p:cNvPr id="811" name="Google Shape;3411;p61"/>
              <p:cNvSpPr/>
              <p:nvPr/>
            </p:nvSpPr>
            <p:spPr>
              <a:xfrm>
                <a:off x="5319457" y="3952794"/>
                <a:ext cx="111895" cy="8"/>
              </a:xfrm>
              <a:custGeom>
                <a:avLst/>
                <a:gdLst/>
                <a:ahLst/>
                <a:cxnLst/>
                <a:rect l="l" t="t" r="r" b="b"/>
                <a:pathLst>
                  <a:path w="14227" h="1" fill="none" extrusionOk="0">
                    <a:moveTo>
                      <a:pt x="1" y="0"/>
                    </a:moveTo>
                    <a:lnTo>
                      <a:pt x="14227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2" name="Google Shape;3412;p61"/>
              <p:cNvGrpSpPr/>
              <p:nvPr/>
            </p:nvGrpSpPr>
            <p:grpSpPr>
              <a:xfrm>
                <a:off x="5402331" y="3937355"/>
                <a:ext cx="37776" cy="32380"/>
                <a:chOff x="5402331" y="3937355"/>
                <a:chExt cx="37776" cy="32380"/>
              </a:xfrm>
            </p:grpSpPr>
            <p:sp>
              <p:nvSpPr>
                <p:cNvPr id="816" name="Google Shape;3413;p61"/>
                <p:cNvSpPr/>
                <p:nvPr/>
              </p:nvSpPr>
              <p:spPr>
                <a:xfrm>
                  <a:off x="5402331" y="3937355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4" y="609"/>
                      </a:cubicBezTo>
                      <a:cubicBezTo>
                        <a:pt x="0" y="1903"/>
                        <a:pt x="919" y="4117"/>
                        <a:pt x="2746" y="4117"/>
                      </a:cubicBezTo>
                      <a:cubicBezTo>
                        <a:pt x="3883" y="4117"/>
                        <a:pt x="4802" y="3185"/>
                        <a:pt x="4802" y="2060"/>
                      </a:cubicBezTo>
                      <a:cubicBezTo>
                        <a:pt x="4802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3414;p61"/>
                <p:cNvSpPr/>
                <p:nvPr/>
              </p:nvSpPr>
              <p:spPr>
                <a:xfrm>
                  <a:off x="5415174" y="3946990"/>
                  <a:ext cx="15321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32" y="1416"/>
                      </a:cubicBezTo>
                      <a:cubicBezTo>
                        <a:pt x="701" y="1585"/>
                        <a:pt x="910" y="1661"/>
                        <a:pt x="1114" y="1661"/>
                      </a:cubicBezTo>
                      <a:cubicBezTo>
                        <a:pt x="1540" y="1661"/>
                        <a:pt x="1948" y="1333"/>
                        <a:pt x="1948" y="835"/>
                      </a:cubicBezTo>
                      <a:cubicBezTo>
                        <a:pt x="1948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3" name="Google Shape;3415;p61"/>
              <p:cNvGrpSpPr/>
              <p:nvPr/>
            </p:nvGrpSpPr>
            <p:grpSpPr>
              <a:xfrm>
                <a:off x="5296908" y="3937355"/>
                <a:ext cx="37783" cy="32380"/>
                <a:chOff x="5296908" y="3937355"/>
                <a:chExt cx="37783" cy="32380"/>
              </a:xfrm>
            </p:grpSpPr>
            <p:sp>
              <p:nvSpPr>
                <p:cNvPr id="814" name="Google Shape;3416;p61"/>
                <p:cNvSpPr/>
                <p:nvPr/>
              </p:nvSpPr>
              <p:spPr>
                <a:xfrm>
                  <a:off x="5296908" y="3937355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47" y="4117"/>
                      </a:cubicBezTo>
                      <a:cubicBezTo>
                        <a:pt x="3884" y="4117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3417;p61"/>
                <p:cNvSpPr/>
                <p:nvPr/>
              </p:nvSpPr>
              <p:spPr>
                <a:xfrm>
                  <a:off x="5309846" y="3946990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02" y="1"/>
                      </a:moveTo>
                      <a:cubicBezTo>
                        <a:pt x="364" y="1"/>
                        <a:pt x="1" y="896"/>
                        <a:pt x="521" y="1416"/>
                      </a:cubicBezTo>
                      <a:cubicBezTo>
                        <a:pt x="690" y="1585"/>
                        <a:pt x="899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61" y="1"/>
                        <a:pt x="11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" name="Google Shape;3418;p61"/>
            <p:cNvGrpSpPr/>
            <p:nvPr/>
          </p:nvGrpSpPr>
          <p:grpSpPr>
            <a:xfrm>
              <a:off x="4724163" y="3119631"/>
              <a:ext cx="120838" cy="84218"/>
              <a:chOff x="4724163" y="3119631"/>
              <a:chExt cx="120838" cy="84218"/>
            </a:xfrm>
          </p:grpSpPr>
          <p:grpSp>
            <p:nvGrpSpPr>
              <p:cNvPr id="796" name="Google Shape;3419;p61"/>
              <p:cNvGrpSpPr/>
              <p:nvPr/>
            </p:nvGrpSpPr>
            <p:grpSpPr>
              <a:xfrm>
                <a:off x="4746712" y="3132773"/>
                <a:ext cx="86869" cy="56424"/>
                <a:chOff x="4746712" y="3132773"/>
                <a:chExt cx="86869" cy="56424"/>
              </a:xfrm>
            </p:grpSpPr>
            <p:sp>
              <p:nvSpPr>
                <p:cNvPr id="809" name="Google Shape;3420;p61"/>
                <p:cNvSpPr/>
                <p:nvPr/>
              </p:nvSpPr>
              <p:spPr>
                <a:xfrm>
                  <a:off x="4746712" y="3132773"/>
                  <a:ext cx="86869" cy="56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5" h="7174" fill="none" extrusionOk="0">
                      <a:moveTo>
                        <a:pt x="0" y="1597"/>
                      </a:moveTo>
                      <a:cubicBezTo>
                        <a:pt x="242" y="1743"/>
                        <a:pt x="3532" y="7174"/>
                        <a:pt x="3532" y="7174"/>
                      </a:cubicBezTo>
                      <a:lnTo>
                        <a:pt x="6290" y="3315"/>
                      </a:lnTo>
                      <a:lnTo>
                        <a:pt x="11044" y="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3421;p61"/>
                <p:cNvSpPr/>
                <p:nvPr/>
              </p:nvSpPr>
              <p:spPr>
                <a:xfrm>
                  <a:off x="4746712" y="3145334"/>
                  <a:ext cx="49479" cy="13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1" h="1719" fill="none" extrusionOk="0">
                      <a:moveTo>
                        <a:pt x="0" y="0"/>
                      </a:moveTo>
                      <a:lnTo>
                        <a:pt x="6290" y="171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7" name="Google Shape;3422;p61"/>
              <p:cNvGrpSpPr/>
              <p:nvPr/>
            </p:nvGrpSpPr>
            <p:grpSpPr>
              <a:xfrm>
                <a:off x="4773634" y="3143336"/>
                <a:ext cx="37776" cy="32451"/>
                <a:chOff x="4773634" y="3143336"/>
                <a:chExt cx="37776" cy="32451"/>
              </a:xfrm>
            </p:grpSpPr>
            <p:sp>
              <p:nvSpPr>
                <p:cNvPr id="807" name="Google Shape;3423;p61"/>
                <p:cNvSpPr/>
                <p:nvPr/>
              </p:nvSpPr>
              <p:spPr>
                <a:xfrm>
                  <a:off x="4773634" y="3143336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900"/>
                        <a:pt x="920" y="4125"/>
                        <a:pt x="2746" y="4125"/>
                      </a:cubicBezTo>
                      <a:cubicBezTo>
                        <a:pt x="3884" y="4125"/>
                        <a:pt x="4803" y="3206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8" name="Google Shape;3424;p61"/>
                <p:cNvSpPr/>
                <p:nvPr/>
              </p:nvSpPr>
              <p:spPr>
                <a:xfrm>
                  <a:off x="4788664" y="315304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7"/>
                        <a:pt x="835" y="1657"/>
                      </a:cubicBezTo>
                      <a:cubicBezTo>
                        <a:pt x="1295" y="1657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8" name="Google Shape;3425;p61"/>
              <p:cNvGrpSpPr/>
              <p:nvPr/>
            </p:nvGrpSpPr>
            <p:grpSpPr>
              <a:xfrm>
                <a:off x="4724163" y="3131248"/>
                <a:ext cx="37776" cy="32459"/>
                <a:chOff x="4724163" y="3131248"/>
                <a:chExt cx="37776" cy="32459"/>
              </a:xfrm>
            </p:grpSpPr>
            <p:sp>
              <p:nvSpPr>
                <p:cNvPr id="805" name="Google Shape;3426;p61"/>
                <p:cNvSpPr/>
                <p:nvPr/>
              </p:nvSpPr>
              <p:spPr>
                <a:xfrm>
                  <a:off x="4724163" y="3131248"/>
                  <a:ext cx="37776" cy="3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7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00"/>
                        <a:pt x="920" y="4114"/>
                        <a:pt x="2746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6" name="Google Shape;3427;p61"/>
                <p:cNvSpPr/>
                <p:nvPr/>
              </p:nvSpPr>
              <p:spPr>
                <a:xfrm>
                  <a:off x="4739288" y="314095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99" name="Google Shape;3428;p61"/>
              <p:cNvGrpSpPr/>
              <p:nvPr/>
            </p:nvGrpSpPr>
            <p:grpSpPr>
              <a:xfrm>
                <a:off x="4755081" y="3176054"/>
                <a:ext cx="32357" cy="27795"/>
                <a:chOff x="4755081" y="3176054"/>
                <a:chExt cx="32357" cy="27795"/>
              </a:xfrm>
            </p:grpSpPr>
            <p:sp>
              <p:nvSpPr>
                <p:cNvPr id="803" name="Google Shape;3429;p61"/>
                <p:cNvSpPr/>
                <p:nvPr/>
              </p:nvSpPr>
              <p:spPr>
                <a:xfrm>
                  <a:off x="4755081" y="3176054"/>
                  <a:ext cx="32357" cy="27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3534" extrusionOk="0">
                      <a:moveTo>
                        <a:pt x="2338" y="0"/>
                      </a:moveTo>
                      <a:cubicBezTo>
                        <a:pt x="1904" y="0"/>
                        <a:pt x="1462" y="162"/>
                        <a:pt x="1101" y="522"/>
                      </a:cubicBezTo>
                      <a:cubicBezTo>
                        <a:pt x="1" y="1635"/>
                        <a:pt x="787" y="3534"/>
                        <a:pt x="2360" y="3534"/>
                      </a:cubicBezTo>
                      <a:cubicBezTo>
                        <a:pt x="3327" y="3534"/>
                        <a:pt x="4114" y="2735"/>
                        <a:pt x="4114" y="1768"/>
                      </a:cubicBezTo>
                      <a:cubicBezTo>
                        <a:pt x="4114" y="704"/>
                        <a:pt x="3245" y="0"/>
                        <a:pt x="23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4" name="Google Shape;3430;p61"/>
                <p:cNvSpPr/>
                <p:nvPr/>
              </p:nvSpPr>
              <p:spPr>
                <a:xfrm>
                  <a:off x="4767924" y="3185768"/>
                  <a:ext cx="9902" cy="8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1067" extrusionOk="0">
                      <a:moveTo>
                        <a:pt x="714" y="0"/>
                      </a:moveTo>
                      <a:cubicBezTo>
                        <a:pt x="243" y="0"/>
                        <a:pt x="1" y="569"/>
                        <a:pt x="339" y="908"/>
                      </a:cubicBezTo>
                      <a:cubicBezTo>
                        <a:pt x="449" y="1017"/>
                        <a:pt x="584" y="1066"/>
                        <a:pt x="716" y="1066"/>
                      </a:cubicBezTo>
                      <a:cubicBezTo>
                        <a:pt x="993" y="1066"/>
                        <a:pt x="1259" y="852"/>
                        <a:pt x="1259" y="533"/>
                      </a:cubicBezTo>
                      <a:cubicBezTo>
                        <a:pt x="1259" y="230"/>
                        <a:pt x="1017" y="0"/>
                        <a:pt x="7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00" name="Google Shape;3431;p61"/>
              <p:cNvGrpSpPr/>
              <p:nvPr/>
            </p:nvGrpSpPr>
            <p:grpSpPr>
              <a:xfrm>
                <a:off x="4812550" y="3119631"/>
                <a:ext cx="32451" cy="27803"/>
                <a:chOff x="4812550" y="3119631"/>
                <a:chExt cx="32451" cy="27803"/>
              </a:xfrm>
            </p:grpSpPr>
            <p:sp>
              <p:nvSpPr>
                <p:cNvPr id="801" name="Google Shape;3432;p61"/>
                <p:cNvSpPr/>
                <p:nvPr/>
              </p:nvSpPr>
              <p:spPr>
                <a:xfrm>
                  <a:off x="4812550" y="3119631"/>
                  <a:ext cx="32451" cy="2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6" h="3535" extrusionOk="0">
                      <a:moveTo>
                        <a:pt x="2350" y="1"/>
                      </a:moveTo>
                      <a:cubicBezTo>
                        <a:pt x="1916" y="1"/>
                        <a:pt x="1473" y="162"/>
                        <a:pt x="1113" y="522"/>
                      </a:cubicBezTo>
                      <a:cubicBezTo>
                        <a:pt x="0" y="1635"/>
                        <a:pt x="798" y="3534"/>
                        <a:pt x="2371" y="3534"/>
                      </a:cubicBezTo>
                      <a:cubicBezTo>
                        <a:pt x="3339" y="3534"/>
                        <a:pt x="4125" y="2748"/>
                        <a:pt x="4125" y="1768"/>
                      </a:cubicBezTo>
                      <a:cubicBezTo>
                        <a:pt x="4125" y="705"/>
                        <a:pt x="3256" y="1"/>
                        <a:pt x="235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2" name="Google Shape;3433;p61"/>
                <p:cNvSpPr/>
                <p:nvPr/>
              </p:nvSpPr>
              <p:spPr>
                <a:xfrm>
                  <a:off x="4826912" y="3129352"/>
                  <a:ext cx="8478" cy="8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" h="1065" extrusionOk="0">
                      <a:moveTo>
                        <a:pt x="533" y="0"/>
                      </a:moveTo>
                      <a:cubicBezTo>
                        <a:pt x="243" y="0"/>
                        <a:pt x="1" y="242"/>
                        <a:pt x="1" y="532"/>
                      </a:cubicBezTo>
                      <a:cubicBezTo>
                        <a:pt x="1" y="835"/>
                        <a:pt x="243" y="1065"/>
                        <a:pt x="533" y="1065"/>
                      </a:cubicBezTo>
                      <a:cubicBezTo>
                        <a:pt x="835" y="1065"/>
                        <a:pt x="1077" y="835"/>
                        <a:pt x="1077" y="532"/>
                      </a:cubicBezTo>
                      <a:cubicBezTo>
                        <a:pt x="1077" y="242"/>
                        <a:pt x="835" y="0"/>
                        <a:pt x="53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" name="Google Shape;3434;p61"/>
            <p:cNvGrpSpPr/>
            <p:nvPr/>
          </p:nvGrpSpPr>
          <p:grpSpPr>
            <a:xfrm>
              <a:off x="5382826" y="4027197"/>
              <a:ext cx="268967" cy="250422"/>
              <a:chOff x="5382826" y="4027197"/>
              <a:chExt cx="268967" cy="250422"/>
            </a:xfrm>
          </p:grpSpPr>
          <p:grpSp>
            <p:nvGrpSpPr>
              <p:cNvPr id="768" name="Google Shape;3435;p61"/>
              <p:cNvGrpSpPr/>
              <p:nvPr/>
            </p:nvGrpSpPr>
            <p:grpSpPr>
              <a:xfrm>
                <a:off x="5405280" y="4042510"/>
                <a:ext cx="237570" cy="218647"/>
                <a:chOff x="5405280" y="4042510"/>
                <a:chExt cx="237570" cy="218647"/>
              </a:xfrm>
            </p:grpSpPr>
            <p:sp>
              <p:nvSpPr>
                <p:cNvPr id="790" name="Google Shape;3436;p61"/>
                <p:cNvSpPr/>
                <p:nvPr/>
              </p:nvSpPr>
              <p:spPr>
                <a:xfrm>
                  <a:off x="5405280" y="4042510"/>
                  <a:ext cx="144999" cy="173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6" h="22102" fill="none" extrusionOk="0">
                      <a:moveTo>
                        <a:pt x="0" y="12037"/>
                      </a:moveTo>
                      <a:cubicBezTo>
                        <a:pt x="702" y="12073"/>
                        <a:pt x="12302" y="22101"/>
                        <a:pt x="12302" y="22101"/>
                      </a:cubicBezTo>
                      <a:lnTo>
                        <a:pt x="11819" y="13005"/>
                      </a:lnTo>
                      <a:lnTo>
                        <a:pt x="18435" y="1"/>
                      </a:lnTo>
                      <a:lnTo>
                        <a:pt x="0" y="125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3437;p61"/>
                <p:cNvSpPr/>
                <p:nvPr/>
              </p:nvSpPr>
              <p:spPr>
                <a:xfrm>
                  <a:off x="5502036" y="4125093"/>
                  <a:ext cx="134350" cy="135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82" h="17239" fill="none" extrusionOk="0">
                      <a:moveTo>
                        <a:pt x="13513" y="17239"/>
                      </a:moveTo>
                      <a:lnTo>
                        <a:pt x="12690" y="8614"/>
                      </a:lnTo>
                      <a:lnTo>
                        <a:pt x="17081" y="1"/>
                      </a:lnTo>
                      <a:lnTo>
                        <a:pt x="0" y="202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3438;p61"/>
                <p:cNvSpPr/>
                <p:nvPr/>
              </p:nvSpPr>
              <p:spPr>
                <a:xfrm>
                  <a:off x="5543704" y="4042990"/>
                  <a:ext cx="99146" cy="81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6" h="10380" fill="none" extrusionOk="0">
                      <a:moveTo>
                        <a:pt x="1" y="0"/>
                      </a:moveTo>
                      <a:lnTo>
                        <a:pt x="12606" y="1037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3439;p61"/>
                <p:cNvSpPr/>
                <p:nvPr/>
              </p:nvSpPr>
              <p:spPr>
                <a:xfrm>
                  <a:off x="5501941" y="4140980"/>
                  <a:ext cx="103708" cy="51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6" h="6594" fill="none" extrusionOk="0">
                      <a:moveTo>
                        <a:pt x="13186" y="6594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4" name="Google Shape;3440;p61"/>
                <p:cNvSpPr/>
                <p:nvPr/>
              </p:nvSpPr>
              <p:spPr>
                <a:xfrm>
                  <a:off x="5495854" y="4211010"/>
                  <a:ext cx="105989" cy="50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6" h="6376" fill="none" extrusionOk="0">
                      <a:moveTo>
                        <a:pt x="0" y="0"/>
                      </a:moveTo>
                      <a:lnTo>
                        <a:pt x="13476" y="637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5" name="Google Shape;3441;p61"/>
                <p:cNvSpPr/>
                <p:nvPr/>
              </p:nvSpPr>
              <p:spPr>
                <a:xfrm>
                  <a:off x="5405280" y="4134420"/>
                  <a:ext cx="96669" cy="6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1" h="835" fill="none" extrusionOk="0">
                      <a:moveTo>
                        <a:pt x="12290" y="83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69" name="Google Shape;3442;p61"/>
              <p:cNvGrpSpPr/>
              <p:nvPr/>
            </p:nvGrpSpPr>
            <p:grpSpPr>
              <a:xfrm>
                <a:off x="5382826" y="4125549"/>
                <a:ext cx="37776" cy="32380"/>
                <a:chOff x="5382826" y="4125549"/>
                <a:chExt cx="37776" cy="32380"/>
              </a:xfrm>
            </p:grpSpPr>
            <p:sp>
              <p:nvSpPr>
                <p:cNvPr id="788" name="Google Shape;3443;p61"/>
                <p:cNvSpPr/>
                <p:nvPr/>
              </p:nvSpPr>
              <p:spPr>
                <a:xfrm>
                  <a:off x="5382826" y="4125549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4" y="0"/>
                      </a:moveTo>
                      <a:cubicBezTo>
                        <a:pt x="2229" y="0"/>
                        <a:pt x="1714" y="188"/>
                        <a:pt x="1295" y="608"/>
                      </a:cubicBezTo>
                      <a:cubicBezTo>
                        <a:pt x="0" y="1902"/>
                        <a:pt x="907" y="4116"/>
                        <a:pt x="2746" y="4116"/>
                      </a:cubicBezTo>
                      <a:cubicBezTo>
                        <a:pt x="3871" y="4116"/>
                        <a:pt x="4790" y="3197"/>
                        <a:pt x="4803" y="2060"/>
                      </a:cubicBezTo>
                      <a:cubicBezTo>
                        <a:pt x="4794" y="817"/>
                        <a:pt x="3787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3444;p61"/>
                <p:cNvSpPr/>
                <p:nvPr/>
              </p:nvSpPr>
              <p:spPr>
                <a:xfrm>
                  <a:off x="5395669" y="4135176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0" name="Google Shape;3445;p61"/>
              <p:cNvGrpSpPr/>
              <p:nvPr/>
            </p:nvGrpSpPr>
            <p:grpSpPr>
              <a:xfrm>
                <a:off x="5475680" y="4195587"/>
                <a:ext cx="37783" cy="32364"/>
                <a:chOff x="5475680" y="4195587"/>
                <a:chExt cx="37783" cy="32364"/>
              </a:xfrm>
            </p:grpSpPr>
            <p:sp>
              <p:nvSpPr>
                <p:cNvPr id="786" name="Google Shape;3446;p61"/>
                <p:cNvSpPr/>
                <p:nvPr/>
              </p:nvSpPr>
              <p:spPr>
                <a:xfrm>
                  <a:off x="5475680" y="4195587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1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7" name="Google Shape;3447;p61"/>
                <p:cNvSpPr/>
                <p:nvPr/>
              </p:nvSpPr>
              <p:spPr>
                <a:xfrm>
                  <a:off x="5488523" y="4205300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16"/>
                      </a:cubicBezTo>
                      <a:cubicBezTo>
                        <a:pt x="700" y="1583"/>
                        <a:pt x="905" y="1657"/>
                        <a:pt x="1106" y="1657"/>
                      </a:cubicBezTo>
                      <a:cubicBezTo>
                        <a:pt x="1531" y="1657"/>
                        <a:pt x="1940" y="1324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1" name="Google Shape;3448;p61"/>
              <p:cNvGrpSpPr/>
              <p:nvPr/>
            </p:nvGrpSpPr>
            <p:grpSpPr>
              <a:xfrm>
                <a:off x="5532575" y="4027197"/>
                <a:ext cx="33308" cy="32262"/>
                <a:chOff x="5532575" y="4027197"/>
                <a:chExt cx="33308" cy="32262"/>
              </a:xfrm>
            </p:grpSpPr>
            <p:sp>
              <p:nvSpPr>
                <p:cNvPr id="784" name="Google Shape;3449;p61"/>
                <p:cNvSpPr/>
                <p:nvPr/>
              </p:nvSpPr>
              <p:spPr>
                <a:xfrm>
                  <a:off x="5532575" y="4027197"/>
                  <a:ext cx="33308" cy="32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5" h="4102" extrusionOk="0">
                      <a:moveTo>
                        <a:pt x="1984" y="0"/>
                      </a:moveTo>
                      <a:cubicBezTo>
                        <a:pt x="871" y="49"/>
                        <a:pt x="0" y="1004"/>
                        <a:pt x="37" y="2117"/>
                      </a:cubicBezTo>
                      <a:cubicBezTo>
                        <a:pt x="73" y="3227"/>
                        <a:pt x="980" y="4101"/>
                        <a:pt x="2084" y="4101"/>
                      </a:cubicBezTo>
                      <a:cubicBezTo>
                        <a:pt x="2099" y="4101"/>
                        <a:pt x="2114" y="4101"/>
                        <a:pt x="2130" y="4101"/>
                      </a:cubicBezTo>
                      <a:lnTo>
                        <a:pt x="2275" y="4101"/>
                      </a:lnTo>
                      <a:cubicBezTo>
                        <a:pt x="3375" y="4028"/>
                        <a:pt x="4234" y="3085"/>
                        <a:pt x="4186" y="1984"/>
                      </a:cubicBezTo>
                      <a:cubicBezTo>
                        <a:pt x="4150" y="871"/>
                        <a:pt x="3242" y="0"/>
                        <a:pt x="21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3450;p61"/>
                <p:cNvSpPr/>
                <p:nvPr/>
              </p:nvSpPr>
              <p:spPr>
                <a:xfrm>
                  <a:off x="5540661" y="4036792"/>
                  <a:ext cx="15502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1" h="1661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50"/>
                        <a:pt x="1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8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2" name="Google Shape;3451;p61"/>
              <p:cNvGrpSpPr/>
              <p:nvPr/>
            </p:nvGrpSpPr>
            <p:grpSpPr>
              <a:xfrm>
                <a:off x="5590706" y="4245348"/>
                <a:ext cx="33497" cy="32270"/>
                <a:chOff x="5590706" y="4245348"/>
                <a:chExt cx="33497" cy="32270"/>
              </a:xfrm>
            </p:grpSpPr>
            <p:sp>
              <p:nvSpPr>
                <p:cNvPr id="782" name="Google Shape;3452;p61"/>
                <p:cNvSpPr/>
                <p:nvPr/>
              </p:nvSpPr>
              <p:spPr>
                <a:xfrm>
                  <a:off x="5590706" y="4245348"/>
                  <a:ext cx="33497" cy="3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4103" extrusionOk="0">
                      <a:moveTo>
                        <a:pt x="2175" y="0"/>
                      </a:moveTo>
                      <a:cubicBezTo>
                        <a:pt x="2160" y="0"/>
                        <a:pt x="2145" y="1"/>
                        <a:pt x="2130" y="1"/>
                      </a:cubicBezTo>
                      <a:lnTo>
                        <a:pt x="1984" y="1"/>
                      </a:lnTo>
                      <a:cubicBezTo>
                        <a:pt x="872" y="49"/>
                        <a:pt x="1" y="993"/>
                        <a:pt x="37" y="2118"/>
                      </a:cubicBezTo>
                      <a:cubicBezTo>
                        <a:pt x="73" y="3228"/>
                        <a:pt x="980" y="4102"/>
                        <a:pt x="2085" y="4102"/>
                      </a:cubicBezTo>
                      <a:cubicBezTo>
                        <a:pt x="2100" y="4102"/>
                        <a:pt x="2115" y="4102"/>
                        <a:pt x="2130" y="4102"/>
                      </a:cubicBezTo>
                      <a:lnTo>
                        <a:pt x="2275" y="4102"/>
                      </a:lnTo>
                      <a:cubicBezTo>
                        <a:pt x="3388" y="4041"/>
                        <a:pt x="4259" y="3098"/>
                        <a:pt x="4222" y="1985"/>
                      </a:cubicBezTo>
                      <a:cubicBezTo>
                        <a:pt x="4175" y="875"/>
                        <a:pt x="3279" y="0"/>
                        <a:pt x="21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3453;p61"/>
                <p:cNvSpPr/>
                <p:nvPr/>
              </p:nvSpPr>
              <p:spPr>
                <a:xfrm>
                  <a:off x="5598791" y="4254944"/>
                  <a:ext cx="1540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" h="1659" extrusionOk="0">
                      <a:moveTo>
                        <a:pt x="1106" y="0"/>
                      </a:moveTo>
                      <a:cubicBezTo>
                        <a:pt x="1085" y="0"/>
                        <a:pt x="1063" y="1"/>
                        <a:pt x="1041" y="3"/>
                      </a:cubicBezTo>
                      <a:cubicBezTo>
                        <a:pt x="303" y="51"/>
                        <a:pt x="1" y="970"/>
                        <a:pt x="557" y="1454"/>
                      </a:cubicBezTo>
                      <a:cubicBezTo>
                        <a:pt x="720" y="1596"/>
                        <a:pt x="909" y="1659"/>
                        <a:pt x="1093" y="1659"/>
                      </a:cubicBezTo>
                      <a:cubicBezTo>
                        <a:pt x="1538" y="1659"/>
                        <a:pt x="1958" y="1290"/>
                        <a:pt x="1924" y="777"/>
                      </a:cubicBezTo>
                      <a:cubicBezTo>
                        <a:pt x="1901" y="339"/>
                        <a:pt x="1538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3" name="Google Shape;3454;p61"/>
              <p:cNvGrpSpPr/>
              <p:nvPr/>
            </p:nvGrpSpPr>
            <p:grpSpPr>
              <a:xfrm>
                <a:off x="5618681" y="4109677"/>
                <a:ext cx="33112" cy="32357"/>
                <a:chOff x="5618681" y="4109677"/>
                <a:chExt cx="33112" cy="32357"/>
              </a:xfrm>
            </p:grpSpPr>
            <p:sp>
              <p:nvSpPr>
                <p:cNvPr id="780" name="Google Shape;3455;p61"/>
                <p:cNvSpPr/>
                <p:nvPr/>
              </p:nvSpPr>
              <p:spPr>
                <a:xfrm>
                  <a:off x="5618681" y="4109677"/>
                  <a:ext cx="33112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" h="4114" extrusionOk="0">
                      <a:moveTo>
                        <a:pt x="1984" y="1"/>
                      </a:moveTo>
                      <a:cubicBezTo>
                        <a:pt x="871" y="61"/>
                        <a:pt x="0" y="1005"/>
                        <a:pt x="36" y="2130"/>
                      </a:cubicBezTo>
                      <a:cubicBezTo>
                        <a:pt x="84" y="3235"/>
                        <a:pt x="992" y="4114"/>
                        <a:pt x="2106" y="4114"/>
                      </a:cubicBezTo>
                      <a:cubicBezTo>
                        <a:pt x="2114" y="4114"/>
                        <a:pt x="2121" y="4114"/>
                        <a:pt x="2129" y="4114"/>
                      </a:cubicBezTo>
                      <a:lnTo>
                        <a:pt x="2274" y="4114"/>
                      </a:lnTo>
                      <a:cubicBezTo>
                        <a:pt x="3375" y="4029"/>
                        <a:pt x="4210" y="3086"/>
                        <a:pt x="4173" y="1985"/>
                      </a:cubicBezTo>
                      <a:cubicBezTo>
                        <a:pt x="4137" y="884"/>
                        <a:pt x="3230" y="13"/>
                        <a:pt x="21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1" name="Google Shape;3456;p61"/>
                <p:cNvSpPr/>
                <p:nvPr/>
              </p:nvSpPr>
              <p:spPr>
                <a:xfrm>
                  <a:off x="5626767" y="4119280"/>
                  <a:ext cx="15494" cy="13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0" h="1660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62"/>
                        <a:pt x="0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7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4" name="Google Shape;3457;p61"/>
              <p:cNvGrpSpPr/>
              <p:nvPr/>
            </p:nvGrpSpPr>
            <p:grpSpPr>
              <a:xfrm>
                <a:off x="5479298" y="4128262"/>
                <a:ext cx="31405" cy="26906"/>
                <a:chOff x="5479298" y="4128262"/>
                <a:chExt cx="31405" cy="26906"/>
              </a:xfrm>
            </p:grpSpPr>
            <p:sp>
              <p:nvSpPr>
                <p:cNvPr id="778" name="Google Shape;3458;p61"/>
                <p:cNvSpPr/>
                <p:nvPr/>
              </p:nvSpPr>
              <p:spPr>
                <a:xfrm>
                  <a:off x="5479298" y="4128262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3459;p61"/>
                <p:cNvSpPr/>
                <p:nvPr/>
              </p:nvSpPr>
              <p:spPr>
                <a:xfrm>
                  <a:off x="5493471" y="413793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8" y="1"/>
                        <a:pt x="1" y="218"/>
                        <a:pt x="1" y="485"/>
                      </a:cubicBezTo>
                      <a:cubicBezTo>
                        <a:pt x="1" y="751"/>
                        <a:pt x="218" y="968"/>
                        <a:pt x="485" y="968"/>
                      </a:cubicBezTo>
                      <a:cubicBezTo>
                        <a:pt x="751" y="968"/>
                        <a:pt x="968" y="751"/>
                        <a:pt x="968" y="485"/>
                      </a:cubicBezTo>
                      <a:cubicBezTo>
                        <a:pt x="968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5" name="Google Shape;3460;p61"/>
              <p:cNvGrpSpPr/>
              <p:nvPr/>
            </p:nvGrpSpPr>
            <p:grpSpPr>
              <a:xfrm>
                <a:off x="5582903" y="4180116"/>
                <a:ext cx="31499" cy="26898"/>
                <a:chOff x="5582903" y="4180116"/>
                <a:chExt cx="31499" cy="26898"/>
              </a:xfrm>
            </p:grpSpPr>
            <p:sp>
              <p:nvSpPr>
                <p:cNvPr id="776" name="Google Shape;3461;p61"/>
                <p:cNvSpPr/>
                <p:nvPr/>
              </p:nvSpPr>
              <p:spPr>
                <a:xfrm>
                  <a:off x="5582903" y="4180116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1"/>
                      </a:moveTo>
                      <a:cubicBezTo>
                        <a:pt x="1855" y="1"/>
                        <a:pt x="1425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7" name="Google Shape;3462;p61"/>
                <p:cNvSpPr/>
                <p:nvPr/>
              </p:nvSpPr>
              <p:spPr>
                <a:xfrm>
                  <a:off x="5597084" y="4189790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" name="Google Shape;3463;p61"/>
            <p:cNvGrpSpPr/>
            <p:nvPr/>
          </p:nvGrpSpPr>
          <p:grpSpPr>
            <a:xfrm>
              <a:off x="3977681" y="3230323"/>
              <a:ext cx="94584" cy="84085"/>
              <a:chOff x="3977681" y="3230323"/>
              <a:chExt cx="94584" cy="84085"/>
            </a:xfrm>
          </p:grpSpPr>
          <p:grpSp>
            <p:nvGrpSpPr>
              <p:cNvPr id="752" name="Google Shape;3464;p61"/>
              <p:cNvGrpSpPr/>
              <p:nvPr/>
            </p:nvGrpSpPr>
            <p:grpSpPr>
              <a:xfrm>
                <a:off x="4000135" y="3243041"/>
                <a:ext cx="59570" cy="57186"/>
                <a:chOff x="4000135" y="3243041"/>
                <a:chExt cx="59570" cy="57186"/>
              </a:xfrm>
            </p:grpSpPr>
            <p:sp>
              <p:nvSpPr>
                <p:cNvPr id="765" name="Google Shape;3465;p61"/>
                <p:cNvSpPr/>
                <p:nvPr/>
              </p:nvSpPr>
              <p:spPr>
                <a:xfrm>
                  <a:off x="4000135" y="3243041"/>
                  <a:ext cx="59570" cy="57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4" h="7259" fill="none" extrusionOk="0">
                      <a:moveTo>
                        <a:pt x="1" y="2323"/>
                      </a:moveTo>
                      <a:lnTo>
                        <a:pt x="2577" y="7259"/>
                      </a:lnTo>
                      <a:lnTo>
                        <a:pt x="7573" y="4114"/>
                      </a:lnTo>
                      <a:lnTo>
                        <a:pt x="5541" y="1"/>
                      </a:lnTo>
                      <a:lnTo>
                        <a:pt x="352" y="232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6" name="Google Shape;3466;p61"/>
                <p:cNvSpPr/>
                <p:nvPr/>
              </p:nvSpPr>
              <p:spPr>
                <a:xfrm>
                  <a:off x="4024210" y="3246847"/>
                  <a:ext cx="15706" cy="53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6787" fill="none" extrusionOk="0">
                      <a:moveTo>
                        <a:pt x="0" y="6787"/>
                      </a:moveTo>
                      <a:lnTo>
                        <a:pt x="199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7" name="Google Shape;3467;p61"/>
                <p:cNvSpPr/>
                <p:nvPr/>
              </p:nvSpPr>
              <p:spPr>
                <a:xfrm>
                  <a:off x="4002896" y="3261311"/>
                  <a:ext cx="56809" cy="14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" h="1791" fill="none" extrusionOk="0">
                      <a:moveTo>
                        <a:pt x="7222" y="1791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3" name="Google Shape;3468;p61"/>
              <p:cNvGrpSpPr/>
              <p:nvPr/>
            </p:nvGrpSpPr>
            <p:grpSpPr>
              <a:xfrm>
                <a:off x="3977681" y="3245872"/>
                <a:ext cx="37783" cy="32380"/>
                <a:chOff x="3977681" y="3245872"/>
                <a:chExt cx="37783" cy="32380"/>
              </a:xfrm>
            </p:grpSpPr>
            <p:sp>
              <p:nvSpPr>
                <p:cNvPr id="763" name="Google Shape;3469;p61"/>
                <p:cNvSpPr/>
                <p:nvPr/>
              </p:nvSpPr>
              <p:spPr>
                <a:xfrm>
                  <a:off x="3977681" y="3245872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26" y="1"/>
                      </a:moveTo>
                      <a:cubicBezTo>
                        <a:pt x="2219" y="1"/>
                        <a:pt x="1703" y="189"/>
                        <a:pt x="1283" y="608"/>
                      </a:cubicBezTo>
                      <a:cubicBezTo>
                        <a:pt x="1" y="1903"/>
                        <a:pt x="908" y="4117"/>
                        <a:pt x="2747" y="4117"/>
                      </a:cubicBezTo>
                      <a:cubicBezTo>
                        <a:pt x="3872" y="4104"/>
                        <a:pt x="4791" y="3185"/>
                        <a:pt x="4803" y="2060"/>
                      </a:cubicBezTo>
                      <a:cubicBezTo>
                        <a:pt x="4795" y="818"/>
                        <a:pt x="3782" y="1"/>
                        <a:pt x="27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3470;p61"/>
                <p:cNvSpPr/>
                <p:nvPr/>
              </p:nvSpPr>
              <p:spPr>
                <a:xfrm>
                  <a:off x="3992718" y="325550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4" name="Google Shape;3471;p61"/>
              <p:cNvGrpSpPr/>
              <p:nvPr/>
            </p:nvGrpSpPr>
            <p:grpSpPr>
              <a:xfrm>
                <a:off x="4040860" y="3262672"/>
                <a:ext cx="31405" cy="27001"/>
                <a:chOff x="4040860" y="3262672"/>
                <a:chExt cx="31405" cy="27001"/>
              </a:xfrm>
            </p:grpSpPr>
            <p:sp>
              <p:nvSpPr>
                <p:cNvPr id="761" name="Google Shape;3472;p61"/>
                <p:cNvSpPr/>
                <p:nvPr/>
              </p:nvSpPr>
              <p:spPr>
                <a:xfrm>
                  <a:off x="4040860" y="326267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2" name="Google Shape;3473;p61"/>
                <p:cNvSpPr/>
                <p:nvPr/>
              </p:nvSpPr>
              <p:spPr>
                <a:xfrm>
                  <a:off x="4054938" y="327234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5" name="Google Shape;3474;p61"/>
              <p:cNvGrpSpPr/>
              <p:nvPr/>
            </p:nvGrpSpPr>
            <p:grpSpPr>
              <a:xfrm>
                <a:off x="4021072" y="3230323"/>
                <a:ext cx="31397" cy="26906"/>
                <a:chOff x="4021072" y="3230323"/>
                <a:chExt cx="31397" cy="26906"/>
              </a:xfrm>
            </p:grpSpPr>
            <p:sp>
              <p:nvSpPr>
                <p:cNvPr id="759" name="Google Shape;3475;p61"/>
                <p:cNvSpPr/>
                <p:nvPr/>
              </p:nvSpPr>
              <p:spPr>
                <a:xfrm>
                  <a:off x="4021072" y="3230323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0" name="Google Shape;3476;p61"/>
                <p:cNvSpPr/>
                <p:nvPr/>
              </p:nvSpPr>
              <p:spPr>
                <a:xfrm>
                  <a:off x="403524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6" name="Google Shape;3477;p61"/>
              <p:cNvGrpSpPr/>
              <p:nvPr/>
            </p:nvGrpSpPr>
            <p:grpSpPr>
              <a:xfrm>
                <a:off x="4001472" y="3287462"/>
                <a:ext cx="31499" cy="26945"/>
                <a:chOff x="4001472" y="3287462"/>
                <a:chExt cx="31499" cy="26945"/>
              </a:xfrm>
            </p:grpSpPr>
            <p:sp>
              <p:nvSpPr>
                <p:cNvPr id="757" name="Google Shape;3478;p61"/>
                <p:cNvSpPr/>
                <p:nvPr/>
              </p:nvSpPr>
              <p:spPr>
                <a:xfrm>
                  <a:off x="4001472" y="3287462"/>
                  <a:ext cx="31499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6" extrusionOk="0">
                      <a:moveTo>
                        <a:pt x="2276" y="1"/>
                      </a:moveTo>
                      <a:cubicBezTo>
                        <a:pt x="1854" y="1"/>
                        <a:pt x="1425" y="158"/>
                        <a:pt x="1077" y="510"/>
                      </a:cubicBezTo>
                      <a:cubicBezTo>
                        <a:pt x="0" y="1587"/>
                        <a:pt x="762" y="3425"/>
                        <a:pt x="2286" y="3425"/>
                      </a:cubicBezTo>
                      <a:cubicBezTo>
                        <a:pt x="3230" y="3425"/>
                        <a:pt x="3992" y="2663"/>
                        <a:pt x="4004" y="1720"/>
                      </a:cubicBezTo>
                      <a:cubicBezTo>
                        <a:pt x="4004" y="688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8" name="Google Shape;3479;p61"/>
                <p:cNvSpPr/>
                <p:nvPr/>
              </p:nvSpPr>
              <p:spPr>
                <a:xfrm>
                  <a:off x="4014410" y="3297175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06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" name="Google Shape;3480;p61"/>
            <p:cNvGrpSpPr/>
            <p:nvPr/>
          </p:nvGrpSpPr>
          <p:grpSpPr>
            <a:xfrm>
              <a:off x="4084715" y="3258865"/>
              <a:ext cx="184961" cy="137268"/>
              <a:chOff x="4084715" y="3258865"/>
              <a:chExt cx="184961" cy="137268"/>
            </a:xfrm>
          </p:grpSpPr>
          <p:grpSp>
            <p:nvGrpSpPr>
              <p:cNvPr id="729" name="Google Shape;3481;p61"/>
              <p:cNvGrpSpPr/>
              <p:nvPr/>
            </p:nvGrpSpPr>
            <p:grpSpPr>
              <a:xfrm>
                <a:off x="4107453" y="3271583"/>
                <a:ext cx="153470" cy="110275"/>
                <a:chOff x="4107453" y="3271583"/>
                <a:chExt cx="153470" cy="110275"/>
              </a:xfrm>
            </p:grpSpPr>
            <p:sp>
              <p:nvSpPr>
                <p:cNvPr id="748" name="Google Shape;3482;p61"/>
                <p:cNvSpPr/>
                <p:nvPr/>
              </p:nvSpPr>
              <p:spPr>
                <a:xfrm>
                  <a:off x="4107453" y="3271583"/>
                  <a:ext cx="153470" cy="11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3" h="14021" fill="none" extrusionOk="0">
                      <a:moveTo>
                        <a:pt x="19513" y="14021"/>
                      </a:moveTo>
                      <a:lnTo>
                        <a:pt x="14844" y="968"/>
                      </a:lnTo>
                      <a:lnTo>
                        <a:pt x="5674" y="1"/>
                      </a:lnTo>
                      <a:lnTo>
                        <a:pt x="1" y="968"/>
                      </a:lnTo>
                      <a:lnTo>
                        <a:pt x="8977" y="2674"/>
                      </a:lnTo>
                      <a:lnTo>
                        <a:pt x="14360" y="10102"/>
                      </a:lnTo>
                      <a:lnTo>
                        <a:pt x="19029" y="14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3483;p61"/>
                <p:cNvSpPr/>
                <p:nvPr/>
              </p:nvSpPr>
              <p:spPr>
                <a:xfrm>
                  <a:off x="4155886" y="3271968"/>
                  <a:ext cx="22171" cy="2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2614" fill="none" extrusionOk="0">
                      <a:moveTo>
                        <a:pt x="2819" y="26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3484;p61"/>
                <p:cNvSpPr/>
                <p:nvPr/>
              </p:nvSpPr>
              <p:spPr>
                <a:xfrm>
                  <a:off x="4178049" y="3279196"/>
                  <a:ext cx="42345" cy="13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4" h="1695" fill="none" extrusionOk="0">
                      <a:moveTo>
                        <a:pt x="1" y="1694"/>
                      </a:moveTo>
                      <a:lnTo>
                        <a:pt x="538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3485;p61"/>
                <p:cNvSpPr/>
                <p:nvPr/>
              </p:nvSpPr>
              <p:spPr>
                <a:xfrm>
                  <a:off x="4220387" y="3279196"/>
                  <a:ext cx="8" cy="7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9122" fill="none" extrusionOk="0">
                      <a:moveTo>
                        <a:pt x="1" y="0"/>
                      </a:moveTo>
                      <a:lnTo>
                        <a:pt x="1" y="91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0" name="Google Shape;3486;p61"/>
              <p:cNvGrpSpPr/>
              <p:nvPr/>
            </p:nvGrpSpPr>
            <p:grpSpPr>
              <a:xfrm>
                <a:off x="4136947" y="3258865"/>
                <a:ext cx="31499" cy="27001"/>
                <a:chOff x="4136947" y="3258865"/>
                <a:chExt cx="31499" cy="27001"/>
              </a:xfrm>
            </p:grpSpPr>
            <p:sp>
              <p:nvSpPr>
                <p:cNvPr id="746" name="Google Shape;3487;p61"/>
                <p:cNvSpPr/>
                <p:nvPr/>
              </p:nvSpPr>
              <p:spPr>
                <a:xfrm>
                  <a:off x="4136947" y="3258865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32"/>
                        <a:pt x="2299" y="3432"/>
                      </a:cubicBezTo>
                      <a:cubicBezTo>
                        <a:pt x="3243" y="3420"/>
                        <a:pt x="4005" y="2658"/>
                        <a:pt x="4005" y="1715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3488;p61"/>
                <p:cNvSpPr/>
                <p:nvPr/>
              </p:nvSpPr>
              <p:spPr>
                <a:xfrm>
                  <a:off x="4151222" y="3268539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06" y="1"/>
                        <a:pt x="0" y="218"/>
                        <a:pt x="0" y="485"/>
                      </a:cubicBezTo>
                      <a:cubicBezTo>
                        <a:pt x="0" y="751"/>
                        <a:pt x="206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1" name="Google Shape;3489;p61"/>
              <p:cNvGrpSpPr/>
              <p:nvPr/>
            </p:nvGrpSpPr>
            <p:grpSpPr>
              <a:xfrm>
                <a:off x="4084715" y="3266478"/>
                <a:ext cx="31468" cy="26898"/>
                <a:chOff x="4084715" y="3266478"/>
                <a:chExt cx="31468" cy="26898"/>
              </a:xfrm>
            </p:grpSpPr>
            <p:sp>
              <p:nvSpPr>
                <p:cNvPr id="744" name="Google Shape;3490;p61"/>
                <p:cNvSpPr/>
                <p:nvPr/>
              </p:nvSpPr>
              <p:spPr>
                <a:xfrm>
                  <a:off x="4084715" y="3266478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9" y="1"/>
                      </a:moveTo>
                      <a:cubicBezTo>
                        <a:pt x="1859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26"/>
                      </a:cubicBezTo>
                      <a:cubicBezTo>
                        <a:pt x="4001" y="686"/>
                        <a:pt x="3161" y="1"/>
                        <a:pt x="227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3491;p61"/>
                <p:cNvSpPr/>
                <p:nvPr/>
              </p:nvSpPr>
              <p:spPr>
                <a:xfrm>
                  <a:off x="4098896" y="327615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2" name="Google Shape;3492;p61"/>
              <p:cNvGrpSpPr/>
              <p:nvPr/>
            </p:nvGrpSpPr>
            <p:grpSpPr>
              <a:xfrm>
                <a:off x="4159213" y="3279849"/>
                <a:ext cx="31405" cy="26945"/>
                <a:chOff x="4159213" y="3279849"/>
                <a:chExt cx="31405" cy="26945"/>
              </a:xfrm>
            </p:grpSpPr>
            <p:sp>
              <p:nvSpPr>
                <p:cNvPr id="742" name="Google Shape;3493;p61"/>
                <p:cNvSpPr/>
                <p:nvPr/>
              </p:nvSpPr>
              <p:spPr>
                <a:xfrm>
                  <a:off x="4159213" y="3279849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6"/>
                        <a:pt x="2287" y="3426"/>
                      </a:cubicBezTo>
                      <a:cubicBezTo>
                        <a:pt x="3230" y="3426"/>
                        <a:pt x="3992" y="2663"/>
                        <a:pt x="3992" y="1720"/>
                      </a:cubicBezTo>
                      <a:cubicBezTo>
                        <a:pt x="3992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3494;p61"/>
                <p:cNvSpPr/>
                <p:nvPr/>
              </p:nvSpPr>
              <p:spPr>
                <a:xfrm>
                  <a:off x="4173385" y="3289570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3" name="Google Shape;3495;p61"/>
              <p:cNvGrpSpPr/>
              <p:nvPr/>
            </p:nvGrpSpPr>
            <p:grpSpPr>
              <a:xfrm>
                <a:off x="4201550" y="3266502"/>
                <a:ext cx="31405" cy="26883"/>
                <a:chOff x="4201550" y="3266502"/>
                <a:chExt cx="31405" cy="26883"/>
              </a:xfrm>
            </p:grpSpPr>
            <p:sp>
              <p:nvSpPr>
                <p:cNvPr id="740" name="Google Shape;3496;p61"/>
                <p:cNvSpPr/>
                <p:nvPr/>
              </p:nvSpPr>
              <p:spPr>
                <a:xfrm>
                  <a:off x="4201550" y="3266502"/>
                  <a:ext cx="31405" cy="26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18" extrusionOk="0">
                      <a:moveTo>
                        <a:pt x="2266" y="1"/>
                      </a:moveTo>
                      <a:cubicBezTo>
                        <a:pt x="1849" y="1"/>
                        <a:pt x="1423" y="155"/>
                        <a:pt x="1077" y="502"/>
                      </a:cubicBezTo>
                      <a:cubicBezTo>
                        <a:pt x="1" y="1566"/>
                        <a:pt x="751" y="3417"/>
                        <a:pt x="2275" y="3417"/>
                      </a:cubicBezTo>
                      <a:cubicBezTo>
                        <a:pt x="2282" y="3417"/>
                        <a:pt x="2290" y="3417"/>
                        <a:pt x="2297" y="3417"/>
                      </a:cubicBezTo>
                      <a:cubicBezTo>
                        <a:pt x="3230" y="3417"/>
                        <a:pt x="3993" y="2660"/>
                        <a:pt x="3993" y="1723"/>
                      </a:cubicBezTo>
                      <a:cubicBezTo>
                        <a:pt x="3993" y="689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3497;p61"/>
                <p:cNvSpPr/>
                <p:nvPr/>
              </p:nvSpPr>
              <p:spPr>
                <a:xfrm>
                  <a:off x="4214331" y="3276247"/>
                  <a:ext cx="8919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4" extrusionOk="0">
                      <a:moveTo>
                        <a:pt x="635" y="0"/>
                      </a:moveTo>
                      <a:cubicBezTo>
                        <a:pt x="209" y="0"/>
                        <a:pt x="0" y="512"/>
                        <a:pt x="311" y="823"/>
                      </a:cubicBezTo>
                      <a:cubicBezTo>
                        <a:pt x="408" y="920"/>
                        <a:pt x="528" y="964"/>
                        <a:pt x="646" y="964"/>
                      </a:cubicBezTo>
                      <a:cubicBezTo>
                        <a:pt x="895" y="964"/>
                        <a:pt x="1134" y="771"/>
                        <a:pt x="1134" y="484"/>
                      </a:cubicBezTo>
                      <a:cubicBezTo>
                        <a:pt x="1134" y="206"/>
                        <a:pt x="916" y="0"/>
                        <a:pt x="650" y="0"/>
                      </a:cubicBezTo>
                      <a:cubicBezTo>
                        <a:pt x="645" y="0"/>
                        <a:pt x="640" y="0"/>
                        <a:pt x="6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4" name="Google Shape;3498;p61"/>
              <p:cNvGrpSpPr/>
              <p:nvPr/>
            </p:nvGrpSpPr>
            <p:grpSpPr>
              <a:xfrm>
                <a:off x="4201550" y="3338278"/>
                <a:ext cx="31405" cy="26930"/>
                <a:chOff x="4201550" y="3338278"/>
                <a:chExt cx="31405" cy="26930"/>
              </a:xfrm>
            </p:grpSpPr>
            <p:sp>
              <p:nvSpPr>
                <p:cNvPr id="738" name="Google Shape;3499;p61"/>
                <p:cNvSpPr/>
                <p:nvPr/>
              </p:nvSpPr>
              <p:spPr>
                <a:xfrm>
                  <a:off x="4201550" y="3338278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6" y="1"/>
                      </a:moveTo>
                      <a:cubicBezTo>
                        <a:pt x="1848" y="1"/>
                        <a:pt x="1423" y="154"/>
                        <a:pt x="1077" y="497"/>
                      </a:cubicBezTo>
                      <a:cubicBezTo>
                        <a:pt x="1" y="1573"/>
                        <a:pt x="751" y="3412"/>
                        <a:pt x="2275" y="3424"/>
                      </a:cubicBezTo>
                      <a:cubicBezTo>
                        <a:pt x="3218" y="3424"/>
                        <a:pt x="3993" y="2662"/>
                        <a:pt x="3993" y="1718"/>
                      </a:cubicBezTo>
                      <a:cubicBezTo>
                        <a:pt x="3993" y="684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3500;p61"/>
                <p:cNvSpPr/>
                <p:nvPr/>
              </p:nvSpPr>
              <p:spPr>
                <a:xfrm>
                  <a:off x="4214331" y="3347976"/>
                  <a:ext cx="8919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5" extrusionOk="0">
                      <a:moveTo>
                        <a:pt x="671" y="1"/>
                      </a:moveTo>
                      <a:cubicBezTo>
                        <a:pt x="664" y="1"/>
                        <a:pt x="657" y="1"/>
                        <a:pt x="650" y="1"/>
                      </a:cubicBezTo>
                      <a:cubicBezTo>
                        <a:pt x="645" y="1"/>
                        <a:pt x="640" y="1"/>
                        <a:pt x="635" y="1"/>
                      </a:cubicBezTo>
                      <a:cubicBezTo>
                        <a:pt x="209" y="1"/>
                        <a:pt x="0" y="513"/>
                        <a:pt x="311" y="824"/>
                      </a:cubicBezTo>
                      <a:cubicBezTo>
                        <a:pt x="408" y="921"/>
                        <a:pt x="528" y="965"/>
                        <a:pt x="646" y="965"/>
                      </a:cubicBezTo>
                      <a:cubicBezTo>
                        <a:pt x="895" y="965"/>
                        <a:pt x="1134" y="772"/>
                        <a:pt x="1134" y="485"/>
                      </a:cubicBezTo>
                      <a:cubicBezTo>
                        <a:pt x="1134" y="214"/>
                        <a:pt x="927" y="1"/>
                        <a:pt x="67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35" name="Google Shape;3501;p61"/>
              <p:cNvGrpSpPr/>
              <p:nvPr/>
            </p:nvGrpSpPr>
            <p:grpSpPr>
              <a:xfrm>
                <a:off x="4238272" y="3369132"/>
                <a:ext cx="31405" cy="27001"/>
                <a:chOff x="4238272" y="3369132"/>
                <a:chExt cx="31405" cy="27001"/>
              </a:xfrm>
            </p:grpSpPr>
            <p:sp>
              <p:nvSpPr>
                <p:cNvPr id="736" name="Google Shape;3502;p61"/>
                <p:cNvSpPr/>
                <p:nvPr/>
              </p:nvSpPr>
              <p:spPr>
                <a:xfrm>
                  <a:off x="4238272" y="33691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4" y="1"/>
                        <a:pt x="1426" y="157"/>
                        <a:pt x="1078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3503;p61"/>
                <p:cNvSpPr/>
                <p:nvPr/>
              </p:nvSpPr>
              <p:spPr>
                <a:xfrm>
                  <a:off x="4251217" y="3378806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3"/>
                      </a:cubicBezTo>
                      <a:cubicBezTo>
                        <a:pt x="401" y="922"/>
                        <a:pt x="524" y="967"/>
                        <a:pt x="643" y="967"/>
                      </a:cubicBezTo>
                      <a:cubicBezTo>
                        <a:pt x="889" y="967"/>
                        <a:pt x="1125" y="778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" name="Google Shape;3504;p61"/>
            <p:cNvGrpSpPr/>
            <p:nvPr/>
          </p:nvGrpSpPr>
          <p:grpSpPr>
            <a:xfrm>
              <a:off x="4068639" y="3200169"/>
              <a:ext cx="77643" cy="37272"/>
              <a:chOff x="4068639" y="3200169"/>
              <a:chExt cx="77643" cy="37272"/>
            </a:xfrm>
          </p:grpSpPr>
          <p:sp>
            <p:nvSpPr>
              <p:cNvPr id="722" name="Google Shape;3505;p61"/>
              <p:cNvSpPr/>
              <p:nvPr/>
            </p:nvSpPr>
            <p:spPr>
              <a:xfrm>
                <a:off x="4087570" y="3212886"/>
                <a:ext cx="49958" cy="10374"/>
              </a:xfrm>
              <a:custGeom>
                <a:avLst/>
                <a:gdLst/>
                <a:ahLst/>
                <a:cxnLst/>
                <a:rect l="l" t="t" r="r" b="b"/>
                <a:pathLst>
                  <a:path w="6352" h="1319" fill="none" extrusionOk="0">
                    <a:moveTo>
                      <a:pt x="1" y="1319"/>
                    </a:moveTo>
                    <a:lnTo>
                      <a:pt x="6351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3" name="Google Shape;3506;p61"/>
              <p:cNvGrpSpPr/>
              <p:nvPr/>
            </p:nvGrpSpPr>
            <p:grpSpPr>
              <a:xfrm>
                <a:off x="4114878" y="3200169"/>
                <a:ext cx="31405" cy="26993"/>
                <a:chOff x="4114878" y="3200169"/>
                <a:chExt cx="31405" cy="26993"/>
              </a:xfrm>
            </p:grpSpPr>
            <p:sp>
              <p:nvSpPr>
                <p:cNvPr id="727" name="Google Shape;3507;p61"/>
                <p:cNvSpPr/>
                <p:nvPr/>
              </p:nvSpPr>
              <p:spPr>
                <a:xfrm>
                  <a:off x="4114878" y="3200169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7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3508;p61"/>
                <p:cNvSpPr/>
                <p:nvPr/>
              </p:nvSpPr>
              <p:spPr>
                <a:xfrm>
                  <a:off x="4127721" y="320983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36"/>
                      </a:cubicBezTo>
                      <a:cubicBezTo>
                        <a:pt x="400" y="933"/>
                        <a:pt x="519" y="976"/>
                        <a:pt x="637" y="976"/>
                      </a:cubicBezTo>
                      <a:cubicBezTo>
                        <a:pt x="887" y="976"/>
                        <a:pt x="1129" y="781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4" name="Google Shape;3509;p61"/>
              <p:cNvGrpSpPr/>
              <p:nvPr/>
            </p:nvGrpSpPr>
            <p:grpSpPr>
              <a:xfrm>
                <a:off x="4068639" y="3210535"/>
                <a:ext cx="31499" cy="26906"/>
                <a:chOff x="4068639" y="3210535"/>
                <a:chExt cx="31499" cy="26906"/>
              </a:xfrm>
            </p:grpSpPr>
            <p:sp>
              <p:nvSpPr>
                <p:cNvPr id="725" name="Google Shape;3510;p61"/>
                <p:cNvSpPr/>
                <p:nvPr/>
              </p:nvSpPr>
              <p:spPr>
                <a:xfrm>
                  <a:off x="4068639" y="321053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3511;p61"/>
                <p:cNvSpPr/>
                <p:nvPr/>
              </p:nvSpPr>
              <p:spPr>
                <a:xfrm>
                  <a:off x="4081577" y="3220209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7" y="964"/>
                        <a:pt x="1126" y="771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" name="Google Shape;3512;p61"/>
            <p:cNvGrpSpPr/>
            <p:nvPr/>
          </p:nvGrpSpPr>
          <p:grpSpPr>
            <a:xfrm>
              <a:off x="3869702" y="3066935"/>
              <a:ext cx="382664" cy="190294"/>
              <a:chOff x="3869702" y="3066935"/>
              <a:chExt cx="382664" cy="190294"/>
            </a:xfrm>
          </p:grpSpPr>
          <p:grpSp>
            <p:nvGrpSpPr>
              <p:cNvPr id="688" name="Google Shape;3513;p61"/>
              <p:cNvGrpSpPr/>
              <p:nvPr/>
            </p:nvGrpSpPr>
            <p:grpSpPr>
              <a:xfrm>
                <a:off x="3888633" y="3082351"/>
                <a:ext cx="351172" cy="160698"/>
                <a:chOff x="3888633" y="3082351"/>
                <a:chExt cx="351172" cy="160698"/>
              </a:xfrm>
            </p:grpSpPr>
            <p:sp>
              <p:nvSpPr>
                <p:cNvPr id="716" name="Google Shape;3514;p61"/>
                <p:cNvSpPr/>
                <p:nvPr/>
              </p:nvSpPr>
              <p:spPr>
                <a:xfrm>
                  <a:off x="3892440" y="3082351"/>
                  <a:ext cx="347366" cy="160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66" h="20432" fill="none" extrusionOk="0">
                      <a:moveTo>
                        <a:pt x="7041" y="11529"/>
                      </a:moveTo>
                      <a:lnTo>
                        <a:pt x="22440" y="4162"/>
                      </a:lnTo>
                      <a:lnTo>
                        <a:pt x="34815" y="0"/>
                      </a:lnTo>
                      <a:lnTo>
                        <a:pt x="44166" y="484"/>
                      </a:lnTo>
                      <a:lnTo>
                        <a:pt x="38964" y="8565"/>
                      </a:lnTo>
                      <a:lnTo>
                        <a:pt x="33012" y="10065"/>
                      </a:lnTo>
                      <a:lnTo>
                        <a:pt x="22440" y="4839"/>
                      </a:lnTo>
                      <a:lnTo>
                        <a:pt x="18750" y="15424"/>
                      </a:lnTo>
                      <a:cubicBezTo>
                        <a:pt x="18750" y="15424"/>
                        <a:pt x="6206" y="11154"/>
                        <a:pt x="6557" y="11516"/>
                      </a:cubicBezTo>
                      <a:lnTo>
                        <a:pt x="0" y="204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7" name="Google Shape;3515;p61"/>
                <p:cNvSpPr/>
                <p:nvPr/>
              </p:nvSpPr>
              <p:spPr>
                <a:xfrm>
                  <a:off x="3888633" y="3172924"/>
                  <a:ext cx="72979" cy="70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9" h="8916" fill="none" extrusionOk="0">
                      <a:moveTo>
                        <a:pt x="0" y="8916"/>
                      </a:moveTo>
                      <a:lnTo>
                        <a:pt x="9279" y="6883"/>
                      </a:lnTo>
                      <a:lnTo>
                        <a:pt x="704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8" name="Google Shape;3516;p61"/>
                <p:cNvSpPr/>
                <p:nvPr/>
              </p:nvSpPr>
              <p:spPr>
                <a:xfrm>
                  <a:off x="3960370" y="3203653"/>
                  <a:ext cx="79547" cy="19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4" h="2493" fill="none" extrusionOk="0">
                      <a:moveTo>
                        <a:pt x="0" y="2493"/>
                      </a:moveTo>
                      <a:lnTo>
                        <a:pt x="1011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9" name="Google Shape;3517;p61"/>
                <p:cNvSpPr/>
                <p:nvPr/>
              </p:nvSpPr>
              <p:spPr>
                <a:xfrm>
                  <a:off x="4043613" y="3161504"/>
                  <a:ext cx="108474" cy="42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2" h="5360" fill="none" extrusionOk="0">
                      <a:moveTo>
                        <a:pt x="1" y="5360"/>
                      </a:moveTo>
                      <a:lnTo>
                        <a:pt x="1379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3518;p61"/>
                <p:cNvSpPr/>
                <p:nvPr/>
              </p:nvSpPr>
              <p:spPr>
                <a:xfrm>
                  <a:off x="4152079" y="3082351"/>
                  <a:ext cx="17224" cy="8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" h="10549" fill="none" extrusionOk="0">
                      <a:moveTo>
                        <a:pt x="0" y="10549"/>
                      </a:moveTo>
                      <a:lnTo>
                        <a:pt x="219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1" name="Google Shape;3519;p61"/>
                <p:cNvSpPr/>
                <p:nvPr/>
              </p:nvSpPr>
              <p:spPr>
                <a:xfrm>
                  <a:off x="4169296" y="3082351"/>
                  <a:ext cx="25797" cy="63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" h="8081" fill="none" extrusionOk="0">
                      <a:moveTo>
                        <a:pt x="1" y="0"/>
                      </a:moveTo>
                      <a:lnTo>
                        <a:pt x="3279" y="808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9" name="Google Shape;3520;p61"/>
              <p:cNvGrpSpPr/>
              <p:nvPr/>
            </p:nvGrpSpPr>
            <p:grpSpPr>
              <a:xfrm>
                <a:off x="4143703" y="3066935"/>
                <a:ext cx="37783" cy="32357"/>
                <a:chOff x="4143703" y="3066935"/>
                <a:chExt cx="37783" cy="32357"/>
              </a:xfrm>
            </p:grpSpPr>
            <p:sp>
              <p:nvSpPr>
                <p:cNvPr id="714" name="Google Shape;3521;p61"/>
                <p:cNvSpPr/>
                <p:nvPr/>
              </p:nvSpPr>
              <p:spPr>
                <a:xfrm>
                  <a:off x="4143703" y="306693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1" y="0"/>
                      </a:moveTo>
                      <a:cubicBezTo>
                        <a:pt x="2227" y="0"/>
                        <a:pt x="1713" y="188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3522;p61"/>
                <p:cNvSpPr/>
                <p:nvPr/>
              </p:nvSpPr>
              <p:spPr>
                <a:xfrm>
                  <a:off x="4158741" y="3076641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4" y="1658"/>
                        <a:pt x="1657" y="1283"/>
                        <a:pt x="1657" y="823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0" name="Google Shape;3523;p61"/>
              <p:cNvGrpSpPr/>
              <p:nvPr/>
            </p:nvGrpSpPr>
            <p:grpSpPr>
              <a:xfrm>
                <a:off x="4044565" y="3103563"/>
                <a:ext cx="37783" cy="32451"/>
                <a:chOff x="4044565" y="3103563"/>
                <a:chExt cx="37783" cy="32451"/>
              </a:xfrm>
            </p:grpSpPr>
            <p:sp>
              <p:nvSpPr>
                <p:cNvPr id="712" name="Google Shape;3524;p61"/>
                <p:cNvSpPr/>
                <p:nvPr/>
              </p:nvSpPr>
              <p:spPr>
                <a:xfrm>
                  <a:off x="4044565" y="3103563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3525;p61"/>
                <p:cNvSpPr/>
                <p:nvPr/>
              </p:nvSpPr>
              <p:spPr>
                <a:xfrm>
                  <a:off x="4059602" y="3113268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1" name="Google Shape;3526;p61"/>
              <p:cNvGrpSpPr/>
              <p:nvPr/>
            </p:nvGrpSpPr>
            <p:grpSpPr>
              <a:xfrm>
                <a:off x="4017454" y="3188237"/>
                <a:ext cx="37776" cy="32357"/>
                <a:chOff x="4017454" y="3188237"/>
                <a:chExt cx="37776" cy="32357"/>
              </a:xfrm>
            </p:grpSpPr>
            <p:sp>
              <p:nvSpPr>
                <p:cNvPr id="710" name="Google Shape;3527;p61"/>
                <p:cNvSpPr/>
                <p:nvPr/>
              </p:nvSpPr>
              <p:spPr>
                <a:xfrm>
                  <a:off x="4017454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08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3528;p61"/>
                <p:cNvSpPr/>
                <p:nvPr/>
              </p:nvSpPr>
              <p:spPr>
                <a:xfrm>
                  <a:off x="4032484" y="319794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2" name="Google Shape;3529;p61"/>
              <p:cNvGrpSpPr/>
              <p:nvPr/>
            </p:nvGrpSpPr>
            <p:grpSpPr>
              <a:xfrm>
                <a:off x="3921548" y="3157509"/>
                <a:ext cx="37783" cy="32357"/>
                <a:chOff x="3921548" y="3157509"/>
                <a:chExt cx="37783" cy="32357"/>
              </a:xfrm>
            </p:grpSpPr>
            <p:sp>
              <p:nvSpPr>
                <p:cNvPr id="708" name="Google Shape;3530;p61"/>
                <p:cNvSpPr/>
                <p:nvPr/>
              </p:nvSpPr>
              <p:spPr>
                <a:xfrm>
                  <a:off x="3921548" y="31575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3531;p61"/>
                <p:cNvSpPr/>
                <p:nvPr/>
              </p:nvSpPr>
              <p:spPr>
                <a:xfrm>
                  <a:off x="3936586" y="3167214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4"/>
                        <a:pt x="1282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3" name="Google Shape;3532;p61"/>
              <p:cNvGrpSpPr/>
              <p:nvPr/>
            </p:nvGrpSpPr>
            <p:grpSpPr>
              <a:xfrm>
                <a:off x="3939056" y="3211620"/>
                <a:ext cx="37783" cy="32380"/>
                <a:chOff x="3939056" y="3211620"/>
                <a:chExt cx="37783" cy="32380"/>
              </a:xfrm>
            </p:grpSpPr>
            <p:sp>
              <p:nvSpPr>
                <p:cNvPr id="706" name="Google Shape;3533;p61"/>
                <p:cNvSpPr/>
                <p:nvPr/>
              </p:nvSpPr>
              <p:spPr>
                <a:xfrm>
                  <a:off x="3939056" y="3211620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59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3534;p61"/>
                <p:cNvSpPr/>
                <p:nvPr/>
              </p:nvSpPr>
              <p:spPr>
                <a:xfrm>
                  <a:off x="3954188" y="32212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4" name="Google Shape;3535;p61"/>
              <p:cNvGrpSpPr/>
              <p:nvPr/>
            </p:nvGrpSpPr>
            <p:grpSpPr>
              <a:xfrm>
                <a:off x="4176240" y="3136965"/>
                <a:ext cx="31405" cy="26930"/>
                <a:chOff x="4176240" y="3136965"/>
                <a:chExt cx="31405" cy="26930"/>
              </a:xfrm>
            </p:grpSpPr>
            <p:sp>
              <p:nvSpPr>
                <p:cNvPr id="704" name="Google Shape;3536;p61"/>
                <p:cNvSpPr/>
                <p:nvPr/>
              </p:nvSpPr>
              <p:spPr>
                <a:xfrm>
                  <a:off x="4176240" y="3136965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8" y="1"/>
                      </a:moveTo>
                      <a:cubicBezTo>
                        <a:pt x="1846" y="1"/>
                        <a:pt x="1415" y="158"/>
                        <a:pt x="1065" y="508"/>
                      </a:cubicBezTo>
                      <a:cubicBezTo>
                        <a:pt x="1" y="1585"/>
                        <a:pt x="763" y="3423"/>
                        <a:pt x="2275" y="3423"/>
                      </a:cubicBezTo>
                      <a:cubicBezTo>
                        <a:pt x="3231" y="3423"/>
                        <a:pt x="3993" y="2649"/>
                        <a:pt x="3993" y="1705"/>
                      </a:cubicBezTo>
                      <a:cubicBezTo>
                        <a:pt x="3985" y="677"/>
                        <a:pt x="3145" y="1"/>
                        <a:pt x="226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3537;p61"/>
                <p:cNvSpPr/>
                <p:nvPr/>
              </p:nvSpPr>
              <p:spPr>
                <a:xfrm>
                  <a:off x="4190327" y="3146663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5" name="Google Shape;3538;p61"/>
              <p:cNvGrpSpPr/>
              <p:nvPr/>
            </p:nvGrpSpPr>
            <p:grpSpPr>
              <a:xfrm>
                <a:off x="4133148" y="3152593"/>
                <a:ext cx="31499" cy="27001"/>
                <a:chOff x="4133148" y="3152593"/>
                <a:chExt cx="31499" cy="27001"/>
              </a:xfrm>
            </p:grpSpPr>
            <p:sp>
              <p:nvSpPr>
                <p:cNvPr id="702" name="Google Shape;3539;p61"/>
                <p:cNvSpPr/>
                <p:nvPr/>
              </p:nvSpPr>
              <p:spPr>
                <a:xfrm>
                  <a:off x="4133148" y="31525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8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3540;p61"/>
                <p:cNvSpPr/>
                <p:nvPr/>
              </p:nvSpPr>
              <p:spPr>
                <a:xfrm>
                  <a:off x="4147321" y="316226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6" name="Google Shape;3541;p61"/>
              <p:cNvGrpSpPr/>
              <p:nvPr/>
            </p:nvGrpSpPr>
            <p:grpSpPr>
              <a:xfrm>
                <a:off x="4220866" y="3073534"/>
                <a:ext cx="31499" cy="26898"/>
                <a:chOff x="4220866" y="3073534"/>
                <a:chExt cx="31499" cy="26898"/>
              </a:xfrm>
            </p:grpSpPr>
            <p:sp>
              <p:nvSpPr>
                <p:cNvPr id="700" name="Google Shape;3542;p61"/>
                <p:cNvSpPr/>
                <p:nvPr/>
              </p:nvSpPr>
              <p:spPr>
                <a:xfrm>
                  <a:off x="4220866" y="307353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3543;p61"/>
                <p:cNvSpPr/>
                <p:nvPr/>
              </p:nvSpPr>
              <p:spPr>
                <a:xfrm>
                  <a:off x="4235039" y="3083114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5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7" name="Google Shape;3544;p61"/>
              <p:cNvGrpSpPr/>
              <p:nvPr/>
            </p:nvGrpSpPr>
            <p:grpSpPr>
              <a:xfrm>
                <a:off x="3869702" y="3230323"/>
                <a:ext cx="31499" cy="26906"/>
                <a:chOff x="3869702" y="3230323"/>
                <a:chExt cx="31499" cy="26906"/>
              </a:xfrm>
            </p:grpSpPr>
            <p:sp>
              <p:nvSpPr>
                <p:cNvPr id="698" name="Google Shape;3545;p61"/>
                <p:cNvSpPr/>
                <p:nvPr/>
              </p:nvSpPr>
              <p:spPr>
                <a:xfrm>
                  <a:off x="3869702" y="32303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3546;p61"/>
                <p:cNvSpPr/>
                <p:nvPr/>
              </p:nvSpPr>
              <p:spPr>
                <a:xfrm>
                  <a:off x="388387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" name="Google Shape;3547;p61"/>
            <p:cNvGrpSpPr/>
            <p:nvPr/>
          </p:nvGrpSpPr>
          <p:grpSpPr>
            <a:xfrm>
              <a:off x="4271383" y="3065882"/>
              <a:ext cx="304556" cy="341663"/>
              <a:chOff x="4271383" y="3065882"/>
              <a:chExt cx="304556" cy="341663"/>
            </a:xfrm>
          </p:grpSpPr>
          <p:grpSp>
            <p:nvGrpSpPr>
              <p:cNvPr id="631" name="Google Shape;3548;p61"/>
              <p:cNvGrpSpPr/>
              <p:nvPr/>
            </p:nvGrpSpPr>
            <p:grpSpPr>
              <a:xfrm>
                <a:off x="4293838" y="3078639"/>
                <a:ext cx="269353" cy="311973"/>
                <a:chOff x="4293838" y="3078639"/>
                <a:chExt cx="269353" cy="311973"/>
              </a:xfrm>
            </p:grpSpPr>
            <p:sp>
              <p:nvSpPr>
                <p:cNvPr id="671" name="Google Shape;3549;p61"/>
                <p:cNvSpPr/>
                <p:nvPr/>
              </p:nvSpPr>
              <p:spPr>
                <a:xfrm>
                  <a:off x="4293838" y="3078639"/>
                  <a:ext cx="269353" cy="31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7" h="39666" fill="none" extrusionOk="0">
                      <a:moveTo>
                        <a:pt x="13" y="16730"/>
                      </a:moveTo>
                      <a:lnTo>
                        <a:pt x="7162" y="27690"/>
                      </a:lnTo>
                      <a:lnTo>
                        <a:pt x="8480" y="39666"/>
                      </a:lnTo>
                      <a:lnTo>
                        <a:pt x="18182" y="34138"/>
                      </a:lnTo>
                      <a:lnTo>
                        <a:pt x="26371" y="29807"/>
                      </a:lnTo>
                      <a:cubicBezTo>
                        <a:pt x="26371" y="29807"/>
                        <a:pt x="33605" y="34694"/>
                        <a:pt x="33932" y="35456"/>
                      </a:cubicBezTo>
                      <a:cubicBezTo>
                        <a:pt x="34246" y="36218"/>
                        <a:pt x="32263" y="18388"/>
                        <a:pt x="32263" y="18388"/>
                      </a:cubicBezTo>
                      <a:lnTo>
                        <a:pt x="28428" y="2928"/>
                      </a:lnTo>
                      <a:lnTo>
                        <a:pt x="12932" y="1"/>
                      </a:lnTo>
                      <a:lnTo>
                        <a:pt x="1670" y="2650"/>
                      </a:lnTo>
                      <a:lnTo>
                        <a:pt x="0" y="1714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3550;p61"/>
                <p:cNvSpPr/>
                <p:nvPr/>
              </p:nvSpPr>
              <p:spPr>
                <a:xfrm>
                  <a:off x="4306965" y="3099473"/>
                  <a:ext cx="625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9" h="8856" fill="none" extrusionOk="0">
                      <a:moveTo>
                        <a:pt x="1" y="1"/>
                      </a:moveTo>
                      <a:lnTo>
                        <a:pt x="7948" y="885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3551;p61"/>
                <p:cNvSpPr/>
                <p:nvPr/>
              </p:nvSpPr>
              <p:spPr>
                <a:xfrm>
                  <a:off x="4369476" y="3169118"/>
                  <a:ext cx="26072" cy="98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2545" fill="none" extrusionOk="0">
                      <a:moveTo>
                        <a:pt x="0" y="1"/>
                      </a:moveTo>
                      <a:lnTo>
                        <a:pt x="3315" y="1254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3552;p61"/>
                <p:cNvSpPr/>
                <p:nvPr/>
              </p:nvSpPr>
              <p:spPr>
                <a:xfrm>
                  <a:off x="4399347" y="3078639"/>
                  <a:ext cx="60041" cy="110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4" h="14057" fill="none" extrusionOk="0">
                      <a:moveTo>
                        <a:pt x="7634" y="14057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3553;p61"/>
                <p:cNvSpPr/>
                <p:nvPr/>
              </p:nvSpPr>
              <p:spPr>
                <a:xfrm>
                  <a:off x="4373282" y="3169118"/>
                  <a:ext cx="82299" cy="20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4" h="2553" fill="none" extrusionOk="0">
                      <a:moveTo>
                        <a:pt x="0" y="1"/>
                      </a:moveTo>
                      <a:lnTo>
                        <a:pt x="10464" y="2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3554;p61"/>
                <p:cNvSpPr/>
                <p:nvPr/>
              </p:nvSpPr>
              <p:spPr>
                <a:xfrm>
                  <a:off x="4369476" y="3078639"/>
                  <a:ext cx="29879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9" h="11505" fill="none" extrusionOk="0">
                      <a:moveTo>
                        <a:pt x="0" y="11505"/>
                      </a:moveTo>
                      <a:lnTo>
                        <a:pt x="379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3555;p61"/>
                <p:cNvSpPr/>
                <p:nvPr/>
              </p:nvSpPr>
              <p:spPr>
                <a:xfrm>
                  <a:off x="4293932" y="3169118"/>
                  <a:ext cx="75551" cy="41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6" h="5227" fill="none" extrusionOk="0">
                      <a:moveTo>
                        <a:pt x="1" y="5226"/>
                      </a:moveTo>
                      <a:lnTo>
                        <a:pt x="9605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3556;p61"/>
                <p:cNvSpPr/>
                <p:nvPr/>
              </p:nvSpPr>
              <p:spPr>
                <a:xfrm>
                  <a:off x="4350159" y="3267776"/>
                  <a:ext cx="45389" cy="27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1" h="3437" fill="none" extrusionOk="0">
                      <a:moveTo>
                        <a:pt x="1" y="3436"/>
                      </a:moveTo>
                      <a:lnTo>
                        <a:pt x="577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3557;p61"/>
                <p:cNvSpPr/>
                <p:nvPr/>
              </p:nvSpPr>
              <p:spPr>
                <a:xfrm>
                  <a:off x="4395540" y="3267776"/>
                  <a:ext cx="38830" cy="76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9667" fill="none" extrusionOk="0">
                      <a:moveTo>
                        <a:pt x="1" y="1"/>
                      </a:moveTo>
                      <a:lnTo>
                        <a:pt x="4936" y="96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3558;p61"/>
                <p:cNvSpPr/>
                <p:nvPr/>
              </p:nvSpPr>
              <p:spPr>
                <a:xfrm>
                  <a:off x="4360439" y="3267776"/>
                  <a:ext cx="35109" cy="12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4" h="15509" fill="none" extrusionOk="0">
                      <a:moveTo>
                        <a:pt x="0" y="15509"/>
                      </a:moveTo>
                      <a:lnTo>
                        <a:pt x="446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3559;p61"/>
                <p:cNvSpPr/>
                <p:nvPr/>
              </p:nvSpPr>
              <p:spPr>
                <a:xfrm>
                  <a:off x="4293932" y="3210220"/>
                  <a:ext cx="101616" cy="57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0" h="7319" fill="none" extrusionOk="0">
                      <a:moveTo>
                        <a:pt x="1" y="0"/>
                      </a:moveTo>
                      <a:lnTo>
                        <a:pt x="12920" y="73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3560;p61"/>
                <p:cNvSpPr/>
                <p:nvPr/>
              </p:nvSpPr>
              <p:spPr>
                <a:xfrm>
                  <a:off x="4395540" y="3186436"/>
                  <a:ext cx="66420" cy="7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5" h="10138" fill="none" extrusionOk="0">
                      <a:moveTo>
                        <a:pt x="8444" y="0"/>
                      </a:moveTo>
                      <a:lnTo>
                        <a:pt x="1" y="1013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3561;p61"/>
                <p:cNvSpPr/>
                <p:nvPr/>
              </p:nvSpPr>
              <p:spPr>
                <a:xfrm>
                  <a:off x="4459380" y="3189669"/>
                  <a:ext cx="41873" cy="123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4" h="15690" fill="none" extrusionOk="0">
                      <a:moveTo>
                        <a:pt x="1" y="0"/>
                      </a:moveTo>
                      <a:lnTo>
                        <a:pt x="5323" y="15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3562;p61"/>
                <p:cNvSpPr/>
                <p:nvPr/>
              </p:nvSpPr>
              <p:spPr>
                <a:xfrm>
                  <a:off x="4395540" y="3267776"/>
                  <a:ext cx="105713" cy="45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1" h="5759" fill="none" extrusionOk="0">
                      <a:moveTo>
                        <a:pt x="1" y="1"/>
                      </a:moveTo>
                      <a:lnTo>
                        <a:pt x="13440" y="575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3563;p61"/>
                <p:cNvSpPr/>
                <p:nvPr/>
              </p:nvSpPr>
              <p:spPr>
                <a:xfrm>
                  <a:off x="4501246" y="3223252"/>
                  <a:ext cx="46435" cy="89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4" h="11420" fill="none" extrusionOk="0">
                      <a:moveTo>
                        <a:pt x="0" y="11420"/>
                      </a:moveTo>
                      <a:lnTo>
                        <a:pt x="590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3564;p61"/>
                <p:cNvSpPr/>
                <p:nvPr/>
              </p:nvSpPr>
              <p:spPr>
                <a:xfrm>
                  <a:off x="4459671" y="3104231"/>
                  <a:ext cx="58421" cy="8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8" h="10803" fill="none" extrusionOk="0">
                      <a:moveTo>
                        <a:pt x="0" y="10803"/>
                      </a:moveTo>
                      <a:lnTo>
                        <a:pt x="7428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3565;p61"/>
                <p:cNvSpPr/>
                <p:nvPr/>
              </p:nvSpPr>
              <p:spPr>
                <a:xfrm>
                  <a:off x="4459671" y="3189189"/>
                  <a:ext cx="86586" cy="36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4671" fill="none" extrusionOk="0">
                      <a:moveTo>
                        <a:pt x="0" y="1"/>
                      </a:moveTo>
                      <a:lnTo>
                        <a:pt x="11008" y="467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2" name="Google Shape;3566;p61"/>
              <p:cNvGrpSpPr/>
              <p:nvPr/>
            </p:nvGrpSpPr>
            <p:grpSpPr>
              <a:xfrm>
                <a:off x="4538164" y="3342061"/>
                <a:ext cx="37776" cy="32380"/>
                <a:chOff x="4538164" y="3342061"/>
                <a:chExt cx="37776" cy="32380"/>
              </a:xfrm>
            </p:grpSpPr>
            <p:sp>
              <p:nvSpPr>
                <p:cNvPr id="669" name="Google Shape;3567;p61"/>
                <p:cNvSpPr/>
                <p:nvPr/>
              </p:nvSpPr>
              <p:spPr>
                <a:xfrm>
                  <a:off x="4538164" y="3342061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9"/>
                        <a:pt x="1294" y="608"/>
                      </a:cubicBezTo>
                      <a:cubicBezTo>
                        <a:pt x="0" y="1903"/>
                        <a:pt x="919" y="4116"/>
                        <a:pt x="2746" y="4116"/>
                      </a:cubicBezTo>
                      <a:cubicBezTo>
                        <a:pt x="3883" y="4116"/>
                        <a:pt x="4802" y="3197"/>
                        <a:pt x="4802" y="2060"/>
                      </a:cubicBezTo>
                      <a:cubicBezTo>
                        <a:pt x="4802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3568;p61"/>
                <p:cNvSpPr/>
                <p:nvPr/>
              </p:nvSpPr>
              <p:spPr>
                <a:xfrm>
                  <a:off x="455319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3" name="Google Shape;3569;p61"/>
              <p:cNvGrpSpPr/>
              <p:nvPr/>
            </p:nvGrpSpPr>
            <p:grpSpPr>
              <a:xfrm>
                <a:off x="4271383" y="3194742"/>
                <a:ext cx="37783" cy="32420"/>
                <a:chOff x="4271383" y="3194742"/>
                <a:chExt cx="37783" cy="32420"/>
              </a:xfrm>
            </p:grpSpPr>
            <p:sp>
              <p:nvSpPr>
                <p:cNvPr id="667" name="Google Shape;3570;p61"/>
                <p:cNvSpPr/>
                <p:nvPr/>
              </p:nvSpPr>
              <p:spPr>
                <a:xfrm>
                  <a:off x="4271383" y="3194742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3571;p61"/>
                <p:cNvSpPr/>
                <p:nvPr/>
              </p:nvSpPr>
              <p:spPr>
                <a:xfrm>
                  <a:off x="4286516" y="320441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4" name="Google Shape;3572;p61"/>
              <p:cNvGrpSpPr/>
              <p:nvPr/>
            </p:nvGrpSpPr>
            <p:grpSpPr>
              <a:xfrm>
                <a:off x="4284416" y="3084058"/>
                <a:ext cx="37783" cy="32357"/>
                <a:chOff x="4284416" y="3084058"/>
                <a:chExt cx="37783" cy="32357"/>
              </a:xfrm>
            </p:grpSpPr>
            <p:sp>
              <p:nvSpPr>
                <p:cNvPr id="665" name="Google Shape;3573;p61"/>
                <p:cNvSpPr/>
                <p:nvPr/>
              </p:nvSpPr>
              <p:spPr>
                <a:xfrm>
                  <a:off x="4284416" y="308405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3574;p61"/>
                <p:cNvSpPr/>
                <p:nvPr/>
              </p:nvSpPr>
              <p:spPr>
                <a:xfrm>
                  <a:off x="4299548" y="309376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4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5" name="Google Shape;3575;p61"/>
              <p:cNvGrpSpPr/>
              <p:nvPr/>
            </p:nvGrpSpPr>
            <p:grpSpPr>
              <a:xfrm>
                <a:off x="4478697" y="3297561"/>
                <a:ext cx="37776" cy="32451"/>
                <a:chOff x="4478697" y="3297561"/>
                <a:chExt cx="37776" cy="32451"/>
              </a:xfrm>
            </p:grpSpPr>
            <p:sp>
              <p:nvSpPr>
                <p:cNvPr id="663" name="Google Shape;3576;p61"/>
                <p:cNvSpPr/>
                <p:nvPr/>
              </p:nvSpPr>
              <p:spPr>
                <a:xfrm>
                  <a:off x="4478697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46" y="4125"/>
                      </a:cubicBezTo>
                      <a:cubicBezTo>
                        <a:pt x="3884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3577;p61"/>
                <p:cNvSpPr/>
                <p:nvPr/>
              </p:nvSpPr>
              <p:spPr>
                <a:xfrm>
                  <a:off x="4493727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2"/>
                        <a:pt x="376" y="1657"/>
                        <a:pt x="835" y="1657"/>
                      </a:cubicBezTo>
                      <a:cubicBezTo>
                        <a:pt x="1295" y="1657"/>
                        <a:pt x="1658" y="1282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6" name="Google Shape;3578;p61"/>
              <p:cNvGrpSpPr/>
              <p:nvPr/>
            </p:nvGrpSpPr>
            <p:grpSpPr>
              <a:xfrm>
                <a:off x="4411813" y="3331711"/>
                <a:ext cx="37776" cy="32451"/>
                <a:chOff x="4411813" y="3331711"/>
                <a:chExt cx="37776" cy="32451"/>
              </a:xfrm>
            </p:grpSpPr>
            <p:sp>
              <p:nvSpPr>
                <p:cNvPr id="661" name="Google Shape;3579;p61"/>
                <p:cNvSpPr/>
                <p:nvPr/>
              </p:nvSpPr>
              <p:spPr>
                <a:xfrm>
                  <a:off x="4411813" y="333171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3" y="188"/>
                        <a:pt x="1295" y="606"/>
                      </a:cubicBezTo>
                      <a:cubicBezTo>
                        <a:pt x="0" y="1900"/>
                        <a:pt x="920" y="4126"/>
                        <a:pt x="2759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3580;p61"/>
                <p:cNvSpPr/>
                <p:nvPr/>
              </p:nvSpPr>
              <p:spPr>
                <a:xfrm>
                  <a:off x="4426937" y="3341416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7" name="Google Shape;3581;p61"/>
              <p:cNvGrpSpPr/>
              <p:nvPr/>
            </p:nvGrpSpPr>
            <p:grpSpPr>
              <a:xfrm>
                <a:off x="4337984" y="3375188"/>
                <a:ext cx="37776" cy="32357"/>
                <a:chOff x="4337984" y="3375188"/>
                <a:chExt cx="37776" cy="32357"/>
              </a:xfrm>
            </p:grpSpPr>
            <p:sp>
              <p:nvSpPr>
                <p:cNvPr id="659" name="Google Shape;3582;p61"/>
                <p:cNvSpPr/>
                <p:nvPr/>
              </p:nvSpPr>
              <p:spPr>
                <a:xfrm>
                  <a:off x="4337984" y="3375188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3583;p61"/>
                <p:cNvSpPr/>
                <p:nvPr/>
              </p:nvSpPr>
              <p:spPr>
                <a:xfrm>
                  <a:off x="4353108" y="3384894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64"/>
                        <a:pt x="1" y="824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8" name="Google Shape;3584;p61"/>
              <p:cNvGrpSpPr/>
              <p:nvPr/>
            </p:nvGrpSpPr>
            <p:grpSpPr>
              <a:xfrm>
                <a:off x="4494867" y="3090530"/>
                <a:ext cx="37878" cy="32451"/>
                <a:chOff x="4494867" y="3090530"/>
                <a:chExt cx="37878" cy="32451"/>
              </a:xfrm>
            </p:grpSpPr>
            <p:sp>
              <p:nvSpPr>
                <p:cNvPr id="657" name="Google Shape;3585;p61"/>
                <p:cNvSpPr/>
                <p:nvPr/>
              </p:nvSpPr>
              <p:spPr>
                <a:xfrm>
                  <a:off x="4494867" y="3090530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96" y="4114"/>
                        <a:pt x="4803" y="3194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3586;p61"/>
                <p:cNvSpPr/>
                <p:nvPr/>
              </p:nvSpPr>
              <p:spPr>
                <a:xfrm>
                  <a:off x="4510000" y="310023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9" name="Google Shape;3587;p61"/>
              <p:cNvGrpSpPr/>
              <p:nvPr/>
            </p:nvGrpSpPr>
            <p:grpSpPr>
              <a:xfrm>
                <a:off x="4525124" y="3207774"/>
                <a:ext cx="37783" cy="32420"/>
                <a:chOff x="4525124" y="3207774"/>
                <a:chExt cx="37783" cy="32420"/>
              </a:xfrm>
            </p:grpSpPr>
            <p:sp>
              <p:nvSpPr>
                <p:cNvPr id="655" name="Google Shape;3588;p61"/>
                <p:cNvSpPr/>
                <p:nvPr/>
              </p:nvSpPr>
              <p:spPr>
                <a:xfrm>
                  <a:off x="4525124" y="3207774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3589;p61"/>
                <p:cNvSpPr/>
                <p:nvPr/>
              </p:nvSpPr>
              <p:spPr>
                <a:xfrm>
                  <a:off x="4540256" y="32174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0" name="Google Shape;3590;p61"/>
              <p:cNvGrpSpPr/>
              <p:nvPr/>
            </p:nvGrpSpPr>
            <p:grpSpPr>
              <a:xfrm>
                <a:off x="4440544" y="3176479"/>
                <a:ext cx="31499" cy="26898"/>
                <a:chOff x="4440544" y="3176479"/>
                <a:chExt cx="31499" cy="26898"/>
              </a:xfrm>
            </p:grpSpPr>
            <p:sp>
              <p:nvSpPr>
                <p:cNvPr id="653" name="Google Shape;3591;p61"/>
                <p:cNvSpPr/>
                <p:nvPr/>
              </p:nvSpPr>
              <p:spPr>
                <a:xfrm>
                  <a:off x="4440544" y="3176479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1" y="0"/>
                      </a:moveTo>
                      <a:cubicBezTo>
                        <a:pt x="1860" y="0"/>
                        <a:pt x="1429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2"/>
                        <a:pt x="3163" y="0"/>
                        <a:pt x="228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3592;p61"/>
                <p:cNvSpPr/>
                <p:nvPr/>
              </p:nvSpPr>
              <p:spPr>
                <a:xfrm>
                  <a:off x="4454724" y="3186145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1" name="Google Shape;3593;p61"/>
              <p:cNvGrpSpPr/>
              <p:nvPr/>
            </p:nvGrpSpPr>
            <p:grpSpPr>
              <a:xfrm>
                <a:off x="4350545" y="3156400"/>
                <a:ext cx="31405" cy="27001"/>
                <a:chOff x="4350545" y="3156400"/>
                <a:chExt cx="31405" cy="27001"/>
              </a:xfrm>
            </p:grpSpPr>
            <p:sp>
              <p:nvSpPr>
                <p:cNvPr id="651" name="Google Shape;3594;p61"/>
                <p:cNvSpPr/>
                <p:nvPr/>
              </p:nvSpPr>
              <p:spPr>
                <a:xfrm>
                  <a:off x="4350545" y="3156400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3595;p61"/>
                <p:cNvSpPr/>
                <p:nvPr/>
              </p:nvSpPr>
              <p:spPr>
                <a:xfrm>
                  <a:off x="4364717" y="3166074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2" name="Google Shape;3596;p61"/>
              <p:cNvGrpSpPr/>
              <p:nvPr/>
            </p:nvGrpSpPr>
            <p:grpSpPr>
              <a:xfrm>
                <a:off x="4376703" y="3255058"/>
                <a:ext cx="31405" cy="27001"/>
                <a:chOff x="4376703" y="3255058"/>
                <a:chExt cx="31405" cy="27001"/>
              </a:xfrm>
            </p:grpSpPr>
            <p:sp>
              <p:nvSpPr>
                <p:cNvPr id="649" name="Google Shape;3597;p61"/>
                <p:cNvSpPr/>
                <p:nvPr/>
              </p:nvSpPr>
              <p:spPr>
                <a:xfrm>
                  <a:off x="4376703" y="325505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3598;p61"/>
                <p:cNvSpPr/>
                <p:nvPr/>
              </p:nvSpPr>
              <p:spPr>
                <a:xfrm>
                  <a:off x="4390884" y="326473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3" name="Google Shape;3599;p61"/>
              <p:cNvGrpSpPr/>
              <p:nvPr/>
            </p:nvGrpSpPr>
            <p:grpSpPr>
              <a:xfrm>
                <a:off x="4331322" y="3283656"/>
                <a:ext cx="31405" cy="26945"/>
                <a:chOff x="4331322" y="3283656"/>
                <a:chExt cx="31405" cy="26945"/>
              </a:xfrm>
            </p:grpSpPr>
            <p:sp>
              <p:nvSpPr>
                <p:cNvPr id="647" name="Google Shape;3600;p61"/>
                <p:cNvSpPr/>
                <p:nvPr/>
              </p:nvSpPr>
              <p:spPr>
                <a:xfrm>
                  <a:off x="4331322" y="3283656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20"/>
                      </a:cubicBezTo>
                      <a:cubicBezTo>
                        <a:pt x="3993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3601;p61"/>
                <p:cNvSpPr/>
                <p:nvPr/>
              </p:nvSpPr>
              <p:spPr>
                <a:xfrm>
                  <a:off x="4345503" y="3293274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63"/>
                        <a:pt x="218" y="969"/>
                        <a:pt x="484" y="969"/>
                      </a:cubicBezTo>
                      <a:cubicBezTo>
                        <a:pt x="750" y="969"/>
                        <a:pt x="968" y="763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4" name="Google Shape;3602;p61"/>
              <p:cNvGrpSpPr/>
              <p:nvPr/>
            </p:nvGrpSpPr>
            <p:grpSpPr>
              <a:xfrm>
                <a:off x="4380510" y="3065882"/>
                <a:ext cx="31405" cy="26938"/>
                <a:chOff x="4380510" y="3065882"/>
                <a:chExt cx="31405" cy="26938"/>
              </a:xfrm>
            </p:grpSpPr>
            <p:sp>
              <p:nvSpPr>
                <p:cNvPr id="645" name="Google Shape;3603;p61"/>
                <p:cNvSpPr/>
                <p:nvPr/>
              </p:nvSpPr>
              <p:spPr>
                <a:xfrm>
                  <a:off x="4380510" y="3065882"/>
                  <a:ext cx="31405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5" extrusionOk="0">
                      <a:moveTo>
                        <a:pt x="2273" y="0"/>
                      </a:moveTo>
                      <a:cubicBezTo>
                        <a:pt x="1853" y="0"/>
                        <a:pt x="1426" y="157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19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3604;p61"/>
                <p:cNvSpPr/>
                <p:nvPr/>
              </p:nvSpPr>
              <p:spPr>
                <a:xfrm>
                  <a:off x="4393354" y="3075500"/>
                  <a:ext cx="8950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6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35"/>
                      </a:cubicBezTo>
                      <a:cubicBezTo>
                        <a:pt x="401" y="932"/>
                        <a:pt x="522" y="976"/>
                        <a:pt x="641" y="976"/>
                      </a:cubicBezTo>
                      <a:cubicBezTo>
                        <a:pt x="893" y="976"/>
                        <a:pt x="1138" y="783"/>
                        <a:pt x="1138" y="496"/>
                      </a:cubicBezTo>
                      <a:cubicBezTo>
                        <a:pt x="1138" y="218"/>
                        <a:pt x="920" y="12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" name="Google Shape;3605;p61"/>
            <p:cNvGrpSpPr/>
            <p:nvPr/>
          </p:nvGrpSpPr>
          <p:grpSpPr>
            <a:xfrm>
              <a:off x="4558998" y="3188237"/>
              <a:ext cx="1280131" cy="1052746"/>
              <a:chOff x="4558998" y="3188237"/>
              <a:chExt cx="1280131" cy="1052746"/>
            </a:xfrm>
          </p:grpSpPr>
          <p:sp>
            <p:nvSpPr>
              <p:cNvPr id="209" name="Google Shape;3606;p61"/>
              <p:cNvSpPr/>
              <p:nvPr/>
            </p:nvSpPr>
            <p:spPr>
              <a:xfrm>
                <a:off x="4916156" y="3750813"/>
                <a:ext cx="8" cy="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0" name="Google Shape;3607;p61"/>
              <p:cNvGrpSpPr/>
              <p:nvPr/>
            </p:nvGrpSpPr>
            <p:grpSpPr>
              <a:xfrm>
                <a:off x="4579164" y="3203653"/>
                <a:ext cx="1244833" cy="1020397"/>
                <a:chOff x="4579164" y="3203653"/>
                <a:chExt cx="1244833" cy="1020397"/>
              </a:xfrm>
            </p:grpSpPr>
            <p:sp>
              <p:nvSpPr>
                <p:cNvPr id="530" name="Google Shape;3608;p61"/>
                <p:cNvSpPr/>
                <p:nvPr/>
              </p:nvSpPr>
              <p:spPr>
                <a:xfrm>
                  <a:off x="5490144" y="3482892"/>
                  <a:ext cx="58995" cy="4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" h="630" fill="none" extrusionOk="0">
                      <a:moveTo>
                        <a:pt x="0" y="630"/>
                      </a:moveTo>
                      <a:lnTo>
                        <a:pt x="750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3609;p61"/>
                <p:cNvSpPr/>
                <p:nvPr/>
              </p:nvSpPr>
              <p:spPr>
                <a:xfrm>
                  <a:off x="5490616" y="3482892"/>
                  <a:ext cx="66137" cy="77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9" h="9836" fill="none" extrusionOk="0">
                      <a:moveTo>
                        <a:pt x="1" y="1"/>
                      </a:moveTo>
                      <a:lnTo>
                        <a:pt x="8408" y="98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32" name="Google Shape;3610;p61"/>
                <p:cNvGrpSpPr/>
                <p:nvPr/>
              </p:nvGrpSpPr>
              <p:grpSpPr>
                <a:xfrm>
                  <a:off x="4579164" y="3203653"/>
                  <a:ext cx="1244833" cy="1020397"/>
                  <a:chOff x="4579164" y="3203653"/>
                  <a:chExt cx="1244833" cy="1020397"/>
                </a:xfrm>
              </p:grpSpPr>
              <p:sp>
                <p:nvSpPr>
                  <p:cNvPr id="533" name="Google Shape;3611;p61"/>
                  <p:cNvSpPr/>
                  <p:nvPr/>
                </p:nvSpPr>
                <p:spPr>
                  <a:xfrm>
                    <a:off x="4787909" y="3833395"/>
                    <a:ext cx="69267" cy="22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7" h="2831" fill="none" extrusionOk="0">
                        <a:moveTo>
                          <a:pt x="8806" y="0"/>
                        </a:moveTo>
                        <a:lnTo>
                          <a:pt x="0" y="2831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3612;p61"/>
                  <p:cNvSpPr/>
                  <p:nvPr/>
                </p:nvSpPr>
                <p:spPr>
                  <a:xfrm>
                    <a:off x="4857263" y="3819695"/>
                    <a:ext cx="69936" cy="14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2" h="1803" fill="none" extrusionOk="0">
                        <a:moveTo>
                          <a:pt x="1" y="1803"/>
                        </a:moveTo>
                        <a:lnTo>
                          <a:pt x="8892" y="0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535" name="Google Shape;3613;p61"/>
                  <p:cNvGrpSpPr/>
                  <p:nvPr/>
                </p:nvGrpSpPr>
                <p:grpSpPr>
                  <a:xfrm>
                    <a:off x="4579164" y="3203653"/>
                    <a:ext cx="1244833" cy="1020397"/>
                    <a:chOff x="4579164" y="3203653"/>
                    <a:chExt cx="1244833" cy="1020397"/>
                  </a:xfrm>
                </p:grpSpPr>
                <p:sp>
                  <p:nvSpPr>
                    <p:cNvPr id="536" name="Google Shape;3614;p61"/>
                    <p:cNvSpPr/>
                    <p:nvPr/>
                  </p:nvSpPr>
                  <p:spPr>
                    <a:xfrm>
                      <a:off x="4930329" y="3363965"/>
                      <a:ext cx="23894" cy="1027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38" h="13066" fill="none" extrusionOk="0">
                          <a:moveTo>
                            <a:pt x="3037" y="13065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7" name="Google Shape;3615;p61"/>
                    <p:cNvSpPr/>
                    <p:nvPr/>
                  </p:nvSpPr>
                  <p:spPr>
                    <a:xfrm>
                      <a:off x="4849846" y="3385948"/>
                      <a:ext cx="104085" cy="792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234" h="10077" fill="none" extrusionOk="0">
                          <a:moveTo>
                            <a:pt x="0" y="0"/>
                          </a:moveTo>
                          <a:lnTo>
                            <a:pt x="13234" y="10077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8" name="Google Shape;3616;p61"/>
                    <p:cNvSpPr/>
                    <p:nvPr/>
                  </p:nvSpPr>
                  <p:spPr>
                    <a:xfrm>
                      <a:off x="4849650" y="3306598"/>
                      <a:ext cx="45869" cy="79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32" h="10090" fill="none" extrusionOk="0">
                          <a:moveTo>
                            <a:pt x="5831" y="0"/>
                          </a:moveTo>
                          <a:lnTo>
                            <a:pt x="1" y="10089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9" name="Google Shape;3617;p61"/>
                    <p:cNvSpPr/>
                    <p:nvPr/>
                  </p:nvSpPr>
                  <p:spPr>
                    <a:xfrm>
                      <a:off x="4849650" y="3361299"/>
                      <a:ext cx="84305" cy="246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9" h="3135" fill="none" extrusionOk="0">
                          <a:moveTo>
                            <a:pt x="1" y="3134"/>
                          </a:moveTo>
                          <a:lnTo>
                            <a:pt x="10719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0" name="Google Shape;3618;p61"/>
                    <p:cNvSpPr/>
                    <p:nvPr/>
                  </p:nvSpPr>
                  <p:spPr>
                    <a:xfrm>
                      <a:off x="4789616" y="3306598"/>
                      <a:ext cx="19702" cy="547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5" h="6956" fill="none" extrusionOk="0">
                          <a:moveTo>
                            <a:pt x="2505" y="6956"/>
                          </a:move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1" name="Google Shape;3619;p61"/>
                    <p:cNvSpPr/>
                    <p:nvPr/>
                  </p:nvSpPr>
                  <p:spPr>
                    <a:xfrm>
                      <a:off x="4738242" y="3357500"/>
                      <a:ext cx="74883" cy="10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1" h="1307" fill="none" extrusionOk="0">
                          <a:moveTo>
                            <a:pt x="1" y="1307"/>
                          </a:moveTo>
                          <a:lnTo>
                            <a:pt x="952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2" name="Google Shape;3620;p61"/>
                    <p:cNvSpPr/>
                    <p:nvPr/>
                  </p:nvSpPr>
                  <p:spPr>
                    <a:xfrm>
                      <a:off x="4710274" y="3357500"/>
                      <a:ext cx="99044" cy="635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3" h="8081" fill="none" extrusionOk="0">
                          <a:moveTo>
                            <a:pt x="0" y="8081"/>
                          </a:moveTo>
                          <a:lnTo>
                            <a:pt x="12593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3" name="Google Shape;3621;p61"/>
                    <p:cNvSpPr/>
                    <p:nvPr/>
                  </p:nvSpPr>
                  <p:spPr>
                    <a:xfrm>
                      <a:off x="4809310" y="3306598"/>
                      <a:ext cx="87443" cy="50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18" h="6473" fill="none" extrusionOk="0">
                          <a:moveTo>
                            <a:pt x="1" y="6472"/>
                          </a:moveTo>
                          <a:lnTo>
                            <a:pt x="11118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544" name="Google Shape;3622;p61"/>
                    <p:cNvGrpSpPr/>
                    <p:nvPr/>
                  </p:nvGrpSpPr>
                  <p:grpSpPr>
                    <a:xfrm>
                      <a:off x="4579164" y="3203653"/>
                      <a:ext cx="1244833" cy="1020397"/>
                      <a:chOff x="4579164" y="3203653"/>
                      <a:chExt cx="1244833" cy="1020397"/>
                    </a:xfrm>
                  </p:grpSpPr>
                  <p:sp>
                    <p:nvSpPr>
                      <p:cNvPr id="545" name="Google Shape;3623;p61"/>
                      <p:cNvSpPr/>
                      <p:nvPr/>
                    </p:nvSpPr>
                    <p:spPr>
                      <a:xfrm>
                        <a:off x="4617986" y="3614284"/>
                        <a:ext cx="53002" cy="2103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739" h="2674" fill="none" extrusionOk="0">
                            <a:moveTo>
                              <a:pt x="0" y="0"/>
                            </a:moveTo>
                            <a:lnTo>
                              <a:pt x="6738" y="267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6" name="Google Shape;3624;p61"/>
                      <p:cNvSpPr/>
                      <p:nvPr/>
                    </p:nvSpPr>
                    <p:spPr>
                      <a:xfrm>
                        <a:off x="4624545" y="3589069"/>
                        <a:ext cx="43682" cy="6318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54" h="8033" fill="none" extrusionOk="0">
                            <a:moveTo>
                              <a:pt x="1" y="8033"/>
                            </a:moveTo>
                            <a:lnTo>
                              <a:pt x="5553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7" name="Google Shape;3625;p61"/>
                      <p:cNvSpPr/>
                      <p:nvPr/>
                    </p:nvSpPr>
                    <p:spPr>
                      <a:xfrm>
                        <a:off x="4668220" y="3517907"/>
                        <a:ext cx="112178" cy="7117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263" h="9049" fill="none" extrusionOk="0">
                            <a:moveTo>
                              <a:pt x="0" y="9049"/>
                            </a:moveTo>
                            <a:lnTo>
                              <a:pt x="14262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8" name="Google Shape;3626;p61"/>
                      <p:cNvSpPr/>
                      <p:nvPr/>
                    </p:nvSpPr>
                    <p:spPr>
                      <a:xfrm>
                        <a:off x="4706562" y="3516766"/>
                        <a:ext cx="77455" cy="799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848" h="10162" fill="none" extrusionOk="0">
                            <a:moveTo>
                              <a:pt x="0" y="10161"/>
                            </a:moveTo>
                            <a:lnTo>
                              <a:pt x="9847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49" name="Google Shape;3627;p61"/>
                      <p:cNvSpPr/>
                      <p:nvPr/>
                    </p:nvSpPr>
                    <p:spPr>
                      <a:xfrm>
                        <a:off x="4763646" y="3516766"/>
                        <a:ext cx="20370" cy="528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90" h="6714" fill="none" extrusionOk="0">
                            <a:moveTo>
                              <a:pt x="0" y="6714"/>
                            </a:moveTo>
                            <a:lnTo>
                              <a:pt x="258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0" name="Google Shape;3628;p61"/>
                      <p:cNvSpPr/>
                      <p:nvPr/>
                    </p:nvSpPr>
                    <p:spPr>
                      <a:xfrm>
                        <a:off x="4783151" y="3520565"/>
                        <a:ext cx="45861" cy="974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831" h="12388" fill="none" extrusionOk="0">
                            <a:moveTo>
                              <a:pt x="5831" y="12388"/>
                            </a:moveTo>
                            <a:lnTo>
                              <a:pt x="0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1" name="Google Shape;3629;p61"/>
                      <p:cNvSpPr/>
                      <p:nvPr/>
                    </p:nvSpPr>
                    <p:spPr>
                      <a:xfrm>
                        <a:off x="4738242" y="3483175"/>
                        <a:ext cx="44917" cy="3739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11" h="4755" fill="none" extrusionOk="0">
                            <a:moveTo>
                              <a:pt x="1" y="1"/>
                            </a:moveTo>
                            <a:lnTo>
                              <a:pt x="5710" y="475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2" name="Google Shape;3630;p61"/>
                      <p:cNvSpPr/>
                      <p:nvPr/>
                    </p:nvSpPr>
                    <p:spPr>
                      <a:xfrm>
                        <a:off x="4704941" y="3501823"/>
                        <a:ext cx="78217" cy="18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945" h="2384" fill="none" extrusionOk="0">
                            <a:moveTo>
                              <a:pt x="1" y="1"/>
                            </a:moveTo>
                            <a:lnTo>
                              <a:pt x="9944" y="238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3" name="Google Shape;3631;p61"/>
                      <p:cNvSpPr/>
                      <p:nvPr/>
                    </p:nvSpPr>
                    <p:spPr>
                      <a:xfrm>
                        <a:off x="4668220" y="3520565"/>
                        <a:ext cx="115796" cy="193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723" h="2457" fill="none" extrusionOk="0">
                            <a:moveTo>
                              <a:pt x="0" y="2457"/>
                            </a:moveTo>
                            <a:lnTo>
                              <a:pt x="14722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4" name="Google Shape;3632;p61"/>
                      <p:cNvSpPr/>
                      <p:nvPr/>
                    </p:nvSpPr>
                    <p:spPr>
                      <a:xfrm>
                        <a:off x="4813117" y="3462915"/>
                        <a:ext cx="40347" cy="511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130" h="6509" fill="none" extrusionOk="0">
                            <a:moveTo>
                              <a:pt x="5130" y="6508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5" name="Google Shape;3633;p61"/>
                      <p:cNvSpPr/>
                      <p:nvPr/>
                    </p:nvSpPr>
                    <p:spPr>
                      <a:xfrm>
                        <a:off x="4787807" y="3462915"/>
                        <a:ext cx="25317" cy="55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19" h="6993" fill="none" extrusionOk="0">
                            <a:moveTo>
                              <a:pt x="1" y="6992"/>
                            </a:moveTo>
                            <a:lnTo>
                              <a:pt x="321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6" name="Google Shape;3634;p61"/>
                      <p:cNvSpPr/>
                      <p:nvPr/>
                    </p:nvSpPr>
                    <p:spPr>
                      <a:xfrm>
                        <a:off x="4781342" y="3514100"/>
                        <a:ext cx="72311" cy="69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194" h="884" fill="none" extrusionOk="0">
                            <a:moveTo>
                              <a:pt x="0" y="883"/>
                            </a:moveTo>
                            <a:lnTo>
                              <a:pt x="9194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7" name="Google Shape;3635;p61"/>
                      <p:cNvSpPr/>
                      <p:nvPr/>
                    </p:nvSpPr>
                    <p:spPr>
                      <a:xfrm>
                        <a:off x="4853645" y="3514100"/>
                        <a:ext cx="26175" cy="591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28" h="7525" fill="none" extrusionOk="0">
                            <a:moveTo>
                              <a:pt x="1" y="0"/>
                            </a:moveTo>
                            <a:lnTo>
                              <a:pt x="3328" y="752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58" name="Google Shape;3636;p61"/>
                      <p:cNvSpPr/>
                      <p:nvPr/>
                    </p:nvSpPr>
                    <p:spPr>
                      <a:xfrm>
                        <a:off x="4827392" y="3514100"/>
                        <a:ext cx="26261" cy="10038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39" h="12763" fill="none" extrusionOk="0">
                            <a:moveTo>
                              <a:pt x="3339" y="0"/>
                            </a:moveTo>
                            <a:lnTo>
                              <a:pt x="0" y="12762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559" name="Google Shape;3637;p61"/>
                      <p:cNvGrpSpPr/>
                      <p:nvPr/>
                    </p:nvGrpSpPr>
                    <p:grpSpPr>
                      <a:xfrm>
                        <a:off x="4579164" y="3203653"/>
                        <a:ext cx="1244833" cy="1020397"/>
                        <a:chOff x="4579164" y="3203653"/>
                        <a:chExt cx="1244833" cy="1020397"/>
                      </a:xfrm>
                    </p:grpSpPr>
                    <p:sp>
                      <p:nvSpPr>
                        <p:cNvPr id="560" name="Google Shape;3638;p61"/>
                        <p:cNvSpPr/>
                        <p:nvPr/>
                      </p:nvSpPr>
                      <p:spPr>
                        <a:xfrm>
                          <a:off x="4879812" y="3466721"/>
                          <a:ext cx="74411" cy="1065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461" h="13549" fill="none" extrusionOk="0">
                              <a:moveTo>
                                <a:pt x="1" y="13549"/>
                              </a:moveTo>
                              <a:lnTo>
                                <a:pt x="946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1" name="Google Shape;3639;p61"/>
                        <p:cNvSpPr/>
                        <p:nvPr/>
                      </p:nvSpPr>
                      <p:spPr>
                        <a:xfrm>
                          <a:off x="4954215" y="3408017"/>
                          <a:ext cx="105989" cy="5871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476" h="7465" fill="none" extrusionOk="0">
                              <a:moveTo>
                                <a:pt x="0" y="7464"/>
                              </a:moveTo>
                              <a:lnTo>
                                <a:pt x="13476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2" name="Google Shape;3640;p61"/>
                        <p:cNvSpPr/>
                        <p:nvPr/>
                      </p:nvSpPr>
                      <p:spPr>
                        <a:xfrm>
                          <a:off x="4953924" y="3465195"/>
                          <a:ext cx="119792" cy="5481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231" h="6969" fill="none" extrusionOk="0">
                              <a:moveTo>
                                <a:pt x="1" y="1"/>
                              </a:moveTo>
                              <a:lnTo>
                                <a:pt x="15231" y="6968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3" name="Google Shape;3641;p61"/>
                        <p:cNvSpPr/>
                        <p:nvPr/>
                      </p:nvSpPr>
                      <p:spPr>
                        <a:xfrm>
                          <a:off x="5073708" y="3521045"/>
                          <a:ext cx="26938" cy="718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5" h="9134" fill="none" extrusionOk="0">
                              <a:moveTo>
                                <a:pt x="1" y="0"/>
                              </a:moveTo>
                              <a:lnTo>
                                <a:pt x="3424" y="913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4" name="Google Shape;3642;p61"/>
                        <p:cNvSpPr/>
                        <p:nvPr/>
                      </p:nvSpPr>
                      <p:spPr>
                        <a:xfrm>
                          <a:off x="5100637" y="3586309"/>
                          <a:ext cx="26741" cy="811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00" h="10320" fill="none" extrusionOk="0">
                              <a:moveTo>
                                <a:pt x="3399" y="10319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5" name="Google Shape;3643;p61"/>
                        <p:cNvSpPr/>
                        <p:nvPr/>
                      </p:nvSpPr>
                      <p:spPr>
                        <a:xfrm>
                          <a:off x="5088549" y="3252840"/>
                          <a:ext cx="693968" cy="52062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8235" h="66195" fill="none" extrusionOk="0">
                              <a:moveTo>
                                <a:pt x="1" y="63509"/>
                              </a:moveTo>
                              <a:lnTo>
                                <a:pt x="1537" y="42400"/>
                              </a:lnTo>
                              <a:lnTo>
                                <a:pt x="10077" y="22210"/>
                              </a:lnTo>
                              <a:cubicBezTo>
                                <a:pt x="10077" y="22210"/>
                                <a:pt x="14202" y="33218"/>
                                <a:pt x="14202" y="32384"/>
                              </a:cubicBezTo>
                              <a:cubicBezTo>
                                <a:pt x="14202" y="31561"/>
                                <a:pt x="26009" y="8976"/>
                                <a:pt x="26009" y="8976"/>
                              </a:cubicBezTo>
                              <a:lnTo>
                                <a:pt x="33618" y="31077"/>
                              </a:lnTo>
                              <a:lnTo>
                                <a:pt x="15025" y="46779"/>
                              </a:lnTo>
                              <a:lnTo>
                                <a:pt x="36037" y="48944"/>
                              </a:lnTo>
                              <a:lnTo>
                                <a:pt x="27557" y="58863"/>
                              </a:lnTo>
                              <a:lnTo>
                                <a:pt x="40803" y="66194"/>
                              </a:lnTo>
                              <a:lnTo>
                                <a:pt x="43586" y="48448"/>
                              </a:lnTo>
                              <a:lnTo>
                                <a:pt x="51122" y="29734"/>
                              </a:lnTo>
                              <a:lnTo>
                                <a:pt x="49670" y="16694"/>
                              </a:lnTo>
                              <a:lnTo>
                                <a:pt x="65263" y="21376"/>
                              </a:lnTo>
                              <a:lnTo>
                                <a:pt x="68819" y="9448"/>
                              </a:lnTo>
                              <a:lnTo>
                                <a:pt x="66098" y="1"/>
                              </a:lnTo>
                              <a:lnTo>
                                <a:pt x="88235" y="200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6" name="Google Shape;3644;p61"/>
                        <p:cNvSpPr/>
                        <p:nvPr/>
                      </p:nvSpPr>
                      <p:spPr>
                        <a:xfrm>
                          <a:off x="5060203" y="3203653"/>
                          <a:ext cx="544588" cy="3163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9242" h="40223" fill="none" extrusionOk="0">
                              <a:moveTo>
                                <a:pt x="69242" y="6255"/>
                              </a:moveTo>
                              <a:lnTo>
                                <a:pt x="53274" y="22948"/>
                              </a:lnTo>
                              <a:lnTo>
                                <a:pt x="45532" y="5432"/>
                              </a:lnTo>
                              <a:lnTo>
                                <a:pt x="29613" y="14747"/>
                              </a:lnTo>
                              <a:lnTo>
                                <a:pt x="28790" y="1"/>
                              </a:lnTo>
                              <a:lnTo>
                                <a:pt x="13500" y="28912"/>
                              </a:lnTo>
                              <a:lnTo>
                                <a:pt x="4306" y="13089"/>
                              </a:lnTo>
                              <a:lnTo>
                                <a:pt x="0" y="25984"/>
                              </a:lnTo>
                              <a:lnTo>
                                <a:pt x="1718" y="4022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7" name="Google Shape;3645;p61"/>
                        <p:cNvSpPr/>
                        <p:nvPr/>
                      </p:nvSpPr>
                      <p:spPr>
                        <a:xfrm>
                          <a:off x="5127371" y="3507533"/>
                          <a:ext cx="124739" cy="26783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860" h="34054" fill="none" extrusionOk="0">
                              <a:moveTo>
                                <a:pt x="9266" y="1"/>
                              </a:moveTo>
                              <a:lnTo>
                                <a:pt x="10101" y="14396"/>
                              </a:lnTo>
                              <a:lnTo>
                                <a:pt x="15859" y="34053"/>
                              </a:lnTo>
                              <a:lnTo>
                                <a:pt x="0" y="19851"/>
                              </a:lnTo>
                              <a:lnTo>
                                <a:pt x="1234" y="3364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8" name="Google Shape;3646;p61"/>
                        <p:cNvSpPr/>
                        <p:nvPr/>
                      </p:nvSpPr>
                      <p:spPr>
                        <a:xfrm>
                          <a:off x="5100637" y="3507533"/>
                          <a:ext cx="99618" cy="7878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6" h="10017" fill="none" extrusionOk="0">
                              <a:moveTo>
                                <a:pt x="0" y="10017"/>
                              </a:moveTo>
                              <a:lnTo>
                                <a:pt x="12665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69" name="Google Shape;3647;p61"/>
                        <p:cNvSpPr/>
                        <p:nvPr/>
                      </p:nvSpPr>
                      <p:spPr>
                        <a:xfrm>
                          <a:off x="5200248" y="3501068"/>
                          <a:ext cx="156514" cy="64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900" h="823" fill="none" extrusionOk="0">
                              <a:moveTo>
                                <a:pt x="0" y="823"/>
                              </a:moveTo>
                              <a:lnTo>
                                <a:pt x="1990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0" name="Google Shape;3648;p61"/>
                        <p:cNvSpPr/>
                        <p:nvPr/>
                      </p:nvSpPr>
                      <p:spPr>
                        <a:xfrm>
                          <a:off x="5127371" y="3507533"/>
                          <a:ext cx="72885" cy="15585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267" h="19816" fill="none" extrusionOk="0">
                              <a:moveTo>
                                <a:pt x="9266" y="1"/>
                              </a:moveTo>
                              <a:lnTo>
                                <a:pt x="0" y="19815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1" name="Google Shape;3649;p61"/>
                        <p:cNvSpPr/>
                        <p:nvPr/>
                      </p:nvSpPr>
                      <p:spPr>
                        <a:xfrm>
                          <a:off x="5352947" y="3384139"/>
                          <a:ext cx="126265" cy="11769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054" h="14964" fill="none" extrusionOk="0">
                              <a:moveTo>
                                <a:pt x="1" y="14964"/>
                              </a:moveTo>
                              <a:lnTo>
                                <a:pt x="16053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2" name="Google Shape;3650;p61"/>
                        <p:cNvSpPr/>
                        <p:nvPr/>
                      </p:nvSpPr>
                      <p:spPr>
                        <a:xfrm>
                          <a:off x="5356753" y="3246375"/>
                          <a:ext cx="61567" cy="2547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828" h="32384" fill="none" extrusionOk="0">
                              <a:moveTo>
                                <a:pt x="1" y="32383"/>
                              </a:moveTo>
                              <a:lnTo>
                                <a:pt x="7827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3" name="Google Shape;3651;p61"/>
                        <p:cNvSpPr/>
                        <p:nvPr/>
                      </p:nvSpPr>
                      <p:spPr>
                        <a:xfrm>
                          <a:off x="5352947" y="3486698"/>
                          <a:ext cx="141483" cy="1057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989" h="1344" fill="none" extrusionOk="0">
                              <a:moveTo>
                                <a:pt x="1" y="1343"/>
                              </a:moveTo>
                              <a:lnTo>
                                <a:pt x="1798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4" name="Google Shape;3652;p61"/>
                        <p:cNvSpPr/>
                        <p:nvPr/>
                      </p:nvSpPr>
                      <p:spPr>
                        <a:xfrm>
                          <a:off x="5353898" y="3501068"/>
                          <a:ext cx="18089" cy="1367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00" h="17384" fill="none" extrusionOk="0">
                              <a:moveTo>
                                <a:pt x="1" y="0"/>
                              </a:moveTo>
                              <a:lnTo>
                                <a:pt x="2299" y="1738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5" name="Google Shape;3653;p61"/>
                        <p:cNvSpPr/>
                        <p:nvPr/>
                      </p:nvSpPr>
                      <p:spPr>
                        <a:xfrm>
                          <a:off x="5206721" y="3620749"/>
                          <a:ext cx="102379" cy="988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017" h="12570" fill="none" extrusionOk="0">
                              <a:moveTo>
                                <a:pt x="0" y="1"/>
                              </a:moveTo>
                              <a:lnTo>
                                <a:pt x="13016" y="125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6" name="Google Shape;3654;p61"/>
                        <p:cNvSpPr/>
                        <p:nvPr/>
                      </p:nvSpPr>
                      <p:spPr>
                        <a:xfrm>
                          <a:off x="5293102" y="3715798"/>
                          <a:ext cx="15997" cy="10123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034" h="12872" fill="none" extrusionOk="0">
                              <a:moveTo>
                                <a:pt x="2033" y="0"/>
                              </a:moveTo>
                              <a:lnTo>
                                <a:pt x="1" y="1287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7" name="Google Shape;3655;p61"/>
                        <p:cNvSpPr/>
                        <p:nvPr/>
                      </p:nvSpPr>
                      <p:spPr>
                        <a:xfrm>
                          <a:off x="5127371" y="3659854"/>
                          <a:ext cx="92862" cy="1345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07" h="17106" fill="none" extrusionOk="0">
                              <a:moveTo>
                                <a:pt x="11807" y="17105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8" name="Google Shape;3656;p61"/>
                        <p:cNvSpPr/>
                        <p:nvPr/>
                      </p:nvSpPr>
                      <p:spPr>
                        <a:xfrm>
                          <a:off x="5479203" y="3327149"/>
                          <a:ext cx="150615" cy="569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150" h="7247" fill="none" extrusionOk="0">
                              <a:moveTo>
                                <a:pt x="19149" y="0"/>
                              </a:moveTo>
                              <a:lnTo>
                                <a:pt x="0" y="7246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79" name="Google Shape;3657;p61"/>
                        <p:cNvSpPr/>
                        <p:nvPr/>
                      </p:nvSpPr>
                      <p:spPr>
                        <a:xfrm>
                          <a:off x="5371980" y="3633790"/>
                          <a:ext cx="59373" cy="400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549" h="509" fill="none" extrusionOk="0">
                              <a:moveTo>
                                <a:pt x="0" y="508"/>
                              </a:moveTo>
                              <a:lnTo>
                                <a:pt x="754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0" name="Google Shape;3658;p61"/>
                        <p:cNvSpPr/>
                        <p:nvPr/>
                      </p:nvSpPr>
                      <p:spPr>
                        <a:xfrm>
                          <a:off x="5352947" y="3497261"/>
                          <a:ext cx="78406" cy="1365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969" h="17360" fill="none" extrusionOk="0">
                              <a:moveTo>
                                <a:pt x="9969" y="17359"/>
                              </a:moveTo>
                              <a:lnTo>
                                <a:pt x="1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1" name="Google Shape;3659;p61"/>
                        <p:cNvSpPr/>
                        <p:nvPr/>
                      </p:nvSpPr>
                      <p:spPr>
                        <a:xfrm>
                          <a:off x="4917296" y="3466721"/>
                          <a:ext cx="40733" cy="12235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9" h="15557" fill="none" extrusionOk="0">
                              <a:moveTo>
                                <a:pt x="1" y="15557"/>
                              </a:moveTo>
                              <a:lnTo>
                                <a:pt x="5178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2" name="Google Shape;3660;p61"/>
                        <p:cNvSpPr/>
                        <p:nvPr/>
                      </p:nvSpPr>
                      <p:spPr>
                        <a:xfrm>
                          <a:off x="5060203" y="3408017"/>
                          <a:ext cx="111416" cy="195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4166" h="2481" fill="none" extrusionOk="0">
                              <a:moveTo>
                                <a:pt x="0" y="0"/>
                              </a:moveTo>
                              <a:lnTo>
                                <a:pt x="14165" y="248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83" name="Google Shape;3661;p61"/>
                        <p:cNvSpPr/>
                        <p:nvPr/>
                      </p:nvSpPr>
                      <p:spPr>
                        <a:xfrm>
                          <a:off x="5127371" y="3620749"/>
                          <a:ext cx="79358" cy="426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090" h="5421" fill="none" extrusionOk="0">
                              <a:moveTo>
                                <a:pt x="0" y="5420"/>
                              </a:moveTo>
                              <a:lnTo>
                                <a:pt x="1008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grpSp>
                      <p:nvGrpSpPr>
                        <p:cNvPr id="584" name="Google Shape;3662;p61"/>
                        <p:cNvGrpSpPr/>
                        <p:nvPr/>
                      </p:nvGrpSpPr>
                      <p:grpSpPr>
                        <a:xfrm>
                          <a:off x="4579164" y="3203653"/>
                          <a:ext cx="1244833" cy="1020397"/>
                          <a:chOff x="4579164" y="3203653"/>
                          <a:chExt cx="1244833" cy="1020397"/>
                        </a:xfrm>
                      </p:grpSpPr>
                      <p:sp>
                        <p:nvSpPr>
                          <p:cNvPr id="586" name="Google Shape;3663;p61"/>
                          <p:cNvSpPr/>
                          <p:nvPr/>
                        </p:nvSpPr>
                        <p:spPr>
                          <a:xfrm>
                            <a:off x="4949551" y="3708185"/>
                            <a:ext cx="37972" cy="381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4828" h="485" fill="none" extrusionOk="0">
                                <a:moveTo>
                                  <a:pt x="0" y="1"/>
                                </a:moveTo>
                                <a:lnTo>
                                  <a:pt x="4827" y="485"/>
                                </a:lnTo>
                              </a:path>
                            </a:pathLst>
                          </a:custGeom>
                          <a:noFill/>
                          <a:ln w="1825" cap="flat" cmpd="sng">
                            <a:solidFill>
                              <a:srgbClr val="A5B7C5"/>
                            </a:solidFill>
                            <a:prstDash val="solid"/>
                            <a:miter lim="12096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grpSp>
                        <p:nvGrpSpPr>
                          <p:cNvPr id="587" name="Google Shape;3664;p61"/>
                          <p:cNvGrpSpPr/>
                          <p:nvPr/>
                        </p:nvGrpSpPr>
                        <p:grpSpPr>
                          <a:xfrm>
                            <a:off x="4579164" y="3203653"/>
                            <a:ext cx="1244833" cy="1020397"/>
                            <a:chOff x="4579164" y="3203653"/>
                            <a:chExt cx="1244833" cy="1020397"/>
                          </a:xfrm>
                        </p:grpSpPr>
                        <p:sp>
                          <p:nvSpPr>
                            <p:cNvPr id="588" name="Google Shape;3665;p61"/>
                            <p:cNvSpPr/>
                            <p:nvPr/>
                          </p:nvSpPr>
                          <p:spPr>
                            <a:xfrm>
                              <a:off x="4953357" y="3586309"/>
                              <a:ext cx="147288" cy="12188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727" h="15497" fill="none" extrusionOk="0">
                                  <a:moveTo>
                                    <a:pt x="18726" y="1"/>
                                  </a:moveTo>
                                  <a:lnTo>
                                    <a:pt x="0" y="1549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89" name="Google Shape;3666;p61"/>
                            <p:cNvSpPr/>
                            <p:nvPr/>
                          </p:nvSpPr>
                          <p:spPr>
                            <a:xfrm>
                              <a:off x="4987515" y="3592876"/>
                              <a:ext cx="113130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384" h="15146" fill="none" extrusionOk="0">
                                  <a:moveTo>
                                    <a:pt x="0" y="15146"/>
                                  </a:moveTo>
                                  <a:lnTo>
                                    <a:pt x="14383" y="0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0" name="Google Shape;3667;p61"/>
                            <p:cNvSpPr/>
                            <p:nvPr/>
                          </p:nvSpPr>
                          <p:spPr>
                            <a:xfrm>
                              <a:off x="4913395" y="3708185"/>
                              <a:ext cx="39970" cy="453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082" h="5771" fill="none" extrusionOk="0">
                                  <a:moveTo>
                                    <a:pt x="1" y="5771"/>
                                  </a:moveTo>
                                  <a:lnTo>
                                    <a:pt x="5081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1" name="Google Shape;3668;p61"/>
                            <p:cNvSpPr/>
                            <p:nvPr/>
                          </p:nvSpPr>
                          <p:spPr>
                            <a:xfrm>
                              <a:off x="4888943" y="3704378"/>
                              <a:ext cx="60616" cy="2608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707" h="3316" fill="none" extrusionOk="0">
                                  <a:moveTo>
                                    <a:pt x="1" y="3315"/>
                                  </a:moveTo>
                                  <a:lnTo>
                                    <a:pt x="7706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2" name="Google Shape;3669;p61"/>
                            <p:cNvSpPr/>
                            <p:nvPr/>
                          </p:nvSpPr>
                          <p:spPr>
                            <a:xfrm>
                              <a:off x="4917296" y="3589069"/>
                              <a:ext cx="32262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102" h="15146" fill="none" extrusionOk="0">
                                  <a:moveTo>
                                    <a:pt x="1" y="1"/>
                                  </a:moveTo>
                                  <a:lnTo>
                                    <a:pt x="4101" y="1514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3" name="Google Shape;3670;p61"/>
                            <p:cNvSpPr/>
                            <p:nvPr/>
                          </p:nvSpPr>
                          <p:spPr>
                            <a:xfrm>
                              <a:off x="4949551" y="3708185"/>
                              <a:ext cx="22840" cy="7288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04" h="9267" fill="none" extrusionOk="0">
                                  <a:moveTo>
                                    <a:pt x="0" y="1"/>
                                  </a:moveTo>
                                  <a:lnTo>
                                    <a:pt x="2904" y="926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4" name="Google Shape;3671;p61"/>
                            <p:cNvSpPr/>
                            <p:nvPr/>
                          </p:nvSpPr>
                          <p:spPr>
                            <a:xfrm>
                              <a:off x="4912066" y="3752237"/>
                              <a:ext cx="60325" cy="288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670" h="3666" fill="none" extrusionOk="0">
                                  <a:moveTo>
                                    <a:pt x="0" y="1"/>
                                  </a:moveTo>
                                  <a:lnTo>
                                    <a:pt x="7670" y="366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grpSp>
                          <p:nvGrpSpPr>
                            <p:cNvPr id="595" name="Google Shape;3672;p61"/>
                            <p:cNvGrpSpPr/>
                            <p:nvPr/>
                          </p:nvGrpSpPr>
                          <p:grpSpPr>
                            <a:xfrm>
                              <a:off x="4579164" y="3203653"/>
                              <a:ext cx="1244833" cy="1020397"/>
                              <a:chOff x="4579164" y="3203653"/>
                              <a:chExt cx="1244833" cy="1020397"/>
                            </a:xfrm>
                          </p:grpSpPr>
                          <p:sp>
                            <p:nvSpPr>
                              <p:cNvPr id="599" name="Google Shape;3673;p61"/>
                              <p:cNvSpPr/>
                              <p:nvPr/>
                            </p:nvSpPr>
                            <p:spPr>
                              <a:xfrm>
                                <a:off x="4590301" y="3738347"/>
                                <a:ext cx="92956" cy="9172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1819" h="11662" fill="none" extrusionOk="0">
                                    <a:moveTo>
                                      <a:pt x="0" y="0"/>
                                    </a:moveTo>
                                    <a:lnTo>
                                      <a:pt x="11819" y="11662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0" name="Google Shape;3674;p61"/>
                              <p:cNvSpPr/>
                              <p:nvPr/>
                            </p:nvSpPr>
                            <p:spPr>
                              <a:xfrm>
                                <a:off x="4683250" y="3652241"/>
                                <a:ext cx="33591" cy="17782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271" h="22610" fill="none" extrusionOk="0">
                                    <a:moveTo>
                                      <a:pt x="1" y="22610"/>
                                    </a:moveTo>
                                    <a:lnTo>
                                      <a:pt x="427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1" name="Google Shape;3675;p61"/>
                              <p:cNvSpPr/>
                              <p:nvPr/>
                            </p:nvSpPr>
                            <p:spPr>
                              <a:xfrm>
                                <a:off x="4716833" y="3652241"/>
                                <a:ext cx="70982" cy="20770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025" h="26409" fill="none" extrusionOk="0">
                                    <a:moveTo>
                                      <a:pt x="1" y="1"/>
                                    </a:moveTo>
                                    <a:lnTo>
                                      <a:pt x="9025" y="26408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2" name="Google Shape;3676;p61"/>
                              <p:cNvSpPr/>
                              <p:nvPr/>
                            </p:nvSpPr>
                            <p:spPr>
                              <a:xfrm>
                                <a:off x="4813117" y="3694578"/>
                                <a:ext cx="44154" cy="13929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5614" h="17711" fill="none" extrusionOk="0">
                                    <a:moveTo>
                                      <a:pt x="5614" y="17711"/>
                                    </a:moveTo>
                                    <a:lnTo>
                                      <a:pt x="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3" name="Google Shape;3677;p61"/>
                              <p:cNvSpPr/>
                              <p:nvPr/>
                            </p:nvSpPr>
                            <p:spPr>
                              <a:xfrm>
                                <a:off x="4787807" y="3694578"/>
                                <a:ext cx="25317" cy="16536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219" h="21026" fill="none" extrusionOk="0">
                                    <a:moveTo>
                                      <a:pt x="3219" y="1"/>
                                    </a:moveTo>
                                    <a:lnTo>
                                      <a:pt x="1" y="21025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4" name="Google Shape;3678;p61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106374" cy="2522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525" h="3207" fill="none" extrusionOk="0">
                                    <a:moveTo>
                                      <a:pt x="1" y="1"/>
                                    </a:moveTo>
                                    <a:lnTo>
                                      <a:pt x="13525" y="3206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5" name="Google Shape;3679;p61"/>
                              <p:cNvSpPr/>
                              <p:nvPr/>
                            </p:nvSpPr>
                            <p:spPr>
                              <a:xfrm>
                                <a:off x="4670980" y="3830061"/>
                                <a:ext cx="12277" cy="7926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561" h="10078" fill="none" extrusionOk="0">
                                    <a:moveTo>
                                      <a:pt x="1561" y="1"/>
                                    </a:moveTo>
                                    <a:lnTo>
                                      <a:pt x="0" y="10077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6" name="Google Shape;3680;p61"/>
                              <p:cNvSpPr/>
                              <p:nvPr/>
                            </p:nvSpPr>
                            <p:spPr>
                              <a:xfrm>
                                <a:off x="4583828" y="3830061"/>
                                <a:ext cx="99429" cy="3454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2642" h="4392" fill="none" extrusionOk="0">
                                    <a:moveTo>
                                      <a:pt x="0" y="4392"/>
                                    </a:moveTo>
                                    <a:lnTo>
                                      <a:pt x="12642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7" name="Google Shape;3681;p61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50336" cy="11798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400" h="15001" fill="none" extrusionOk="0">
                                    <a:moveTo>
                                      <a:pt x="1" y="1"/>
                                    </a:moveTo>
                                    <a:lnTo>
                                      <a:pt x="6400" y="1500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8" name="Google Shape;3682;p61"/>
                              <p:cNvSpPr/>
                              <p:nvPr/>
                            </p:nvSpPr>
                            <p:spPr>
                              <a:xfrm>
                                <a:off x="4733578" y="3855276"/>
                                <a:ext cx="56046" cy="927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126" h="11795" fill="none" extrusionOk="0">
                                    <a:moveTo>
                                      <a:pt x="1" y="11795"/>
                                    </a:moveTo>
                                    <a:lnTo>
                                      <a:pt x="7126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09" name="Google Shape;3683;p61"/>
                              <p:cNvSpPr/>
                              <p:nvPr/>
                            </p:nvSpPr>
                            <p:spPr>
                              <a:xfrm>
                                <a:off x="4888943" y="3730450"/>
                                <a:ext cx="34928" cy="8925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441" h="11348" fill="none" extrusionOk="0">
                                    <a:moveTo>
                                      <a:pt x="4440" y="11347"/>
                                    </a:move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10" name="Google Shape;3684;p61"/>
                              <p:cNvSpPr/>
                              <p:nvPr/>
                            </p:nvSpPr>
                            <p:spPr>
                              <a:xfrm>
                                <a:off x="4590301" y="3667468"/>
                                <a:ext cx="49762" cy="7088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327" h="9013" fill="none" extrusionOk="0">
                                    <a:moveTo>
                                      <a:pt x="0" y="9012"/>
                                    </a:moveTo>
                                    <a:lnTo>
                                      <a:pt x="632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611" name="Google Shape;3685;p61"/>
                              <p:cNvSpPr/>
                              <p:nvPr/>
                            </p:nvSpPr>
                            <p:spPr>
                              <a:xfrm>
                                <a:off x="4640338" y="3648536"/>
                                <a:ext cx="80593" cy="202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0247" h="2577" fill="none" extrusionOk="0">
                                    <a:moveTo>
                                      <a:pt x="1" y="2577"/>
                                    </a:moveTo>
                                    <a:lnTo>
                                      <a:pt x="1024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612" name="Google Shape;3686;p61"/>
                              <p:cNvGrpSpPr/>
                              <p:nvPr/>
                            </p:nvGrpSpPr>
                            <p:grpSpPr>
                              <a:xfrm>
                                <a:off x="4579164" y="3203653"/>
                                <a:ext cx="1244833" cy="1020397"/>
                                <a:chOff x="4579164" y="3203653"/>
                                <a:chExt cx="1244833" cy="1020397"/>
                              </a:xfrm>
                            </p:grpSpPr>
                            <p:sp>
                              <p:nvSpPr>
                                <p:cNvPr id="613" name="Google Shape;3687;p61"/>
                                <p:cNvSpPr/>
                                <p:nvPr/>
                              </p:nvSpPr>
                              <p:spPr>
                                <a:xfrm>
                                  <a:off x="4753083" y="3966015"/>
                                  <a:ext cx="92964" cy="5376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820" h="6836" fill="none" extrusionOk="0">
                                      <a:moveTo>
                                        <a:pt x="1" y="6836"/>
                                      </a:moveTo>
                                      <a:lnTo>
                                        <a:pt x="11819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4" name="Google Shape;3688;p61"/>
                                <p:cNvSpPr/>
                                <p:nvPr/>
                              </p:nvSpPr>
                              <p:spPr>
                                <a:xfrm>
                                  <a:off x="4846040" y="3952794"/>
                                  <a:ext cx="103519" cy="1313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3162" h="1670" fill="none" extrusionOk="0">
                                      <a:moveTo>
                                        <a:pt x="13161" y="0"/>
                                      </a:moveTo>
                                      <a:lnTo>
                                        <a:pt x="0" y="167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5" name="Google Shape;3689;p61"/>
                                <p:cNvSpPr/>
                                <p:nvPr/>
                              </p:nvSpPr>
                              <p:spPr>
                                <a:xfrm>
                                  <a:off x="4846040" y="3962216"/>
                                  <a:ext cx="64800" cy="12806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239" h="16283" fill="none" extrusionOk="0">
                                      <a:moveTo>
                                        <a:pt x="0" y="0"/>
                                      </a:moveTo>
                                      <a:lnTo>
                                        <a:pt x="8238" y="16282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6" name="Google Shape;3690;p61"/>
                                <p:cNvSpPr/>
                                <p:nvPr/>
                              </p:nvSpPr>
                              <p:spPr>
                                <a:xfrm>
                                  <a:off x="4842233" y="3962216"/>
                                  <a:ext cx="3815" cy="16478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85" h="20952" fill="none" extrusionOk="0">
                                      <a:moveTo>
                                        <a:pt x="0" y="20952"/>
                                      </a:moveTo>
                                      <a:lnTo>
                                        <a:pt x="484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7" name="Google Shape;3691;p61"/>
                                <p:cNvSpPr/>
                                <p:nvPr/>
                              </p:nvSpPr>
                              <p:spPr>
                                <a:xfrm>
                                  <a:off x="4842233" y="4123189"/>
                                  <a:ext cx="37587" cy="5300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779" h="6739" fill="none" extrusionOk="0">
                                      <a:moveTo>
                                        <a:pt x="4779" y="6739"/>
                                      </a:moveTo>
                                      <a:lnTo>
                                        <a:pt x="0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8" name="Google Shape;3692;p61"/>
                                <p:cNvSpPr/>
                                <p:nvPr/>
                              </p:nvSpPr>
                              <p:spPr>
                                <a:xfrm>
                                  <a:off x="4770779" y="4118525"/>
                                  <a:ext cx="71461" cy="467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9086" h="594" fill="none" extrusionOk="0">
                                      <a:moveTo>
                                        <a:pt x="9085" y="594"/>
                                      </a:moveTo>
                                      <a:lnTo>
                                        <a:pt x="1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619" name="Google Shape;3693;p61"/>
                                <p:cNvSpPr/>
                                <p:nvPr/>
                              </p:nvSpPr>
                              <p:spPr>
                                <a:xfrm>
                                  <a:off x="4842233" y="4090274"/>
                                  <a:ext cx="68606" cy="3292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723" h="4186" fill="none" extrusionOk="0">
                                      <a:moveTo>
                                        <a:pt x="0" y="4186"/>
                                      </a:moveTo>
                                      <a:lnTo>
                                        <a:pt x="8722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grpSp>
                              <p:nvGrpSpPr>
                                <p:cNvPr id="620" name="Google Shape;3694;p61"/>
                                <p:cNvGrpSpPr/>
                                <p:nvPr/>
                              </p:nvGrpSpPr>
                              <p:grpSpPr>
                                <a:xfrm>
                                  <a:off x="4579164" y="3203653"/>
                                  <a:ext cx="1244833" cy="1020397"/>
                                  <a:chOff x="4579164" y="3203653"/>
                                  <a:chExt cx="1244833" cy="1020397"/>
                                </a:xfrm>
                              </p:grpSpPr>
                              <p:sp>
                                <p:nvSpPr>
                                  <p:cNvPr id="621" name="Google Shape;3695;p61"/>
                                  <p:cNvSpPr/>
                                  <p:nvPr/>
                                </p:nvSpPr>
                                <p:spPr>
                                  <a:xfrm>
                                    <a:off x="4788476" y="3855276"/>
                                    <a:ext cx="57572" cy="11074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7320" h="14081" fill="none" extrusionOk="0">
                                        <a:moveTo>
                                          <a:pt x="7319" y="14081"/>
                                        </a:moveTo>
                                        <a:lnTo>
                                          <a:pt x="1" y="0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2" name="Google Shape;3696;p61"/>
                                  <p:cNvSpPr/>
                                  <p:nvPr/>
                                </p:nvSpPr>
                                <p:spPr>
                                  <a:xfrm>
                                    <a:off x="4846040" y="3833867"/>
                                    <a:ext cx="11231" cy="132156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428" h="16803" fill="none" extrusionOk="0">
                                        <a:moveTo>
                                          <a:pt x="0" y="16803"/>
                                        </a:moveTo>
                                        <a:lnTo>
                                          <a:pt x="1428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3" name="Google Shape;3697;p61"/>
                                  <p:cNvSpPr/>
                                  <p:nvPr/>
                                </p:nvSpPr>
                                <p:spPr>
                                  <a:xfrm>
                                    <a:off x="4761554" y="3854796"/>
                                    <a:ext cx="26261" cy="164984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339" h="20977" fill="none" extrusionOk="0">
                                        <a:moveTo>
                                          <a:pt x="0" y="20977"/>
                                        </a:moveTo>
                                        <a:lnTo>
                                          <a:pt x="3339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4" name="Google Shape;3698;p61"/>
                                  <p:cNvSpPr/>
                                  <p:nvPr/>
                                </p:nvSpPr>
                                <p:spPr>
                                  <a:xfrm>
                                    <a:off x="4846991" y="3818263"/>
                                    <a:ext cx="74025" cy="146242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9412" h="18594" fill="none" extrusionOk="0">
                                        <a:moveTo>
                                          <a:pt x="0" y="18593"/>
                                        </a:moveTo>
                                        <a:lnTo>
                                          <a:pt x="9411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625" name="Google Shape;3699;p61"/>
                                  <p:cNvSpPr/>
                                  <p:nvPr/>
                                </p:nvSpPr>
                                <p:spPr>
                                  <a:xfrm>
                                    <a:off x="4927191" y="3823305"/>
                                    <a:ext cx="22368" cy="12949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844" h="16465" fill="none" extrusionOk="0">
                                        <a:moveTo>
                                          <a:pt x="1" y="1"/>
                                        </a:moveTo>
                                        <a:lnTo>
                                          <a:pt x="2843" y="16464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grpSp>
                                <p:nvGrpSpPr>
                                  <p:cNvPr id="626" name="Google Shape;3700;p61"/>
                                  <p:cNvGrpSpPr/>
                                  <p:nvPr/>
                                </p:nvGrpSpPr>
                                <p:grpSpPr>
                                  <a:xfrm>
                                    <a:off x="4579164" y="3203653"/>
                                    <a:ext cx="1244833" cy="1020397"/>
                                    <a:chOff x="4579164" y="3203653"/>
                                    <a:chExt cx="1244833" cy="1020397"/>
                                  </a:xfrm>
                                </p:grpSpPr>
                                <p:sp>
                                  <p:nvSpPr>
                                    <p:cNvPr id="627" name="Google Shape;3701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579164" y="3652241"/>
                                      <a:ext cx="422626" cy="571809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53735" h="72703" fill="none" extrusionOk="0">
                                          <a:moveTo>
                                            <a:pt x="27593" y="71880"/>
                                          </a:moveTo>
                                          <a:lnTo>
                                            <a:pt x="23771" y="58694"/>
                                          </a:lnTo>
                                          <a:lnTo>
                                            <a:pt x="22936" y="46731"/>
                                          </a:lnTo>
                                          <a:lnTo>
                                            <a:pt x="19972" y="37380"/>
                                          </a:lnTo>
                                          <a:lnTo>
                                            <a:pt x="11674" y="32686"/>
                                          </a:lnTo>
                                          <a:lnTo>
                                            <a:pt x="1" y="27001"/>
                                          </a:lnTo>
                                          <a:lnTo>
                                            <a:pt x="1392" y="10610"/>
                                          </a:lnTo>
                                          <a:lnTo>
                                            <a:pt x="17517" y="1"/>
                                          </a:lnTo>
                                          <a:lnTo>
                                            <a:pt x="29747" y="5384"/>
                                          </a:lnTo>
                                          <a:lnTo>
                                            <a:pt x="43827" y="21291"/>
                                          </a:lnTo>
                                          <a:lnTo>
                                            <a:pt x="49343" y="27122"/>
                                          </a:lnTo>
                                          <a:lnTo>
                                            <a:pt x="53735" y="25815"/>
                                          </a:lnTo>
                                          <a:lnTo>
                                            <a:pt x="50347" y="35940"/>
                                          </a:lnTo>
                                          <a:lnTo>
                                            <a:pt x="47093" y="38214"/>
                                          </a:lnTo>
                                          <a:lnTo>
                                            <a:pt x="44069" y="44275"/>
                                          </a:lnTo>
                                          <a:lnTo>
                                            <a:pt x="45073" y="51944"/>
                                          </a:lnTo>
                                          <a:lnTo>
                                            <a:pt x="42170" y="55694"/>
                                          </a:lnTo>
                                          <a:lnTo>
                                            <a:pt x="38227" y="66025"/>
                                          </a:lnTo>
                                          <a:lnTo>
                                            <a:pt x="27593" y="7270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628" name="Google Shape;3702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617986" y="3203653"/>
                                      <a:ext cx="1206011" cy="684357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153339" h="87013" fill="none" extrusionOk="0">
                                          <a:moveTo>
                                            <a:pt x="24811" y="62214"/>
                                          </a:moveTo>
                                          <a:lnTo>
                                            <a:pt x="34452" y="66980"/>
                                          </a:lnTo>
                                          <a:lnTo>
                                            <a:pt x="37549" y="69920"/>
                                          </a:lnTo>
                                          <a:lnTo>
                                            <a:pt x="41274" y="77698"/>
                                          </a:lnTo>
                                          <a:lnTo>
                                            <a:pt x="46270" y="79222"/>
                                          </a:lnTo>
                                          <a:lnTo>
                                            <a:pt x="55899" y="72775"/>
                                          </a:lnTo>
                                          <a:lnTo>
                                            <a:pt x="52645" y="69085"/>
                                          </a:lnTo>
                                          <a:lnTo>
                                            <a:pt x="48291" y="70234"/>
                                          </a:lnTo>
                                          <a:lnTo>
                                            <a:pt x="46585" y="64634"/>
                                          </a:lnTo>
                                          <a:lnTo>
                                            <a:pt x="48774" y="66097"/>
                                          </a:lnTo>
                                          <a:lnTo>
                                            <a:pt x="59698" y="70234"/>
                                          </a:lnTo>
                                          <a:lnTo>
                                            <a:pt x="65988" y="72279"/>
                                          </a:lnTo>
                                          <a:lnTo>
                                            <a:pt x="66315" y="75944"/>
                                          </a:lnTo>
                                          <a:lnTo>
                                            <a:pt x="70960" y="87013"/>
                                          </a:lnTo>
                                          <a:lnTo>
                                            <a:pt x="76573" y="75944"/>
                                          </a:lnTo>
                                          <a:lnTo>
                                            <a:pt x="80831" y="72932"/>
                                          </a:lnTo>
                                          <a:lnTo>
                                            <a:pt x="86069" y="78146"/>
                                          </a:lnTo>
                                          <a:lnTo>
                                            <a:pt x="88355" y="83928"/>
                                          </a:lnTo>
                                          <a:lnTo>
                                            <a:pt x="94633" y="84037"/>
                                          </a:lnTo>
                                          <a:lnTo>
                                            <a:pt x="94270" y="74299"/>
                                          </a:lnTo>
                                          <a:lnTo>
                                            <a:pt x="100936" y="72690"/>
                                          </a:lnTo>
                                          <a:lnTo>
                                            <a:pt x="106682" y="64307"/>
                                          </a:lnTo>
                                          <a:lnTo>
                                            <a:pt x="106319" y="56553"/>
                                          </a:lnTo>
                                          <a:lnTo>
                                            <a:pt x="103416" y="54690"/>
                                          </a:lnTo>
                                          <a:lnTo>
                                            <a:pt x="106827" y="53105"/>
                                          </a:lnTo>
                                          <a:lnTo>
                                            <a:pt x="120194" y="45339"/>
                                          </a:lnTo>
                                          <a:lnTo>
                                            <a:pt x="122528" y="36859"/>
                                          </a:lnTo>
                                          <a:lnTo>
                                            <a:pt x="118851" y="35493"/>
                                          </a:lnTo>
                                          <a:lnTo>
                                            <a:pt x="125093" y="28464"/>
                                          </a:lnTo>
                                          <a:lnTo>
                                            <a:pt x="148536" y="25972"/>
                                          </a:lnTo>
                                          <a:lnTo>
                                            <a:pt x="153339" y="12255"/>
                                          </a:lnTo>
                                          <a:lnTo>
                                            <a:pt x="125468" y="6255"/>
                                          </a:lnTo>
                                          <a:lnTo>
                                            <a:pt x="101758" y="5432"/>
                                          </a:lnTo>
                                          <a:lnTo>
                                            <a:pt x="85016" y="1"/>
                                          </a:lnTo>
                                          <a:lnTo>
                                            <a:pt x="60532" y="12255"/>
                                          </a:lnTo>
                                          <a:lnTo>
                                            <a:pt x="39714" y="20214"/>
                                          </a:lnTo>
                                          <a:lnTo>
                                            <a:pt x="35444" y="13089"/>
                                          </a:lnTo>
                                          <a:lnTo>
                                            <a:pt x="22186" y="13464"/>
                                          </a:lnTo>
                                          <a:lnTo>
                                            <a:pt x="15291" y="21351"/>
                                          </a:lnTo>
                                          <a:lnTo>
                                            <a:pt x="11831" y="27484"/>
                                          </a:lnTo>
                                          <a:lnTo>
                                            <a:pt x="21581" y="26614"/>
                                          </a:lnTo>
                                          <a:lnTo>
                                            <a:pt x="24532" y="19561"/>
                                          </a:lnTo>
                                          <a:lnTo>
                                            <a:pt x="29480" y="22694"/>
                                          </a:lnTo>
                                          <a:lnTo>
                                            <a:pt x="24811" y="32964"/>
                                          </a:lnTo>
                                          <a:lnTo>
                                            <a:pt x="20262" y="35541"/>
                                          </a:lnTo>
                                          <a:lnTo>
                                            <a:pt x="15569" y="31368"/>
                                          </a:lnTo>
                                          <a:lnTo>
                                            <a:pt x="15061" y="35650"/>
                                          </a:lnTo>
                                          <a:lnTo>
                                            <a:pt x="11057" y="37924"/>
                                          </a:lnTo>
                                          <a:lnTo>
                                            <a:pt x="6024" y="43089"/>
                                          </a:lnTo>
                                          <a:lnTo>
                                            <a:pt x="6387" y="49210"/>
                                          </a:lnTo>
                                          <a:lnTo>
                                            <a:pt x="992" y="49210"/>
                                          </a:lnTo>
                                          <a:lnTo>
                                            <a:pt x="0" y="52198"/>
                                          </a:lnTo>
                                          <a:lnTo>
                                            <a:pt x="835" y="57037"/>
                                          </a:lnTo>
                                          <a:lnTo>
                                            <a:pt x="6726" y="55198"/>
                                          </a:lnTo>
                                          <a:lnTo>
                                            <a:pt x="10924" y="50069"/>
                                          </a:lnTo>
                                          <a:lnTo>
                                            <a:pt x="16367" y="50686"/>
                                          </a:lnTo>
                                          <a:lnTo>
                                            <a:pt x="18049" y="46670"/>
                                          </a:lnTo>
                                          <a:lnTo>
                                            <a:pt x="23093" y="54363"/>
                                          </a:lnTo>
                                          <a:lnTo>
                                            <a:pt x="26528" y="56105"/>
                                          </a:lnTo>
                                          <a:lnTo>
                                            <a:pt x="26734" y="52210"/>
                                          </a:lnTo>
                                          <a:lnTo>
                                            <a:pt x="33835" y="47069"/>
                                          </a:lnTo>
                                          <a:lnTo>
                                            <a:pt x="38069" y="49488"/>
                                          </a:lnTo>
                                          <a:lnTo>
                                            <a:pt x="36278" y="53045"/>
                                          </a:lnTo>
                                          <a:lnTo>
                                            <a:pt x="28343" y="55392"/>
                                          </a:lnTo>
                                          <a:cubicBezTo>
                                            <a:pt x="28343" y="55392"/>
                                            <a:pt x="31041" y="58888"/>
                                            <a:pt x="31319" y="58984"/>
                                          </a:cubicBezTo>
                                          <a:cubicBezTo>
                                            <a:pt x="31597" y="59069"/>
                                            <a:pt x="36278" y="58150"/>
                                            <a:pt x="36278" y="58150"/>
                                          </a:cubicBezTo>
                                          <a:lnTo>
                                            <a:pt x="35456" y="61948"/>
                                          </a:lnTo>
                                          <a:lnTo>
                                            <a:pt x="30920" y="63255"/>
                                          </a:lnTo>
                                          <a:lnTo>
                                            <a:pt x="24823" y="6214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629" name="Google Shape;3703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06356" y="3466721"/>
                                      <a:ext cx="194289" cy="358880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24703" h="45630" fill="none" extrusionOk="0">
                                          <a:moveTo>
                                            <a:pt x="8396" y="39968"/>
                                          </a:moveTo>
                                          <a:lnTo>
                                            <a:pt x="9835" y="45629"/>
                                          </a:lnTo>
                                          <a:lnTo>
                                            <a:pt x="11626" y="36786"/>
                                          </a:lnTo>
                                          <a:lnTo>
                                            <a:pt x="5492" y="30218"/>
                                          </a:lnTo>
                                          <a:lnTo>
                                            <a:pt x="1" y="25016"/>
                                          </a:lnTo>
                                          <a:lnTo>
                                            <a:pt x="1392" y="16040"/>
                                          </a:lnTo>
                                          <a:lnTo>
                                            <a:pt x="24702" y="15206"/>
                                          </a:lnTo>
                                          <a:lnTo>
                                            <a:pt x="6472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630" name="Google Shape;3704;p6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72383" y="3756043"/>
                                      <a:ext cx="25412" cy="25026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3231" h="3182" fill="none" extrusionOk="0">
                                          <a:moveTo>
                                            <a:pt x="1" y="3182"/>
                                          </a:moveTo>
                                          <a:lnTo>
                                            <a:pt x="3231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</p:grpSp>
                            </p:grpSp>
                          </p:grpSp>
                        </p:grpSp>
                        <p:sp>
                          <p:nvSpPr>
                            <p:cNvPr id="596" name="Google Shape;3705;p61"/>
                            <p:cNvSpPr/>
                            <p:nvPr/>
                          </p:nvSpPr>
                          <p:spPr>
                            <a:xfrm>
                              <a:off x="4890375" y="3688019"/>
                              <a:ext cx="5144" cy="4376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54" h="5565" fill="none" extrusionOk="0">
                                  <a:moveTo>
                                    <a:pt x="653" y="0"/>
                                  </a:moveTo>
                                  <a:lnTo>
                                    <a:pt x="0" y="5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7" name="Google Shape;3706;p61"/>
                            <p:cNvSpPr/>
                            <p:nvPr/>
                          </p:nvSpPr>
                          <p:spPr>
                            <a:xfrm>
                              <a:off x="4899317" y="3688019"/>
                              <a:ext cx="54048" cy="2017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872" h="2565" fill="none" extrusionOk="0">
                                  <a:moveTo>
                                    <a:pt x="0" y="0"/>
                                  </a:moveTo>
                                  <a:lnTo>
                                    <a:pt x="6871" y="2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598" name="Google Shape;3707;p61"/>
                            <p:cNvSpPr/>
                            <p:nvPr/>
                          </p:nvSpPr>
                          <p:spPr>
                            <a:xfrm>
                              <a:off x="4862690" y="3700571"/>
                              <a:ext cx="27693" cy="3121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21" h="3969" fill="none" extrusionOk="0">
                                  <a:moveTo>
                                    <a:pt x="0" y="1"/>
                                  </a:moveTo>
                                  <a:lnTo>
                                    <a:pt x="3520" y="3969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</p:grpSp>
                    </p:grpSp>
                    <p:sp>
                      <p:nvSpPr>
                        <p:cNvPr id="585" name="Google Shape;3708;p61"/>
                        <p:cNvSpPr/>
                        <p:nvPr/>
                      </p:nvSpPr>
                      <p:spPr>
                        <a:xfrm>
                          <a:off x="4953924" y="3297081"/>
                          <a:ext cx="146053" cy="16812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8570" h="21376" fill="none" extrusionOk="0">
                              <a:moveTo>
                                <a:pt x="1" y="21376"/>
                              </a:moveTo>
                              <a:lnTo>
                                <a:pt x="1856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11" name="Google Shape;3709;p61"/>
              <p:cNvGrpSpPr/>
              <p:nvPr/>
            </p:nvGrpSpPr>
            <p:grpSpPr>
              <a:xfrm>
                <a:off x="4595437" y="3598775"/>
                <a:ext cx="37776" cy="32451"/>
                <a:chOff x="4595437" y="3598775"/>
                <a:chExt cx="37776" cy="32451"/>
              </a:xfrm>
            </p:grpSpPr>
            <p:sp>
              <p:nvSpPr>
                <p:cNvPr id="528" name="Google Shape;3710;p61"/>
                <p:cNvSpPr/>
                <p:nvPr/>
              </p:nvSpPr>
              <p:spPr>
                <a:xfrm>
                  <a:off x="4595437" y="3598775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00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3711;p61"/>
                <p:cNvSpPr/>
                <p:nvPr/>
              </p:nvSpPr>
              <p:spPr>
                <a:xfrm>
                  <a:off x="4610561" y="360848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35"/>
                      </a:cubicBezTo>
                      <a:cubicBezTo>
                        <a:pt x="1658" y="375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2" name="Google Shape;3712;p61"/>
              <p:cNvGrpSpPr/>
              <p:nvPr/>
            </p:nvGrpSpPr>
            <p:grpSpPr>
              <a:xfrm>
                <a:off x="4641864" y="3524443"/>
                <a:ext cx="37776" cy="32380"/>
                <a:chOff x="4641864" y="3524443"/>
                <a:chExt cx="37776" cy="32380"/>
              </a:xfrm>
            </p:grpSpPr>
            <p:sp>
              <p:nvSpPr>
                <p:cNvPr id="526" name="Google Shape;3713;p61"/>
                <p:cNvSpPr/>
                <p:nvPr/>
              </p:nvSpPr>
              <p:spPr>
                <a:xfrm>
                  <a:off x="4641864" y="3524443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0" y="1903"/>
                        <a:pt x="908" y="4117"/>
                        <a:pt x="2746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3714;p61"/>
                <p:cNvSpPr/>
                <p:nvPr/>
              </p:nvSpPr>
              <p:spPr>
                <a:xfrm>
                  <a:off x="4656988" y="3534077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3715;p61"/>
              <p:cNvGrpSpPr/>
              <p:nvPr/>
            </p:nvGrpSpPr>
            <p:grpSpPr>
              <a:xfrm>
                <a:off x="4648431" y="3893901"/>
                <a:ext cx="37776" cy="32357"/>
                <a:chOff x="4648431" y="3893901"/>
                <a:chExt cx="37776" cy="32357"/>
              </a:xfrm>
            </p:grpSpPr>
            <p:sp>
              <p:nvSpPr>
                <p:cNvPr id="524" name="Google Shape;3716;p61"/>
                <p:cNvSpPr/>
                <p:nvPr/>
              </p:nvSpPr>
              <p:spPr>
                <a:xfrm>
                  <a:off x="4648431" y="389390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3"/>
                        <a:pt x="2746" y="4113"/>
                      </a:cubicBezTo>
                      <a:cubicBezTo>
                        <a:pt x="3883" y="4113"/>
                        <a:pt x="4803" y="3194"/>
                        <a:pt x="4803" y="2057"/>
                      </a:cubicBezTo>
                      <a:cubicBezTo>
                        <a:pt x="4803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3717;p61"/>
                <p:cNvSpPr/>
                <p:nvPr/>
              </p:nvSpPr>
              <p:spPr>
                <a:xfrm>
                  <a:off x="4663556" y="390360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4" name="Google Shape;3718;p61"/>
              <p:cNvGrpSpPr/>
              <p:nvPr/>
            </p:nvGrpSpPr>
            <p:grpSpPr>
              <a:xfrm>
                <a:off x="4567752" y="3722908"/>
                <a:ext cx="37870" cy="32380"/>
                <a:chOff x="4567752" y="3722908"/>
                <a:chExt cx="37870" cy="32380"/>
              </a:xfrm>
            </p:grpSpPr>
            <p:sp>
              <p:nvSpPr>
                <p:cNvPr id="522" name="Google Shape;3719;p61"/>
                <p:cNvSpPr/>
                <p:nvPr/>
              </p:nvSpPr>
              <p:spPr>
                <a:xfrm>
                  <a:off x="4567752" y="3722908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1"/>
                      </a:moveTo>
                      <a:cubicBezTo>
                        <a:pt x="2243" y="1"/>
                        <a:pt x="1726" y="189"/>
                        <a:pt x="1307" y="609"/>
                      </a:cubicBezTo>
                      <a:cubicBezTo>
                        <a:pt x="0" y="1903"/>
                        <a:pt x="919" y="4117"/>
                        <a:pt x="2758" y="4117"/>
                      </a:cubicBezTo>
                      <a:cubicBezTo>
                        <a:pt x="3895" y="4117"/>
                        <a:pt x="4815" y="3197"/>
                        <a:pt x="4815" y="2060"/>
                      </a:cubicBezTo>
                      <a:cubicBezTo>
                        <a:pt x="4815" y="818"/>
                        <a:pt x="3804" y="1"/>
                        <a:pt x="274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3720;p61"/>
                <p:cNvSpPr/>
                <p:nvPr/>
              </p:nvSpPr>
              <p:spPr>
                <a:xfrm>
                  <a:off x="4580690" y="373254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5" name="Google Shape;3721;p61"/>
              <p:cNvGrpSpPr/>
              <p:nvPr/>
            </p:nvGrpSpPr>
            <p:grpSpPr>
              <a:xfrm>
                <a:off x="4617506" y="3652052"/>
                <a:ext cx="37783" cy="32357"/>
                <a:chOff x="4617506" y="3652052"/>
                <a:chExt cx="37783" cy="32357"/>
              </a:xfrm>
            </p:grpSpPr>
            <p:sp>
              <p:nvSpPr>
                <p:cNvPr id="520" name="Google Shape;3722;p61"/>
                <p:cNvSpPr/>
                <p:nvPr/>
              </p:nvSpPr>
              <p:spPr>
                <a:xfrm>
                  <a:off x="4617506" y="3652052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3723;p61"/>
                <p:cNvSpPr/>
                <p:nvPr/>
              </p:nvSpPr>
              <p:spPr>
                <a:xfrm>
                  <a:off x="4632638" y="366175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3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3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6" name="Google Shape;3724;p61"/>
              <p:cNvGrpSpPr/>
              <p:nvPr/>
            </p:nvGrpSpPr>
            <p:grpSpPr>
              <a:xfrm>
                <a:off x="4739005" y="3554149"/>
                <a:ext cx="37870" cy="32357"/>
                <a:chOff x="4739005" y="3554149"/>
                <a:chExt cx="37870" cy="32357"/>
              </a:xfrm>
            </p:grpSpPr>
            <p:sp>
              <p:nvSpPr>
                <p:cNvPr id="518" name="Google Shape;3725;p61"/>
                <p:cNvSpPr/>
                <p:nvPr/>
              </p:nvSpPr>
              <p:spPr>
                <a:xfrm>
                  <a:off x="4739005" y="3554149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4" y="1"/>
                      </a:moveTo>
                      <a:cubicBezTo>
                        <a:pt x="2239" y="1"/>
                        <a:pt x="1725" y="188"/>
                        <a:pt x="1307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15" y="3195"/>
                        <a:pt x="4815" y="2058"/>
                      </a:cubicBezTo>
                      <a:cubicBezTo>
                        <a:pt x="4815" y="821"/>
                        <a:pt x="3801" y="1"/>
                        <a:pt x="274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3726;p61"/>
                <p:cNvSpPr/>
                <p:nvPr/>
              </p:nvSpPr>
              <p:spPr>
                <a:xfrm>
                  <a:off x="4751943" y="3563854"/>
                  <a:ext cx="15227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9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1" y="1416"/>
                      </a:cubicBezTo>
                      <a:cubicBezTo>
                        <a:pt x="692" y="1583"/>
                        <a:pt x="899" y="1658"/>
                        <a:pt x="1101" y="1658"/>
                      </a:cubicBezTo>
                      <a:cubicBezTo>
                        <a:pt x="1529" y="1658"/>
                        <a:pt x="1936" y="1324"/>
                        <a:pt x="1936" y="824"/>
                      </a:cubicBezTo>
                      <a:cubicBezTo>
                        <a:pt x="1936" y="364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7" name="Google Shape;3727;p61"/>
              <p:cNvGrpSpPr/>
              <p:nvPr/>
            </p:nvGrpSpPr>
            <p:grpSpPr>
              <a:xfrm>
                <a:off x="4806557" y="3630258"/>
                <a:ext cx="37776" cy="32364"/>
                <a:chOff x="4806557" y="3630258"/>
                <a:chExt cx="37776" cy="32364"/>
              </a:xfrm>
            </p:grpSpPr>
            <p:sp>
              <p:nvSpPr>
                <p:cNvPr id="516" name="Google Shape;3728;p61"/>
                <p:cNvSpPr/>
                <p:nvPr/>
              </p:nvSpPr>
              <p:spPr>
                <a:xfrm>
                  <a:off x="4806557" y="3630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4" y="606"/>
                      </a:cubicBezTo>
                      <a:cubicBezTo>
                        <a:pt x="0" y="1901"/>
                        <a:pt x="907" y="4114"/>
                        <a:pt x="2746" y="4114"/>
                      </a:cubicBezTo>
                      <a:cubicBezTo>
                        <a:pt x="3883" y="4114"/>
                        <a:pt x="4802" y="3195"/>
                        <a:pt x="4802" y="2058"/>
                      </a:cubicBezTo>
                      <a:cubicBezTo>
                        <a:pt x="4802" y="822"/>
                        <a:pt x="3788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3729;p61"/>
                <p:cNvSpPr/>
                <p:nvPr/>
              </p:nvSpPr>
              <p:spPr>
                <a:xfrm>
                  <a:off x="4819495" y="3639972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13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7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8" name="Google Shape;3730;p61"/>
              <p:cNvGrpSpPr/>
              <p:nvPr/>
            </p:nvGrpSpPr>
            <p:grpSpPr>
              <a:xfrm>
                <a:off x="4737007" y="4004357"/>
                <a:ext cx="37870" cy="32357"/>
                <a:chOff x="4737007" y="4004357"/>
                <a:chExt cx="37870" cy="32357"/>
              </a:xfrm>
            </p:grpSpPr>
            <p:sp>
              <p:nvSpPr>
                <p:cNvPr id="514" name="Google Shape;3731;p61"/>
                <p:cNvSpPr/>
                <p:nvPr/>
              </p:nvSpPr>
              <p:spPr>
                <a:xfrm>
                  <a:off x="4737007" y="4004357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0" y="0"/>
                      </a:moveTo>
                      <a:cubicBezTo>
                        <a:pt x="2234" y="0"/>
                        <a:pt x="1717" y="187"/>
                        <a:pt x="1295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03" y="3194"/>
                        <a:pt x="4815" y="2057"/>
                      </a:cubicBezTo>
                      <a:cubicBezTo>
                        <a:pt x="4815" y="821"/>
                        <a:pt x="3801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3732;p61"/>
                <p:cNvSpPr/>
                <p:nvPr/>
              </p:nvSpPr>
              <p:spPr>
                <a:xfrm>
                  <a:off x="4752131" y="4014062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4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9" name="Google Shape;3733;p61"/>
              <p:cNvGrpSpPr/>
              <p:nvPr/>
            </p:nvGrpSpPr>
            <p:grpSpPr>
              <a:xfrm>
                <a:off x="4773634" y="4208627"/>
                <a:ext cx="37776" cy="32357"/>
                <a:chOff x="4773634" y="4208627"/>
                <a:chExt cx="37776" cy="32357"/>
              </a:xfrm>
            </p:grpSpPr>
            <p:sp>
              <p:nvSpPr>
                <p:cNvPr id="512" name="Google Shape;3734;p61"/>
                <p:cNvSpPr/>
                <p:nvPr/>
              </p:nvSpPr>
              <p:spPr>
                <a:xfrm>
                  <a:off x="4773634" y="420862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3735;p61"/>
                <p:cNvSpPr/>
                <p:nvPr/>
              </p:nvSpPr>
              <p:spPr>
                <a:xfrm>
                  <a:off x="4788664" y="421833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0" name="Google Shape;3736;p61"/>
              <p:cNvGrpSpPr/>
              <p:nvPr/>
            </p:nvGrpSpPr>
            <p:grpSpPr>
              <a:xfrm>
                <a:off x="4888282" y="4074764"/>
                <a:ext cx="37776" cy="32451"/>
                <a:chOff x="4888282" y="4074764"/>
                <a:chExt cx="37776" cy="32451"/>
              </a:xfrm>
            </p:grpSpPr>
            <p:sp>
              <p:nvSpPr>
                <p:cNvPr id="510" name="Google Shape;3737;p61"/>
                <p:cNvSpPr/>
                <p:nvPr/>
              </p:nvSpPr>
              <p:spPr>
                <a:xfrm>
                  <a:off x="4888282" y="4074764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912"/>
                        <a:pt x="919" y="4125"/>
                        <a:pt x="2746" y="4125"/>
                      </a:cubicBezTo>
                      <a:cubicBezTo>
                        <a:pt x="3883" y="4125"/>
                        <a:pt x="4803" y="3206"/>
                        <a:pt x="4803" y="2069"/>
                      </a:cubicBezTo>
                      <a:cubicBezTo>
                        <a:pt x="4803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3738;p61"/>
                <p:cNvSpPr/>
                <p:nvPr/>
              </p:nvSpPr>
              <p:spPr>
                <a:xfrm>
                  <a:off x="4901220" y="4084470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1" name="Google Shape;3739;p61"/>
              <p:cNvGrpSpPr/>
              <p:nvPr/>
            </p:nvGrpSpPr>
            <p:grpSpPr>
              <a:xfrm>
                <a:off x="4901315" y="3804271"/>
                <a:ext cx="37776" cy="32364"/>
                <a:chOff x="4901315" y="3804271"/>
                <a:chExt cx="37776" cy="32364"/>
              </a:xfrm>
            </p:grpSpPr>
            <p:sp>
              <p:nvSpPr>
                <p:cNvPr id="508" name="Google Shape;3740;p61"/>
                <p:cNvSpPr/>
                <p:nvPr/>
              </p:nvSpPr>
              <p:spPr>
                <a:xfrm>
                  <a:off x="4901315" y="3804271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3741;p61"/>
                <p:cNvSpPr/>
                <p:nvPr/>
              </p:nvSpPr>
              <p:spPr>
                <a:xfrm>
                  <a:off x="4914253" y="3813985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2" name="Google Shape;3742;p61"/>
              <p:cNvGrpSpPr/>
              <p:nvPr/>
            </p:nvGrpSpPr>
            <p:grpSpPr>
              <a:xfrm>
                <a:off x="4866394" y="3715035"/>
                <a:ext cx="37846" cy="32357"/>
                <a:chOff x="4866394" y="3715035"/>
                <a:chExt cx="37846" cy="32357"/>
              </a:xfrm>
            </p:grpSpPr>
            <p:sp>
              <p:nvSpPr>
                <p:cNvPr id="506" name="Google Shape;3743;p61"/>
                <p:cNvSpPr/>
                <p:nvPr/>
              </p:nvSpPr>
              <p:spPr>
                <a:xfrm>
                  <a:off x="4866394" y="3715035"/>
                  <a:ext cx="3784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2" h="4114" extrusionOk="0">
                      <a:moveTo>
                        <a:pt x="2735" y="0"/>
                      </a:moveTo>
                      <a:cubicBezTo>
                        <a:pt x="2229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11" y="821"/>
                        <a:pt x="3794" y="0"/>
                        <a:pt x="273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3744;p61"/>
                <p:cNvSpPr/>
                <p:nvPr/>
              </p:nvSpPr>
              <p:spPr>
                <a:xfrm>
                  <a:off x="4879340" y="3724646"/>
                  <a:ext cx="15227" cy="13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6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9"/>
                        <a:pt x="898" y="1666"/>
                        <a:pt x="1103" y="1666"/>
                      </a:cubicBezTo>
                      <a:cubicBezTo>
                        <a:pt x="1528" y="1666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3" name="Google Shape;3745;p61"/>
              <p:cNvGrpSpPr/>
              <p:nvPr/>
            </p:nvGrpSpPr>
            <p:grpSpPr>
              <a:xfrm>
                <a:off x="4979233" y="3839798"/>
                <a:ext cx="37878" cy="32420"/>
                <a:chOff x="4979233" y="3839798"/>
                <a:chExt cx="37878" cy="32420"/>
              </a:xfrm>
            </p:grpSpPr>
            <p:sp>
              <p:nvSpPr>
                <p:cNvPr id="504" name="Google Shape;3746;p61"/>
                <p:cNvSpPr/>
                <p:nvPr/>
              </p:nvSpPr>
              <p:spPr>
                <a:xfrm>
                  <a:off x="4979233" y="3839798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84" y="4122"/>
                        <a:pt x="4803" y="3202"/>
                        <a:pt x="4815" y="2065"/>
                      </a:cubicBezTo>
                      <a:cubicBezTo>
                        <a:pt x="4807" y="823"/>
                        <a:pt x="3794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3747;p61"/>
                <p:cNvSpPr/>
                <p:nvPr/>
              </p:nvSpPr>
              <p:spPr>
                <a:xfrm>
                  <a:off x="4994366" y="38494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" name="Google Shape;3748;p61"/>
              <p:cNvGrpSpPr/>
              <p:nvPr/>
            </p:nvGrpSpPr>
            <p:grpSpPr>
              <a:xfrm>
                <a:off x="4790662" y="3679147"/>
                <a:ext cx="37783" cy="32380"/>
                <a:chOff x="4790662" y="3679147"/>
                <a:chExt cx="37783" cy="32380"/>
              </a:xfrm>
            </p:grpSpPr>
            <p:sp>
              <p:nvSpPr>
                <p:cNvPr id="502" name="Google Shape;3749;p61"/>
                <p:cNvSpPr/>
                <p:nvPr/>
              </p:nvSpPr>
              <p:spPr>
                <a:xfrm>
                  <a:off x="4790662" y="3679147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2"/>
                        <a:pt x="908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3750;p61"/>
                <p:cNvSpPr/>
                <p:nvPr/>
              </p:nvSpPr>
              <p:spPr>
                <a:xfrm>
                  <a:off x="4803506" y="3688774"/>
                  <a:ext cx="15235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2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4" y="1585"/>
                        <a:pt x="904" y="1661"/>
                        <a:pt x="1109" y="1661"/>
                      </a:cubicBezTo>
                      <a:cubicBezTo>
                        <a:pt x="1534" y="1661"/>
                        <a:pt x="1936" y="1334"/>
                        <a:pt x="1936" y="836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" name="Google Shape;3751;p61"/>
              <p:cNvGrpSpPr/>
              <p:nvPr/>
            </p:nvGrpSpPr>
            <p:grpSpPr>
              <a:xfrm>
                <a:off x="4857263" y="3557861"/>
                <a:ext cx="37776" cy="32357"/>
                <a:chOff x="4857263" y="3557861"/>
                <a:chExt cx="37776" cy="32357"/>
              </a:xfrm>
            </p:grpSpPr>
            <p:sp>
              <p:nvSpPr>
                <p:cNvPr id="500" name="Google Shape;3752;p61"/>
                <p:cNvSpPr/>
                <p:nvPr/>
              </p:nvSpPr>
              <p:spPr>
                <a:xfrm>
                  <a:off x="4857263" y="355786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3753;p61"/>
                <p:cNvSpPr/>
                <p:nvPr/>
              </p:nvSpPr>
              <p:spPr>
                <a:xfrm>
                  <a:off x="4870106" y="3567566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33" y="1416"/>
                      </a:cubicBezTo>
                      <a:cubicBezTo>
                        <a:pt x="700" y="1583"/>
                        <a:pt x="905" y="1658"/>
                        <a:pt x="1105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48" y="364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" name="Google Shape;3754;p61"/>
              <p:cNvGrpSpPr/>
              <p:nvPr/>
            </p:nvGrpSpPr>
            <p:grpSpPr>
              <a:xfrm>
                <a:off x="4883902" y="3648033"/>
                <a:ext cx="37783" cy="32380"/>
                <a:chOff x="4883902" y="3648033"/>
                <a:chExt cx="37783" cy="32380"/>
              </a:xfrm>
            </p:grpSpPr>
            <p:sp>
              <p:nvSpPr>
                <p:cNvPr id="498" name="Google Shape;3755;p61"/>
                <p:cNvSpPr/>
                <p:nvPr/>
              </p:nvSpPr>
              <p:spPr>
                <a:xfrm>
                  <a:off x="4883902" y="3648033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1" y="0"/>
                      </a:moveTo>
                      <a:cubicBezTo>
                        <a:pt x="2226" y="0"/>
                        <a:pt x="1711" y="188"/>
                        <a:pt x="1295" y="608"/>
                      </a:cubicBezTo>
                      <a:cubicBezTo>
                        <a:pt x="1" y="1903"/>
                        <a:pt x="920" y="4104"/>
                        <a:pt x="2747" y="4116"/>
                      </a:cubicBezTo>
                      <a:cubicBezTo>
                        <a:pt x="3884" y="4104"/>
                        <a:pt x="4803" y="3185"/>
                        <a:pt x="4803" y="2048"/>
                      </a:cubicBezTo>
                      <a:cubicBezTo>
                        <a:pt x="4795" y="814"/>
                        <a:pt x="3783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3756;p61"/>
                <p:cNvSpPr/>
                <p:nvPr/>
              </p:nvSpPr>
              <p:spPr>
                <a:xfrm>
                  <a:off x="4896745" y="3657668"/>
                  <a:ext cx="15329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4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04"/>
                      </a:cubicBezTo>
                      <a:cubicBezTo>
                        <a:pt x="702" y="1577"/>
                        <a:pt x="911" y="1654"/>
                        <a:pt x="1115" y="1654"/>
                      </a:cubicBezTo>
                      <a:cubicBezTo>
                        <a:pt x="1541" y="1654"/>
                        <a:pt x="1948" y="1321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" name="Google Shape;3757;p61"/>
              <p:cNvGrpSpPr/>
              <p:nvPr/>
            </p:nvGrpSpPr>
            <p:grpSpPr>
              <a:xfrm>
                <a:off x="4907780" y="3347220"/>
                <a:ext cx="37878" cy="32357"/>
                <a:chOff x="4907780" y="3347220"/>
                <a:chExt cx="37878" cy="32357"/>
              </a:xfrm>
            </p:grpSpPr>
            <p:sp>
              <p:nvSpPr>
                <p:cNvPr id="496" name="Google Shape;3758;p61"/>
                <p:cNvSpPr/>
                <p:nvPr/>
              </p:nvSpPr>
              <p:spPr>
                <a:xfrm>
                  <a:off x="4907780" y="3347220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33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4"/>
                        <a:pt x="4815" y="2057"/>
                      </a:cubicBezTo>
                      <a:cubicBezTo>
                        <a:pt x="4807" y="821"/>
                        <a:pt x="3791" y="0"/>
                        <a:pt x="273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3759;p61"/>
                <p:cNvSpPr/>
                <p:nvPr/>
              </p:nvSpPr>
              <p:spPr>
                <a:xfrm>
                  <a:off x="4922912" y="335692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0" name="Google Shape;3760;p61"/>
              <p:cNvGrpSpPr/>
              <p:nvPr/>
            </p:nvGrpSpPr>
            <p:grpSpPr>
              <a:xfrm>
                <a:off x="5065048" y="3738150"/>
                <a:ext cx="37783" cy="32364"/>
                <a:chOff x="5065048" y="3738150"/>
                <a:chExt cx="37783" cy="32364"/>
              </a:xfrm>
            </p:grpSpPr>
            <p:sp>
              <p:nvSpPr>
                <p:cNvPr id="494" name="Google Shape;3761;p61"/>
                <p:cNvSpPr/>
                <p:nvPr/>
              </p:nvSpPr>
              <p:spPr>
                <a:xfrm>
                  <a:off x="5065048" y="3738150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3762;p61"/>
                <p:cNvSpPr/>
                <p:nvPr/>
              </p:nvSpPr>
              <p:spPr>
                <a:xfrm>
                  <a:off x="5077994" y="3747761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01" y="1"/>
                      </a:moveTo>
                      <a:cubicBezTo>
                        <a:pt x="363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2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0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1" name="Google Shape;3763;p61"/>
              <p:cNvGrpSpPr/>
              <p:nvPr/>
            </p:nvGrpSpPr>
            <p:grpSpPr>
              <a:xfrm>
                <a:off x="5071616" y="3284615"/>
                <a:ext cx="37783" cy="32357"/>
                <a:chOff x="5071616" y="3284615"/>
                <a:chExt cx="37783" cy="32357"/>
              </a:xfrm>
            </p:grpSpPr>
            <p:sp>
              <p:nvSpPr>
                <p:cNvPr id="492" name="Google Shape;3764;p61"/>
                <p:cNvSpPr/>
                <p:nvPr/>
              </p:nvSpPr>
              <p:spPr>
                <a:xfrm>
                  <a:off x="507161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3765;p61"/>
                <p:cNvSpPr/>
                <p:nvPr/>
              </p:nvSpPr>
              <p:spPr>
                <a:xfrm>
                  <a:off x="5086646" y="3294320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36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6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2" name="Google Shape;3766;p61"/>
              <p:cNvGrpSpPr/>
              <p:nvPr/>
            </p:nvGrpSpPr>
            <p:grpSpPr>
              <a:xfrm>
                <a:off x="5389291" y="3759921"/>
                <a:ext cx="37783" cy="32380"/>
                <a:chOff x="5389291" y="3759921"/>
                <a:chExt cx="37783" cy="32380"/>
              </a:xfrm>
            </p:grpSpPr>
            <p:sp>
              <p:nvSpPr>
                <p:cNvPr id="490" name="Google Shape;3767;p61"/>
                <p:cNvSpPr/>
                <p:nvPr/>
              </p:nvSpPr>
              <p:spPr>
                <a:xfrm>
                  <a:off x="5389291" y="3759921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3"/>
                        <a:pt x="920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3768;p61"/>
                <p:cNvSpPr/>
                <p:nvPr/>
              </p:nvSpPr>
              <p:spPr>
                <a:xfrm>
                  <a:off x="5402229" y="3769555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64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3" name="Google Shape;3769;p61"/>
              <p:cNvGrpSpPr/>
              <p:nvPr/>
            </p:nvGrpSpPr>
            <p:grpSpPr>
              <a:xfrm>
                <a:off x="5431534" y="3632932"/>
                <a:ext cx="37878" cy="32451"/>
                <a:chOff x="5431534" y="3632932"/>
                <a:chExt cx="37878" cy="32451"/>
              </a:xfrm>
            </p:grpSpPr>
            <p:sp>
              <p:nvSpPr>
                <p:cNvPr id="488" name="Google Shape;3770;p61"/>
                <p:cNvSpPr/>
                <p:nvPr/>
              </p:nvSpPr>
              <p:spPr>
                <a:xfrm>
                  <a:off x="5431534" y="3632932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4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59" y="4125"/>
                      </a:cubicBezTo>
                      <a:cubicBezTo>
                        <a:pt x="3896" y="4113"/>
                        <a:pt x="4815" y="3194"/>
                        <a:pt x="4815" y="2069"/>
                      </a:cubicBezTo>
                      <a:cubicBezTo>
                        <a:pt x="4815" y="824"/>
                        <a:pt x="3795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3771;p61"/>
                <p:cNvSpPr/>
                <p:nvPr/>
              </p:nvSpPr>
              <p:spPr>
                <a:xfrm>
                  <a:off x="5444472" y="3642638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76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3772;p61"/>
              <p:cNvGrpSpPr/>
              <p:nvPr/>
            </p:nvGrpSpPr>
            <p:grpSpPr>
              <a:xfrm>
                <a:off x="5540755" y="3544829"/>
                <a:ext cx="37783" cy="32357"/>
                <a:chOff x="5540755" y="3544829"/>
                <a:chExt cx="37783" cy="32357"/>
              </a:xfrm>
            </p:grpSpPr>
            <p:sp>
              <p:nvSpPr>
                <p:cNvPr id="486" name="Google Shape;3773;p61"/>
                <p:cNvSpPr/>
                <p:nvPr/>
              </p:nvSpPr>
              <p:spPr>
                <a:xfrm>
                  <a:off x="5540755" y="354482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3774;p61"/>
                <p:cNvSpPr/>
                <p:nvPr/>
              </p:nvSpPr>
              <p:spPr>
                <a:xfrm>
                  <a:off x="5553693" y="3554534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96"/>
                        <a:pt x="521" y="1416"/>
                      </a:cubicBezTo>
                      <a:cubicBezTo>
                        <a:pt x="688" y="1583"/>
                        <a:pt x="894" y="1658"/>
                        <a:pt x="1096" y="1658"/>
                      </a:cubicBezTo>
                      <a:cubicBezTo>
                        <a:pt x="1524" y="1658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3775;p61"/>
              <p:cNvGrpSpPr/>
              <p:nvPr/>
            </p:nvGrpSpPr>
            <p:grpSpPr>
              <a:xfrm>
                <a:off x="5579293" y="3412107"/>
                <a:ext cx="37776" cy="32357"/>
                <a:chOff x="5579293" y="3412107"/>
                <a:chExt cx="37776" cy="32357"/>
              </a:xfrm>
            </p:grpSpPr>
            <p:sp>
              <p:nvSpPr>
                <p:cNvPr id="484" name="Google Shape;3776;p61"/>
                <p:cNvSpPr/>
                <p:nvPr/>
              </p:nvSpPr>
              <p:spPr>
                <a:xfrm>
                  <a:off x="5579293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4" y="605"/>
                      </a:cubicBezTo>
                      <a:cubicBezTo>
                        <a:pt x="0" y="1900"/>
                        <a:pt x="919" y="4114"/>
                        <a:pt x="2746" y="4114"/>
                      </a:cubicBezTo>
                      <a:cubicBezTo>
                        <a:pt x="3883" y="4114"/>
                        <a:pt x="4802" y="3194"/>
                        <a:pt x="4802" y="2057"/>
                      </a:cubicBezTo>
                      <a:cubicBezTo>
                        <a:pt x="4802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3777;p61"/>
                <p:cNvSpPr/>
                <p:nvPr/>
              </p:nvSpPr>
              <p:spPr>
                <a:xfrm>
                  <a:off x="5594418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6" name="Google Shape;3778;p61"/>
              <p:cNvGrpSpPr/>
              <p:nvPr/>
            </p:nvGrpSpPr>
            <p:grpSpPr>
              <a:xfrm>
                <a:off x="5801346" y="3284615"/>
                <a:ext cx="37783" cy="32357"/>
                <a:chOff x="5801346" y="3284615"/>
                <a:chExt cx="37783" cy="32357"/>
              </a:xfrm>
            </p:grpSpPr>
            <p:sp>
              <p:nvSpPr>
                <p:cNvPr id="482" name="Google Shape;3779;p61"/>
                <p:cNvSpPr/>
                <p:nvPr/>
              </p:nvSpPr>
              <p:spPr>
                <a:xfrm>
                  <a:off x="580134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3780;p61"/>
                <p:cNvSpPr/>
                <p:nvPr/>
              </p:nvSpPr>
              <p:spPr>
                <a:xfrm>
                  <a:off x="5816478" y="3294320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7" name="Google Shape;3781;p61"/>
              <p:cNvGrpSpPr/>
              <p:nvPr/>
            </p:nvGrpSpPr>
            <p:grpSpPr>
              <a:xfrm>
                <a:off x="5763578" y="3399067"/>
                <a:ext cx="37776" cy="32364"/>
                <a:chOff x="5763578" y="3399067"/>
                <a:chExt cx="37776" cy="32364"/>
              </a:xfrm>
            </p:grpSpPr>
            <p:sp>
              <p:nvSpPr>
                <p:cNvPr id="480" name="Google Shape;3782;p61"/>
                <p:cNvSpPr/>
                <p:nvPr/>
              </p:nvSpPr>
              <p:spPr>
                <a:xfrm>
                  <a:off x="5763578" y="3399067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3783;p61"/>
                <p:cNvSpPr/>
                <p:nvPr/>
              </p:nvSpPr>
              <p:spPr>
                <a:xfrm>
                  <a:off x="5776516" y="3408780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4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8" name="Google Shape;3784;p61"/>
              <p:cNvGrpSpPr/>
              <p:nvPr/>
            </p:nvGrpSpPr>
            <p:grpSpPr>
              <a:xfrm>
                <a:off x="5395858" y="3230952"/>
                <a:ext cx="37776" cy="32364"/>
                <a:chOff x="5395858" y="3230952"/>
                <a:chExt cx="37776" cy="32364"/>
              </a:xfrm>
            </p:grpSpPr>
            <p:sp>
              <p:nvSpPr>
                <p:cNvPr id="478" name="Google Shape;3785;p61"/>
                <p:cNvSpPr/>
                <p:nvPr/>
              </p:nvSpPr>
              <p:spPr>
                <a:xfrm>
                  <a:off x="5395858" y="3230952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3786;p61"/>
                <p:cNvSpPr/>
                <p:nvPr/>
              </p:nvSpPr>
              <p:spPr>
                <a:xfrm>
                  <a:off x="5408702" y="3240571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1" y="1416"/>
                      </a:cubicBezTo>
                      <a:cubicBezTo>
                        <a:pt x="690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9" name="Google Shape;3787;p61"/>
              <p:cNvGrpSpPr/>
              <p:nvPr/>
            </p:nvGrpSpPr>
            <p:grpSpPr>
              <a:xfrm>
                <a:off x="5264088" y="3188237"/>
                <a:ext cx="37776" cy="32357"/>
                <a:chOff x="5264088" y="3188237"/>
                <a:chExt cx="37776" cy="32357"/>
              </a:xfrm>
            </p:grpSpPr>
            <p:sp>
              <p:nvSpPr>
                <p:cNvPr id="476" name="Google Shape;3788;p61"/>
                <p:cNvSpPr/>
                <p:nvPr/>
              </p:nvSpPr>
              <p:spPr>
                <a:xfrm>
                  <a:off x="5264088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3789;p61"/>
                <p:cNvSpPr/>
                <p:nvPr/>
              </p:nvSpPr>
              <p:spPr>
                <a:xfrm>
                  <a:off x="5279212" y="319794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76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0" name="Google Shape;3790;p61"/>
              <p:cNvGrpSpPr/>
              <p:nvPr/>
            </p:nvGrpSpPr>
            <p:grpSpPr>
              <a:xfrm>
                <a:off x="5585758" y="3237425"/>
                <a:ext cx="37878" cy="32357"/>
                <a:chOff x="5585758" y="3237425"/>
                <a:chExt cx="37878" cy="32357"/>
              </a:xfrm>
            </p:grpSpPr>
            <p:sp>
              <p:nvSpPr>
                <p:cNvPr id="474" name="Google Shape;3791;p61"/>
                <p:cNvSpPr/>
                <p:nvPr/>
              </p:nvSpPr>
              <p:spPr>
                <a:xfrm>
                  <a:off x="5585758" y="3237425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44" y="0"/>
                      </a:moveTo>
                      <a:cubicBezTo>
                        <a:pt x="2240" y="0"/>
                        <a:pt x="1725" y="188"/>
                        <a:pt x="1307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96" y="4114"/>
                        <a:pt x="4815" y="3195"/>
                        <a:pt x="4815" y="2057"/>
                      </a:cubicBezTo>
                      <a:cubicBezTo>
                        <a:pt x="4815" y="821"/>
                        <a:pt x="3801" y="0"/>
                        <a:pt x="274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3792;p61"/>
                <p:cNvSpPr/>
                <p:nvPr/>
              </p:nvSpPr>
              <p:spPr>
                <a:xfrm>
                  <a:off x="5598696" y="3247130"/>
                  <a:ext cx="15235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9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2" y="1583"/>
                        <a:pt x="899" y="1658"/>
                        <a:pt x="1102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1" name="Google Shape;3793;p61"/>
              <p:cNvGrpSpPr/>
              <p:nvPr/>
            </p:nvGrpSpPr>
            <p:grpSpPr>
              <a:xfrm>
                <a:off x="4874196" y="3291088"/>
                <a:ext cx="37878" cy="32451"/>
                <a:chOff x="4874196" y="3291088"/>
                <a:chExt cx="37878" cy="32451"/>
              </a:xfrm>
            </p:grpSpPr>
            <p:sp>
              <p:nvSpPr>
                <p:cNvPr id="472" name="Google Shape;3794;p61"/>
                <p:cNvSpPr/>
                <p:nvPr/>
              </p:nvSpPr>
              <p:spPr>
                <a:xfrm>
                  <a:off x="4874196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3795;p61"/>
                <p:cNvSpPr/>
                <p:nvPr/>
              </p:nvSpPr>
              <p:spPr>
                <a:xfrm>
                  <a:off x="4889328" y="330079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2" name="Google Shape;3796;p61"/>
              <p:cNvGrpSpPr/>
              <p:nvPr/>
            </p:nvGrpSpPr>
            <p:grpSpPr>
              <a:xfrm>
                <a:off x="5197770" y="3785466"/>
                <a:ext cx="37783" cy="32427"/>
                <a:chOff x="5197770" y="3785466"/>
                <a:chExt cx="37783" cy="32427"/>
              </a:xfrm>
            </p:grpSpPr>
            <p:sp>
              <p:nvSpPr>
                <p:cNvPr id="470" name="Google Shape;3797;p61"/>
                <p:cNvSpPr/>
                <p:nvPr/>
              </p:nvSpPr>
              <p:spPr>
                <a:xfrm>
                  <a:off x="5197770" y="3785466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2" y="1"/>
                        <a:pt x="1715" y="190"/>
                        <a:pt x="1295" y="614"/>
                      </a:cubicBezTo>
                      <a:cubicBezTo>
                        <a:pt x="1" y="1909"/>
                        <a:pt x="908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3798;p61"/>
                <p:cNvSpPr/>
                <p:nvPr/>
              </p:nvSpPr>
              <p:spPr>
                <a:xfrm>
                  <a:off x="5212808" y="37951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4"/>
                        <a:pt x="375" y="1657"/>
                        <a:pt x="835" y="1657"/>
                      </a:cubicBezTo>
                      <a:cubicBezTo>
                        <a:pt x="1295" y="1657"/>
                        <a:pt x="1657" y="1294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3799;p61"/>
              <p:cNvGrpSpPr/>
              <p:nvPr/>
            </p:nvGrpSpPr>
            <p:grpSpPr>
              <a:xfrm>
                <a:off x="5177699" y="3492117"/>
                <a:ext cx="37776" cy="32357"/>
                <a:chOff x="5177699" y="3492117"/>
                <a:chExt cx="37776" cy="32357"/>
              </a:xfrm>
            </p:grpSpPr>
            <p:sp>
              <p:nvSpPr>
                <p:cNvPr id="468" name="Google Shape;3800;p61"/>
                <p:cNvSpPr/>
                <p:nvPr/>
              </p:nvSpPr>
              <p:spPr>
                <a:xfrm>
                  <a:off x="5177699" y="349211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6" y="1"/>
                      </a:moveTo>
                      <a:cubicBezTo>
                        <a:pt x="2232" y="1"/>
                        <a:pt x="1717" y="188"/>
                        <a:pt x="1295" y="606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93" y="1"/>
                        <a:pt x="273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" name="Google Shape;3801;p61"/>
                <p:cNvSpPr/>
                <p:nvPr/>
              </p:nvSpPr>
              <p:spPr>
                <a:xfrm>
                  <a:off x="5192823" y="350182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3802;p61"/>
              <p:cNvGrpSpPr/>
              <p:nvPr/>
            </p:nvGrpSpPr>
            <p:grpSpPr>
              <a:xfrm>
                <a:off x="5349431" y="3622346"/>
                <a:ext cx="37870" cy="32380"/>
                <a:chOff x="5349431" y="3622346"/>
                <a:chExt cx="37870" cy="32380"/>
              </a:xfrm>
            </p:grpSpPr>
            <p:sp>
              <p:nvSpPr>
                <p:cNvPr id="466" name="Google Shape;3803;p61"/>
                <p:cNvSpPr/>
                <p:nvPr/>
              </p:nvSpPr>
              <p:spPr>
                <a:xfrm>
                  <a:off x="5349431" y="3622346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0" y="0"/>
                      </a:moveTo>
                      <a:cubicBezTo>
                        <a:pt x="2232" y="0"/>
                        <a:pt x="1714" y="189"/>
                        <a:pt x="1295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83" y="4116"/>
                        <a:pt x="4815" y="3197"/>
                        <a:pt x="4815" y="2060"/>
                      </a:cubicBezTo>
                      <a:cubicBezTo>
                        <a:pt x="4815" y="817"/>
                        <a:pt x="3798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3804;p61"/>
                <p:cNvSpPr/>
                <p:nvPr/>
              </p:nvSpPr>
              <p:spPr>
                <a:xfrm>
                  <a:off x="5362369" y="3632075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34" y="0"/>
                      </a:moveTo>
                      <a:cubicBezTo>
                        <a:pt x="1127" y="0"/>
                        <a:pt x="1120" y="0"/>
                        <a:pt x="1113" y="0"/>
                      </a:cubicBezTo>
                      <a:cubicBezTo>
                        <a:pt x="363" y="0"/>
                        <a:pt x="0" y="883"/>
                        <a:pt x="521" y="1416"/>
                      </a:cubicBezTo>
                      <a:cubicBezTo>
                        <a:pt x="691" y="1583"/>
                        <a:pt x="899" y="1657"/>
                        <a:pt x="1101" y="1657"/>
                      </a:cubicBezTo>
                      <a:cubicBezTo>
                        <a:pt x="1529" y="1657"/>
                        <a:pt x="1936" y="1324"/>
                        <a:pt x="1936" y="823"/>
                      </a:cubicBezTo>
                      <a:cubicBezTo>
                        <a:pt x="1936" y="370"/>
                        <a:pt x="1573" y="0"/>
                        <a:pt x="113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" name="Google Shape;3805;p61"/>
              <p:cNvGrpSpPr/>
              <p:nvPr/>
            </p:nvGrpSpPr>
            <p:grpSpPr>
              <a:xfrm>
                <a:off x="5068855" y="3563980"/>
                <a:ext cx="53954" cy="46223"/>
                <a:chOff x="5068855" y="3563980"/>
                <a:chExt cx="53954" cy="46223"/>
              </a:xfrm>
            </p:grpSpPr>
            <p:sp>
              <p:nvSpPr>
                <p:cNvPr id="464" name="Google Shape;3806;p61"/>
                <p:cNvSpPr/>
                <p:nvPr/>
              </p:nvSpPr>
              <p:spPr>
                <a:xfrm>
                  <a:off x="5068855" y="3563980"/>
                  <a:ext cx="53954" cy="46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" h="5877" extrusionOk="0">
                      <a:moveTo>
                        <a:pt x="3909" y="0"/>
                      </a:moveTo>
                      <a:cubicBezTo>
                        <a:pt x="3187" y="0"/>
                        <a:pt x="2451" y="269"/>
                        <a:pt x="1852" y="868"/>
                      </a:cubicBezTo>
                      <a:cubicBezTo>
                        <a:pt x="1" y="2719"/>
                        <a:pt x="1307" y="5876"/>
                        <a:pt x="3920" y="5876"/>
                      </a:cubicBezTo>
                      <a:cubicBezTo>
                        <a:pt x="5541" y="5876"/>
                        <a:pt x="6848" y="4558"/>
                        <a:pt x="6860" y="2937"/>
                      </a:cubicBezTo>
                      <a:cubicBezTo>
                        <a:pt x="6860" y="1170"/>
                        <a:pt x="5416" y="0"/>
                        <a:pt x="390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3807;p61"/>
                <p:cNvSpPr/>
                <p:nvPr/>
              </p:nvSpPr>
              <p:spPr>
                <a:xfrm>
                  <a:off x="5086268" y="3573654"/>
                  <a:ext cx="26835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13" extrusionOk="0">
                      <a:moveTo>
                        <a:pt x="1706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12"/>
                        <a:pt x="1706" y="3412"/>
                      </a:cubicBezTo>
                      <a:cubicBezTo>
                        <a:pt x="2650" y="3412"/>
                        <a:pt x="3412" y="2650"/>
                        <a:pt x="3412" y="1707"/>
                      </a:cubicBezTo>
                      <a:cubicBezTo>
                        <a:pt x="3412" y="763"/>
                        <a:pt x="2650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" name="Google Shape;3808;p61"/>
              <p:cNvGrpSpPr/>
              <p:nvPr/>
            </p:nvGrpSpPr>
            <p:grpSpPr>
              <a:xfrm>
                <a:off x="5037654" y="3392507"/>
                <a:ext cx="37870" cy="32451"/>
                <a:chOff x="5037654" y="3392507"/>
                <a:chExt cx="37870" cy="32451"/>
              </a:xfrm>
            </p:grpSpPr>
            <p:sp>
              <p:nvSpPr>
                <p:cNvPr id="462" name="Google Shape;3809;p61"/>
                <p:cNvSpPr/>
                <p:nvPr/>
              </p:nvSpPr>
              <p:spPr>
                <a:xfrm>
                  <a:off x="5037654" y="3392507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1"/>
                      </a:moveTo>
                      <a:cubicBezTo>
                        <a:pt x="2238" y="1"/>
                        <a:pt x="1724" y="188"/>
                        <a:pt x="1307" y="606"/>
                      </a:cubicBezTo>
                      <a:cubicBezTo>
                        <a:pt x="0" y="1912"/>
                        <a:pt x="919" y="4126"/>
                        <a:pt x="2758" y="4126"/>
                      </a:cubicBezTo>
                      <a:cubicBezTo>
                        <a:pt x="3895" y="4114"/>
                        <a:pt x="4815" y="3194"/>
                        <a:pt x="4815" y="2069"/>
                      </a:cubicBezTo>
                      <a:cubicBezTo>
                        <a:pt x="4815" y="824"/>
                        <a:pt x="3799" y="1"/>
                        <a:pt x="274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3810;p61"/>
                <p:cNvSpPr/>
                <p:nvPr/>
              </p:nvSpPr>
              <p:spPr>
                <a:xfrm>
                  <a:off x="5050592" y="340221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" name="Google Shape;3811;p61"/>
              <p:cNvGrpSpPr/>
              <p:nvPr/>
            </p:nvGrpSpPr>
            <p:grpSpPr>
              <a:xfrm>
                <a:off x="5456560" y="3368629"/>
                <a:ext cx="37870" cy="32451"/>
                <a:chOff x="5456560" y="3368629"/>
                <a:chExt cx="37870" cy="32451"/>
              </a:xfrm>
            </p:grpSpPr>
            <p:sp>
              <p:nvSpPr>
                <p:cNvPr id="460" name="Google Shape;3812;p61"/>
                <p:cNvSpPr/>
                <p:nvPr/>
              </p:nvSpPr>
              <p:spPr>
                <a:xfrm>
                  <a:off x="5456560" y="3368629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0"/>
                      </a:moveTo>
                      <a:cubicBezTo>
                        <a:pt x="2238" y="0"/>
                        <a:pt x="1724" y="187"/>
                        <a:pt x="1307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95" y="4113"/>
                        <a:pt x="4815" y="3194"/>
                        <a:pt x="4815" y="2069"/>
                      </a:cubicBezTo>
                      <a:cubicBezTo>
                        <a:pt x="4815" y="824"/>
                        <a:pt x="3800" y="0"/>
                        <a:pt x="27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3813;p61"/>
                <p:cNvSpPr/>
                <p:nvPr/>
              </p:nvSpPr>
              <p:spPr>
                <a:xfrm>
                  <a:off x="5469498" y="3378334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0" y="1416"/>
                      </a:cubicBezTo>
                      <a:cubicBezTo>
                        <a:pt x="693" y="1585"/>
                        <a:pt x="903" y="1660"/>
                        <a:pt x="1108" y="1660"/>
                      </a:cubicBezTo>
                      <a:cubicBezTo>
                        <a:pt x="1533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" name="Google Shape;3814;p61"/>
              <p:cNvGrpSpPr/>
              <p:nvPr/>
            </p:nvGrpSpPr>
            <p:grpSpPr>
              <a:xfrm>
                <a:off x="4755749" y="3501516"/>
                <a:ext cx="46246" cy="39608"/>
                <a:chOff x="4755749" y="3501516"/>
                <a:chExt cx="46246" cy="39608"/>
              </a:xfrm>
            </p:grpSpPr>
            <p:sp>
              <p:nvSpPr>
                <p:cNvPr id="458" name="Google Shape;3815;p61"/>
                <p:cNvSpPr/>
                <p:nvPr/>
              </p:nvSpPr>
              <p:spPr>
                <a:xfrm>
                  <a:off x="4755749" y="3501516"/>
                  <a:ext cx="46246" cy="39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0" h="5036" extrusionOk="0">
                      <a:moveTo>
                        <a:pt x="3345" y="0"/>
                      </a:moveTo>
                      <a:cubicBezTo>
                        <a:pt x="2727" y="0"/>
                        <a:pt x="2097" y="229"/>
                        <a:pt x="1585" y="741"/>
                      </a:cubicBezTo>
                      <a:cubicBezTo>
                        <a:pt x="0" y="2326"/>
                        <a:pt x="1125" y="5036"/>
                        <a:pt x="3363" y="5036"/>
                      </a:cubicBezTo>
                      <a:cubicBezTo>
                        <a:pt x="4754" y="5036"/>
                        <a:pt x="5879" y="3911"/>
                        <a:pt x="5879" y="2520"/>
                      </a:cubicBezTo>
                      <a:cubicBezTo>
                        <a:pt x="5879" y="1005"/>
                        <a:pt x="4638" y="0"/>
                        <a:pt x="334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3816;p61"/>
                <p:cNvSpPr/>
                <p:nvPr/>
              </p:nvSpPr>
              <p:spPr>
                <a:xfrm>
                  <a:off x="4768687" y="3511245"/>
                  <a:ext cx="23697" cy="20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" h="2571" extrusionOk="0">
                      <a:moveTo>
                        <a:pt x="1718" y="0"/>
                      </a:moveTo>
                      <a:cubicBezTo>
                        <a:pt x="569" y="0"/>
                        <a:pt x="0" y="1379"/>
                        <a:pt x="811" y="2190"/>
                      </a:cubicBezTo>
                      <a:cubicBezTo>
                        <a:pt x="1074" y="2453"/>
                        <a:pt x="1398" y="2571"/>
                        <a:pt x="1715" y="2571"/>
                      </a:cubicBezTo>
                      <a:cubicBezTo>
                        <a:pt x="2377" y="2571"/>
                        <a:pt x="3013" y="2059"/>
                        <a:pt x="3013" y="1283"/>
                      </a:cubicBezTo>
                      <a:cubicBezTo>
                        <a:pt x="3013" y="581"/>
                        <a:pt x="2432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" name="Google Shape;3817;p61"/>
              <p:cNvGrpSpPr/>
              <p:nvPr/>
            </p:nvGrpSpPr>
            <p:grpSpPr>
              <a:xfrm>
                <a:off x="4681346" y="3485582"/>
                <a:ext cx="37783" cy="32427"/>
                <a:chOff x="4681346" y="3485582"/>
                <a:chExt cx="37783" cy="32427"/>
              </a:xfrm>
            </p:grpSpPr>
            <p:sp>
              <p:nvSpPr>
                <p:cNvPr id="456" name="Google Shape;3818;p61"/>
                <p:cNvSpPr/>
                <p:nvPr/>
              </p:nvSpPr>
              <p:spPr>
                <a:xfrm>
                  <a:off x="4681346" y="3485582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1" y="1"/>
                        <a:pt x="1715" y="191"/>
                        <a:pt x="1295" y="614"/>
                      </a:cubicBezTo>
                      <a:cubicBezTo>
                        <a:pt x="1" y="1909"/>
                        <a:pt x="920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3819;p61"/>
                <p:cNvSpPr/>
                <p:nvPr/>
              </p:nvSpPr>
              <p:spPr>
                <a:xfrm>
                  <a:off x="4696479" y="34952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7"/>
                        <a:pt x="823" y="1657"/>
                      </a:cubicBezTo>
                      <a:cubicBezTo>
                        <a:pt x="1282" y="1657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" name="Google Shape;3820;p61"/>
              <p:cNvGrpSpPr/>
              <p:nvPr/>
            </p:nvGrpSpPr>
            <p:grpSpPr>
              <a:xfrm>
                <a:off x="4767067" y="3291088"/>
                <a:ext cx="37878" cy="32451"/>
                <a:chOff x="4767067" y="3291088"/>
                <a:chExt cx="37878" cy="32451"/>
              </a:xfrm>
            </p:grpSpPr>
            <p:sp>
              <p:nvSpPr>
                <p:cNvPr id="454" name="Google Shape;3821;p61"/>
                <p:cNvSpPr/>
                <p:nvPr/>
              </p:nvSpPr>
              <p:spPr>
                <a:xfrm>
                  <a:off x="4767067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3822;p61"/>
                <p:cNvSpPr/>
                <p:nvPr/>
              </p:nvSpPr>
              <p:spPr>
                <a:xfrm>
                  <a:off x="4780036" y="3300888"/>
                  <a:ext cx="15203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1654" extrusionOk="0">
                      <a:moveTo>
                        <a:pt x="1131" y="0"/>
                      </a:moveTo>
                      <a:cubicBezTo>
                        <a:pt x="1124" y="0"/>
                        <a:pt x="1117" y="0"/>
                        <a:pt x="1110" y="1"/>
                      </a:cubicBezTo>
                      <a:cubicBezTo>
                        <a:pt x="1105" y="0"/>
                        <a:pt x="1100" y="0"/>
                        <a:pt x="1095" y="0"/>
                      </a:cubicBezTo>
                      <a:cubicBezTo>
                        <a:pt x="367" y="0"/>
                        <a:pt x="0" y="887"/>
                        <a:pt x="517" y="1404"/>
                      </a:cubicBezTo>
                      <a:cubicBezTo>
                        <a:pt x="686" y="1577"/>
                        <a:pt x="895" y="1654"/>
                        <a:pt x="1100" y="1654"/>
                      </a:cubicBezTo>
                      <a:cubicBezTo>
                        <a:pt x="1525" y="1654"/>
                        <a:pt x="1932" y="1321"/>
                        <a:pt x="1932" y="823"/>
                      </a:cubicBezTo>
                      <a:cubicBezTo>
                        <a:pt x="1932" y="371"/>
                        <a:pt x="1569" y="0"/>
                        <a:pt x="113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" name="Google Shape;3823;p61"/>
              <p:cNvGrpSpPr/>
              <p:nvPr/>
            </p:nvGrpSpPr>
            <p:grpSpPr>
              <a:xfrm>
                <a:off x="4687819" y="3405539"/>
                <a:ext cx="37776" cy="32451"/>
                <a:chOff x="4687819" y="3405539"/>
                <a:chExt cx="37776" cy="32451"/>
              </a:xfrm>
            </p:grpSpPr>
            <p:sp>
              <p:nvSpPr>
                <p:cNvPr id="452" name="Google Shape;3824;p61"/>
                <p:cNvSpPr/>
                <p:nvPr/>
              </p:nvSpPr>
              <p:spPr>
                <a:xfrm>
                  <a:off x="4687819" y="3405539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12"/>
                        <a:pt x="920" y="4126"/>
                        <a:pt x="2758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3825;p61"/>
                <p:cNvSpPr/>
                <p:nvPr/>
              </p:nvSpPr>
              <p:spPr>
                <a:xfrm>
                  <a:off x="4702944" y="341524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6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6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" name="Google Shape;3826;p61"/>
              <p:cNvGrpSpPr/>
              <p:nvPr/>
            </p:nvGrpSpPr>
            <p:grpSpPr>
              <a:xfrm>
                <a:off x="4923101" y="3444809"/>
                <a:ext cx="52813" cy="45318"/>
                <a:chOff x="4923101" y="3444809"/>
                <a:chExt cx="52813" cy="45318"/>
              </a:xfrm>
            </p:grpSpPr>
            <p:sp>
              <p:nvSpPr>
                <p:cNvPr id="450" name="Google Shape;3827;p61"/>
                <p:cNvSpPr/>
                <p:nvPr/>
              </p:nvSpPr>
              <p:spPr>
                <a:xfrm>
                  <a:off x="4923101" y="3444809"/>
                  <a:ext cx="52813" cy="45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5" h="5762" extrusionOk="0">
                      <a:moveTo>
                        <a:pt x="3823" y="1"/>
                      </a:moveTo>
                      <a:cubicBezTo>
                        <a:pt x="3117" y="1"/>
                        <a:pt x="2398" y="263"/>
                        <a:pt x="1815" y="851"/>
                      </a:cubicBezTo>
                      <a:cubicBezTo>
                        <a:pt x="1" y="2665"/>
                        <a:pt x="1283" y="5762"/>
                        <a:pt x="3847" y="5762"/>
                      </a:cubicBezTo>
                      <a:cubicBezTo>
                        <a:pt x="5432" y="5762"/>
                        <a:pt x="6714" y="4468"/>
                        <a:pt x="6714" y="2883"/>
                      </a:cubicBezTo>
                      <a:cubicBezTo>
                        <a:pt x="6714" y="1148"/>
                        <a:pt x="5298" y="1"/>
                        <a:pt x="382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3828;p61"/>
                <p:cNvSpPr/>
                <p:nvPr/>
              </p:nvSpPr>
              <p:spPr>
                <a:xfrm>
                  <a:off x="4936039" y="3454538"/>
                  <a:ext cx="30265" cy="25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" h="3295" extrusionOk="0">
                      <a:moveTo>
                        <a:pt x="2202" y="1"/>
                      </a:moveTo>
                      <a:cubicBezTo>
                        <a:pt x="727" y="1"/>
                        <a:pt x="1" y="1779"/>
                        <a:pt x="1029" y="2807"/>
                      </a:cubicBezTo>
                      <a:cubicBezTo>
                        <a:pt x="1365" y="3144"/>
                        <a:pt x="1779" y="3294"/>
                        <a:pt x="2185" y="3294"/>
                      </a:cubicBezTo>
                      <a:cubicBezTo>
                        <a:pt x="3034" y="3294"/>
                        <a:pt x="3847" y="2636"/>
                        <a:pt x="3847" y="1646"/>
                      </a:cubicBezTo>
                      <a:cubicBezTo>
                        <a:pt x="3847" y="739"/>
                        <a:pt x="3110" y="1"/>
                        <a:pt x="22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" name="Google Shape;3829;p61"/>
              <p:cNvGrpSpPr/>
              <p:nvPr/>
            </p:nvGrpSpPr>
            <p:grpSpPr>
              <a:xfrm>
                <a:off x="4846040" y="3654750"/>
                <a:ext cx="31405" cy="26993"/>
                <a:chOff x="4846040" y="3654750"/>
                <a:chExt cx="31405" cy="26993"/>
              </a:xfrm>
            </p:grpSpPr>
            <p:sp>
              <p:nvSpPr>
                <p:cNvPr id="448" name="Google Shape;3830;p61"/>
                <p:cNvSpPr/>
                <p:nvPr/>
              </p:nvSpPr>
              <p:spPr>
                <a:xfrm>
                  <a:off x="4846040" y="3654750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32"/>
                        <a:pt x="2274" y="3432"/>
                      </a:cubicBezTo>
                      <a:cubicBezTo>
                        <a:pt x="3218" y="3432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3831;p61"/>
                <p:cNvSpPr/>
                <p:nvPr/>
              </p:nvSpPr>
              <p:spPr>
                <a:xfrm>
                  <a:off x="4858883" y="3664424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35"/>
                      </a:cubicBezTo>
                      <a:cubicBezTo>
                        <a:pt x="400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" name="Google Shape;3832;p61"/>
              <p:cNvGrpSpPr/>
              <p:nvPr/>
            </p:nvGrpSpPr>
            <p:grpSpPr>
              <a:xfrm>
                <a:off x="4925673" y="3691700"/>
                <a:ext cx="40253" cy="34472"/>
                <a:chOff x="4925673" y="3691700"/>
                <a:chExt cx="40253" cy="34472"/>
              </a:xfrm>
            </p:grpSpPr>
            <p:sp>
              <p:nvSpPr>
                <p:cNvPr id="446" name="Google Shape;3833;p61"/>
                <p:cNvSpPr/>
                <p:nvPr/>
              </p:nvSpPr>
              <p:spPr>
                <a:xfrm>
                  <a:off x="4925673" y="3691700"/>
                  <a:ext cx="40253" cy="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83" extrusionOk="0">
                      <a:moveTo>
                        <a:pt x="2908" y="0"/>
                      </a:moveTo>
                      <a:cubicBezTo>
                        <a:pt x="2371" y="0"/>
                        <a:pt x="1825" y="200"/>
                        <a:pt x="1379" y="645"/>
                      </a:cubicBezTo>
                      <a:cubicBezTo>
                        <a:pt x="0" y="2024"/>
                        <a:pt x="968" y="4383"/>
                        <a:pt x="2915" y="4383"/>
                      </a:cubicBezTo>
                      <a:cubicBezTo>
                        <a:pt x="4125" y="4383"/>
                        <a:pt x="5105" y="3403"/>
                        <a:pt x="5117" y="2193"/>
                      </a:cubicBezTo>
                      <a:cubicBezTo>
                        <a:pt x="5109" y="875"/>
                        <a:pt x="4031" y="0"/>
                        <a:pt x="29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3834;p61"/>
                <p:cNvSpPr/>
                <p:nvPr/>
              </p:nvSpPr>
              <p:spPr>
                <a:xfrm>
                  <a:off x="4938516" y="3701334"/>
                  <a:ext cx="17704" cy="15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" h="1931" extrusionOk="0">
                      <a:moveTo>
                        <a:pt x="1295" y="1"/>
                      </a:moveTo>
                      <a:cubicBezTo>
                        <a:pt x="436" y="1"/>
                        <a:pt x="0" y="1041"/>
                        <a:pt x="605" y="1646"/>
                      </a:cubicBezTo>
                      <a:cubicBezTo>
                        <a:pt x="801" y="1842"/>
                        <a:pt x="1043" y="1930"/>
                        <a:pt x="1281" y="1930"/>
                      </a:cubicBezTo>
                      <a:cubicBezTo>
                        <a:pt x="1775" y="1930"/>
                        <a:pt x="2250" y="1549"/>
                        <a:pt x="2250" y="968"/>
                      </a:cubicBezTo>
                      <a:cubicBezTo>
                        <a:pt x="2250" y="436"/>
                        <a:pt x="1827" y="1"/>
                        <a:pt x="129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5" name="Google Shape;3835;p61"/>
              <p:cNvGrpSpPr/>
              <p:nvPr/>
            </p:nvGrpSpPr>
            <p:grpSpPr>
              <a:xfrm>
                <a:off x="4894653" y="3740848"/>
                <a:ext cx="31405" cy="26906"/>
                <a:chOff x="4894653" y="3740848"/>
                <a:chExt cx="31405" cy="26906"/>
              </a:xfrm>
            </p:grpSpPr>
            <p:sp>
              <p:nvSpPr>
                <p:cNvPr id="444" name="Google Shape;3836;p61"/>
                <p:cNvSpPr/>
                <p:nvPr/>
              </p:nvSpPr>
              <p:spPr>
                <a:xfrm>
                  <a:off x="4894653" y="3740848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3837;p61"/>
                <p:cNvSpPr/>
                <p:nvPr/>
              </p:nvSpPr>
              <p:spPr>
                <a:xfrm>
                  <a:off x="4907497" y="375052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6" y="922"/>
                        <a:pt x="531" y="967"/>
                        <a:pt x="652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" name="Google Shape;3838;p61"/>
              <p:cNvGrpSpPr/>
              <p:nvPr/>
            </p:nvGrpSpPr>
            <p:grpSpPr>
              <a:xfrm>
                <a:off x="4962300" y="3696348"/>
                <a:ext cx="38255" cy="32773"/>
                <a:chOff x="4962300" y="3696348"/>
                <a:chExt cx="38255" cy="32773"/>
              </a:xfrm>
            </p:grpSpPr>
            <p:sp>
              <p:nvSpPr>
                <p:cNvPr id="442" name="Google Shape;3839;p61"/>
                <p:cNvSpPr/>
                <p:nvPr/>
              </p:nvSpPr>
              <p:spPr>
                <a:xfrm>
                  <a:off x="4962300" y="3696348"/>
                  <a:ext cx="38255" cy="3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4167" extrusionOk="0">
                      <a:moveTo>
                        <a:pt x="2767" y="1"/>
                      </a:moveTo>
                      <a:cubicBezTo>
                        <a:pt x="2259" y="1"/>
                        <a:pt x="1740" y="189"/>
                        <a:pt x="1319" y="611"/>
                      </a:cubicBezTo>
                      <a:cubicBezTo>
                        <a:pt x="0" y="1929"/>
                        <a:pt x="932" y="4167"/>
                        <a:pt x="2783" y="4167"/>
                      </a:cubicBezTo>
                      <a:cubicBezTo>
                        <a:pt x="3932" y="4167"/>
                        <a:pt x="4863" y="3236"/>
                        <a:pt x="4863" y="2086"/>
                      </a:cubicBezTo>
                      <a:cubicBezTo>
                        <a:pt x="4863" y="833"/>
                        <a:pt x="3836" y="1"/>
                        <a:pt x="276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" name="Google Shape;3840;p61"/>
                <p:cNvSpPr/>
                <p:nvPr/>
              </p:nvSpPr>
              <p:spPr>
                <a:xfrm>
                  <a:off x="4975238" y="3706093"/>
                  <a:ext cx="15612" cy="13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702" extrusionOk="0">
                      <a:moveTo>
                        <a:pt x="1138" y="1"/>
                      </a:moveTo>
                      <a:cubicBezTo>
                        <a:pt x="388" y="1"/>
                        <a:pt x="1" y="908"/>
                        <a:pt x="533" y="1452"/>
                      </a:cubicBezTo>
                      <a:cubicBezTo>
                        <a:pt x="709" y="1624"/>
                        <a:pt x="923" y="1702"/>
                        <a:pt x="1132" y="1702"/>
                      </a:cubicBezTo>
                      <a:cubicBezTo>
                        <a:pt x="1569" y="1702"/>
                        <a:pt x="1984" y="1363"/>
                        <a:pt x="1984" y="847"/>
                      </a:cubicBezTo>
                      <a:cubicBezTo>
                        <a:pt x="1984" y="376"/>
                        <a:pt x="1609" y="1"/>
                        <a:pt x="113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7" name="Google Shape;3841;p61"/>
              <p:cNvGrpSpPr/>
              <p:nvPr/>
            </p:nvGrpSpPr>
            <p:grpSpPr>
              <a:xfrm>
                <a:off x="4980185" y="3743349"/>
                <a:ext cx="31499" cy="26969"/>
                <a:chOff x="4980185" y="3743349"/>
                <a:chExt cx="31499" cy="26969"/>
              </a:xfrm>
            </p:grpSpPr>
            <p:sp>
              <p:nvSpPr>
                <p:cNvPr id="440" name="Google Shape;3842;p61"/>
                <p:cNvSpPr/>
                <p:nvPr/>
              </p:nvSpPr>
              <p:spPr>
                <a:xfrm>
                  <a:off x="4980185" y="3743349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74" y="0"/>
                      </a:moveTo>
                      <a:cubicBezTo>
                        <a:pt x="1855" y="0"/>
                        <a:pt x="1427" y="155"/>
                        <a:pt x="1077" y="501"/>
                      </a:cubicBezTo>
                      <a:cubicBezTo>
                        <a:pt x="1" y="1578"/>
                        <a:pt x="763" y="3429"/>
                        <a:pt x="2287" y="3429"/>
                      </a:cubicBezTo>
                      <a:cubicBezTo>
                        <a:pt x="3230" y="3429"/>
                        <a:pt x="3993" y="2667"/>
                        <a:pt x="4005" y="1723"/>
                      </a:cubicBezTo>
                      <a:cubicBezTo>
                        <a:pt x="4005" y="689"/>
                        <a:pt x="3158" y="0"/>
                        <a:pt x="227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3843;p61"/>
                <p:cNvSpPr/>
                <p:nvPr/>
              </p:nvSpPr>
              <p:spPr>
                <a:xfrm>
                  <a:off x="4993123" y="3753094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8" name="Google Shape;3844;p61"/>
              <p:cNvGrpSpPr/>
              <p:nvPr/>
            </p:nvGrpSpPr>
            <p:grpSpPr>
              <a:xfrm>
                <a:off x="5013768" y="3734312"/>
                <a:ext cx="31499" cy="26969"/>
                <a:chOff x="5013768" y="3734312"/>
                <a:chExt cx="31499" cy="26969"/>
              </a:xfrm>
            </p:grpSpPr>
            <p:sp>
              <p:nvSpPr>
                <p:cNvPr id="438" name="Google Shape;3845;p61"/>
                <p:cNvSpPr/>
                <p:nvPr/>
              </p:nvSpPr>
              <p:spPr>
                <a:xfrm>
                  <a:off x="5013768" y="3734312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81" y="1"/>
                      </a:moveTo>
                      <a:cubicBezTo>
                        <a:pt x="1858" y="1"/>
                        <a:pt x="1428" y="159"/>
                        <a:pt x="1077" y="513"/>
                      </a:cubicBezTo>
                      <a:cubicBezTo>
                        <a:pt x="1" y="1590"/>
                        <a:pt x="775" y="3429"/>
                        <a:pt x="2299" y="3429"/>
                      </a:cubicBezTo>
                      <a:cubicBezTo>
                        <a:pt x="3231" y="3417"/>
                        <a:pt x="3993" y="2655"/>
                        <a:pt x="4005" y="1711"/>
                      </a:cubicBezTo>
                      <a:cubicBezTo>
                        <a:pt x="3997" y="682"/>
                        <a:pt x="3157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3846;p61"/>
                <p:cNvSpPr/>
                <p:nvPr/>
              </p:nvSpPr>
              <p:spPr>
                <a:xfrm>
                  <a:off x="5028043" y="3743963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9" name="Google Shape;3847;p61"/>
              <p:cNvGrpSpPr/>
              <p:nvPr/>
            </p:nvGrpSpPr>
            <p:grpSpPr>
              <a:xfrm>
                <a:off x="5036703" y="3764545"/>
                <a:ext cx="31499" cy="26898"/>
                <a:chOff x="5036703" y="3764545"/>
                <a:chExt cx="31499" cy="26898"/>
              </a:xfrm>
            </p:grpSpPr>
            <p:sp>
              <p:nvSpPr>
                <p:cNvPr id="436" name="Google Shape;3848;p61"/>
                <p:cNvSpPr/>
                <p:nvPr/>
              </p:nvSpPr>
              <p:spPr>
                <a:xfrm>
                  <a:off x="503670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19"/>
                        <a:pt x="2298" y="3419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3849;p61"/>
                <p:cNvSpPr/>
                <p:nvPr/>
              </p:nvSpPr>
              <p:spPr>
                <a:xfrm>
                  <a:off x="5049641" y="377421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0" name="Google Shape;3850;p61"/>
              <p:cNvGrpSpPr/>
              <p:nvPr/>
            </p:nvGrpSpPr>
            <p:grpSpPr>
              <a:xfrm>
                <a:off x="4953546" y="3768352"/>
                <a:ext cx="31405" cy="26898"/>
                <a:chOff x="4953546" y="3768352"/>
                <a:chExt cx="31405" cy="26898"/>
              </a:xfrm>
            </p:grpSpPr>
            <p:sp>
              <p:nvSpPr>
                <p:cNvPr id="434" name="Google Shape;3851;p61"/>
                <p:cNvSpPr/>
                <p:nvPr/>
              </p:nvSpPr>
              <p:spPr>
                <a:xfrm>
                  <a:off x="4953546" y="376835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1" y="0"/>
                      </a:moveTo>
                      <a:cubicBezTo>
                        <a:pt x="1852" y="0"/>
                        <a:pt x="1425" y="156"/>
                        <a:pt x="1077" y="504"/>
                      </a:cubicBezTo>
                      <a:cubicBezTo>
                        <a:pt x="1" y="1581"/>
                        <a:pt x="751" y="3419"/>
                        <a:pt x="2287" y="3419"/>
                      </a:cubicBezTo>
                      <a:cubicBezTo>
                        <a:pt x="3218" y="3419"/>
                        <a:pt x="3992" y="2657"/>
                        <a:pt x="3992" y="1726"/>
                      </a:cubicBezTo>
                      <a:cubicBezTo>
                        <a:pt x="3992" y="686"/>
                        <a:pt x="3150" y="0"/>
                        <a:pt x="227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3852;p61"/>
                <p:cNvSpPr/>
                <p:nvPr/>
              </p:nvSpPr>
              <p:spPr>
                <a:xfrm>
                  <a:off x="4966390" y="3778018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33"/>
                        <a:pt x="303" y="835"/>
                      </a:cubicBezTo>
                      <a:cubicBezTo>
                        <a:pt x="404" y="933"/>
                        <a:pt x="527" y="976"/>
                        <a:pt x="647" y="976"/>
                      </a:cubicBezTo>
                      <a:cubicBezTo>
                        <a:pt x="899" y="976"/>
                        <a:pt x="1138" y="784"/>
                        <a:pt x="1138" y="497"/>
                      </a:cubicBezTo>
                      <a:cubicBezTo>
                        <a:pt x="1138" y="218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1" name="Google Shape;3853;p61"/>
              <p:cNvGrpSpPr/>
              <p:nvPr/>
            </p:nvGrpSpPr>
            <p:grpSpPr>
              <a:xfrm>
                <a:off x="4964770" y="3814016"/>
                <a:ext cx="31499" cy="26993"/>
                <a:chOff x="4964770" y="3814016"/>
                <a:chExt cx="31499" cy="26993"/>
              </a:xfrm>
            </p:grpSpPr>
            <p:sp>
              <p:nvSpPr>
                <p:cNvPr id="432" name="Google Shape;3854;p61"/>
                <p:cNvSpPr/>
                <p:nvPr/>
              </p:nvSpPr>
              <p:spPr>
                <a:xfrm>
                  <a:off x="4964770" y="3814016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3855;p61"/>
                <p:cNvSpPr/>
                <p:nvPr/>
              </p:nvSpPr>
              <p:spPr>
                <a:xfrm>
                  <a:off x="4977715" y="3823690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35"/>
                      </a:cubicBezTo>
                      <a:cubicBezTo>
                        <a:pt x="399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2" name="Google Shape;3856;p61"/>
              <p:cNvGrpSpPr/>
              <p:nvPr/>
            </p:nvGrpSpPr>
            <p:grpSpPr>
              <a:xfrm>
                <a:off x="4923290" y="3800504"/>
                <a:ext cx="31468" cy="26898"/>
                <a:chOff x="4923290" y="3800504"/>
                <a:chExt cx="31468" cy="26898"/>
              </a:xfrm>
            </p:grpSpPr>
            <p:sp>
              <p:nvSpPr>
                <p:cNvPr id="430" name="Google Shape;3857;p61"/>
                <p:cNvSpPr/>
                <p:nvPr/>
              </p:nvSpPr>
              <p:spPr>
                <a:xfrm>
                  <a:off x="4923290" y="3800504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6" y="1"/>
                      </a:moveTo>
                      <a:cubicBezTo>
                        <a:pt x="1855" y="1"/>
                        <a:pt x="1426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4001" y="683"/>
                        <a:pt x="3156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3858;p61"/>
                <p:cNvSpPr/>
                <p:nvPr/>
              </p:nvSpPr>
              <p:spPr>
                <a:xfrm>
                  <a:off x="4937470" y="381017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" name="Google Shape;3859;p61"/>
              <p:cNvGrpSpPr/>
              <p:nvPr/>
            </p:nvGrpSpPr>
            <p:grpSpPr>
              <a:xfrm>
                <a:off x="5108534" y="3650943"/>
                <a:ext cx="31405" cy="26993"/>
                <a:chOff x="5108534" y="3650943"/>
                <a:chExt cx="31405" cy="26993"/>
              </a:xfrm>
            </p:grpSpPr>
            <p:sp>
              <p:nvSpPr>
                <p:cNvPr id="428" name="Google Shape;3860;p61"/>
                <p:cNvSpPr/>
                <p:nvPr/>
              </p:nvSpPr>
              <p:spPr>
                <a:xfrm>
                  <a:off x="5108534" y="365094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3861;p61"/>
                <p:cNvSpPr/>
                <p:nvPr/>
              </p:nvSpPr>
              <p:spPr>
                <a:xfrm>
                  <a:off x="5122707" y="366061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4" name="Google Shape;3862;p61"/>
              <p:cNvGrpSpPr/>
              <p:nvPr/>
            </p:nvGrpSpPr>
            <p:grpSpPr>
              <a:xfrm>
                <a:off x="5119380" y="3760739"/>
                <a:ext cx="31499" cy="26993"/>
                <a:chOff x="5119380" y="3760739"/>
                <a:chExt cx="31499" cy="26993"/>
              </a:xfrm>
            </p:grpSpPr>
            <p:sp>
              <p:nvSpPr>
                <p:cNvPr id="426" name="Google Shape;3863;p61"/>
                <p:cNvSpPr/>
                <p:nvPr/>
              </p:nvSpPr>
              <p:spPr>
                <a:xfrm>
                  <a:off x="5119380" y="3760739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3864;p61"/>
                <p:cNvSpPr/>
                <p:nvPr/>
              </p:nvSpPr>
              <p:spPr>
                <a:xfrm>
                  <a:off x="5132318" y="3770405"/>
                  <a:ext cx="8856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3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0" y="972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5" name="Google Shape;3865;p61"/>
              <p:cNvGrpSpPr/>
              <p:nvPr/>
            </p:nvGrpSpPr>
            <p:grpSpPr>
              <a:xfrm>
                <a:off x="5119380" y="3788235"/>
                <a:ext cx="31499" cy="26993"/>
                <a:chOff x="5119380" y="3788235"/>
                <a:chExt cx="31499" cy="26993"/>
              </a:xfrm>
            </p:grpSpPr>
            <p:sp>
              <p:nvSpPr>
                <p:cNvPr id="424" name="Google Shape;3866;p61"/>
                <p:cNvSpPr/>
                <p:nvPr/>
              </p:nvSpPr>
              <p:spPr>
                <a:xfrm>
                  <a:off x="5119380" y="378823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19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3867;p61"/>
                <p:cNvSpPr/>
                <p:nvPr/>
              </p:nvSpPr>
              <p:spPr>
                <a:xfrm>
                  <a:off x="5132318" y="379790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6" name="Google Shape;3868;p61"/>
              <p:cNvGrpSpPr/>
              <p:nvPr/>
            </p:nvGrpSpPr>
            <p:grpSpPr>
              <a:xfrm>
                <a:off x="5158005" y="3875284"/>
                <a:ext cx="31405" cy="27001"/>
                <a:chOff x="5158005" y="3875284"/>
                <a:chExt cx="31405" cy="27001"/>
              </a:xfrm>
            </p:grpSpPr>
            <p:sp>
              <p:nvSpPr>
                <p:cNvPr id="422" name="Google Shape;3869;p61"/>
                <p:cNvSpPr/>
                <p:nvPr/>
              </p:nvSpPr>
              <p:spPr>
                <a:xfrm>
                  <a:off x="5158005" y="3875284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3870;p61"/>
                <p:cNvSpPr/>
                <p:nvPr/>
              </p:nvSpPr>
              <p:spPr>
                <a:xfrm>
                  <a:off x="5170848" y="3884958"/>
                  <a:ext cx="8950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2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6" y="926"/>
                        <a:pt x="531" y="972"/>
                        <a:pt x="652" y="972"/>
                      </a:cubicBezTo>
                      <a:cubicBezTo>
                        <a:pt x="902" y="972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7" name="Google Shape;3871;p61"/>
              <p:cNvGrpSpPr/>
              <p:nvPr/>
            </p:nvGrpSpPr>
            <p:grpSpPr>
              <a:xfrm>
                <a:off x="5233163" y="3764545"/>
                <a:ext cx="31499" cy="26898"/>
                <a:chOff x="5233163" y="3764545"/>
                <a:chExt cx="31499" cy="26898"/>
              </a:xfrm>
            </p:grpSpPr>
            <p:sp>
              <p:nvSpPr>
                <p:cNvPr id="420" name="Google Shape;3872;p61"/>
                <p:cNvSpPr/>
                <p:nvPr/>
              </p:nvSpPr>
              <p:spPr>
                <a:xfrm>
                  <a:off x="523316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2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3873;p61"/>
                <p:cNvSpPr/>
                <p:nvPr/>
              </p:nvSpPr>
              <p:spPr>
                <a:xfrm>
                  <a:off x="5246108" y="3774211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8" name="Google Shape;3874;p61"/>
              <p:cNvGrpSpPr/>
              <p:nvPr/>
            </p:nvGrpSpPr>
            <p:grpSpPr>
              <a:xfrm>
                <a:off x="5276168" y="3805545"/>
                <a:ext cx="31499" cy="26906"/>
                <a:chOff x="5276168" y="3805545"/>
                <a:chExt cx="31499" cy="26906"/>
              </a:xfrm>
            </p:grpSpPr>
            <p:sp>
              <p:nvSpPr>
                <p:cNvPr id="418" name="Google Shape;3875;p61"/>
                <p:cNvSpPr/>
                <p:nvPr/>
              </p:nvSpPr>
              <p:spPr>
                <a:xfrm>
                  <a:off x="5276168" y="380554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1" y="1"/>
                      </a:moveTo>
                      <a:cubicBezTo>
                        <a:pt x="1860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3876;p61"/>
                <p:cNvSpPr/>
                <p:nvPr/>
              </p:nvSpPr>
              <p:spPr>
                <a:xfrm>
                  <a:off x="5289106" y="3815219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9" y="1"/>
                        <a:pt x="1" y="521"/>
                        <a:pt x="303" y="823"/>
                      </a:cubicBezTo>
                      <a:cubicBezTo>
                        <a:pt x="402" y="922"/>
                        <a:pt x="524" y="967"/>
                        <a:pt x="644" y="967"/>
                      </a:cubicBezTo>
                      <a:cubicBezTo>
                        <a:pt x="890" y="967"/>
                        <a:pt x="1126" y="778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9" name="Google Shape;3877;p61"/>
              <p:cNvGrpSpPr/>
              <p:nvPr/>
            </p:nvGrpSpPr>
            <p:grpSpPr>
              <a:xfrm>
                <a:off x="5294053" y="3851933"/>
                <a:ext cx="31405" cy="26945"/>
                <a:chOff x="5294053" y="3851933"/>
                <a:chExt cx="31405" cy="26945"/>
              </a:xfrm>
            </p:grpSpPr>
            <p:sp>
              <p:nvSpPr>
                <p:cNvPr id="416" name="Google Shape;3878;p61"/>
                <p:cNvSpPr/>
                <p:nvPr/>
              </p:nvSpPr>
              <p:spPr>
                <a:xfrm>
                  <a:off x="5294053" y="3851933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4" y="1"/>
                        <a:pt x="1426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3879;p61"/>
                <p:cNvSpPr/>
                <p:nvPr/>
              </p:nvSpPr>
              <p:spPr>
                <a:xfrm>
                  <a:off x="5308234" y="386155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63"/>
                        <a:pt x="218" y="968"/>
                        <a:pt x="484" y="968"/>
                      </a:cubicBezTo>
                      <a:cubicBezTo>
                        <a:pt x="750" y="968"/>
                        <a:pt x="968" y="763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3880;p61"/>
              <p:cNvGrpSpPr/>
              <p:nvPr/>
            </p:nvGrpSpPr>
            <p:grpSpPr>
              <a:xfrm>
                <a:off x="5341723" y="3851902"/>
                <a:ext cx="31405" cy="26977"/>
                <a:chOff x="5341723" y="3851902"/>
                <a:chExt cx="31405" cy="26977"/>
              </a:xfrm>
            </p:grpSpPr>
            <p:sp>
              <p:nvSpPr>
                <p:cNvPr id="414" name="Google Shape;3881;p61"/>
                <p:cNvSpPr/>
                <p:nvPr/>
              </p:nvSpPr>
              <p:spPr>
                <a:xfrm>
                  <a:off x="5341723" y="3851902"/>
                  <a:ext cx="31405" cy="26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0" extrusionOk="0">
                      <a:moveTo>
                        <a:pt x="2266" y="1"/>
                      </a:moveTo>
                      <a:cubicBezTo>
                        <a:pt x="1848" y="1"/>
                        <a:pt x="1423" y="156"/>
                        <a:pt x="1077" y="502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4"/>
                      </a:cubicBezTo>
                      <a:cubicBezTo>
                        <a:pt x="3992" y="690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3882;p61"/>
                <p:cNvSpPr/>
                <p:nvPr/>
              </p:nvSpPr>
              <p:spPr>
                <a:xfrm>
                  <a:off x="5354567" y="3861647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7" y="964"/>
                        <a:pt x="646" y="964"/>
                      </a:cubicBezTo>
                      <a:cubicBezTo>
                        <a:pt x="898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1" name="Google Shape;3883;p61"/>
              <p:cNvGrpSpPr/>
              <p:nvPr/>
            </p:nvGrpSpPr>
            <p:grpSpPr>
              <a:xfrm>
                <a:off x="5054871" y="3507855"/>
                <a:ext cx="31405" cy="26993"/>
                <a:chOff x="5054871" y="3507855"/>
                <a:chExt cx="31405" cy="26993"/>
              </a:xfrm>
            </p:grpSpPr>
            <p:sp>
              <p:nvSpPr>
                <p:cNvPr id="412" name="Google Shape;3884;p61"/>
                <p:cNvSpPr/>
                <p:nvPr/>
              </p:nvSpPr>
              <p:spPr>
                <a:xfrm>
                  <a:off x="5054871" y="3507855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31"/>
                        <a:pt x="2287" y="3431"/>
                      </a:cubicBezTo>
                      <a:cubicBezTo>
                        <a:pt x="3230" y="3431"/>
                        <a:pt x="3993" y="2657"/>
                        <a:pt x="3993" y="1714"/>
                      </a:cubicBezTo>
                      <a:cubicBezTo>
                        <a:pt x="3993" y="682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3885;p61"/>
                <p:cNvSpPr/>
                <p:nvPr/>
              </p:nvSpPr>
              <p:spPr>
                <a:xfrm>
                  <a:off x="5067715" y="351752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15" y="823"/>
                      </a:cubicBezTo>
                      <a:cubicBezTo>
                        <a:pt x="414" y="922"/>
                        <a:pt x="536" y="967"/>
                        <a:pt x="656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2" name="Google Shape;3886;p61"/>
              <p:cNvGrpSpPr/>
              <p:nvPr/>
            </p:nvGrpSpPr>
            <p:grpSpPr>
              <a:xfrm>
                <a:off x="4876579" y="3675325"/>
                <a:ext cx="31405" cy="26969"/>
                <a:chOff x="4876579" y="3675325"/>
                <a:chExt cx="31405" cy="26969"/>
              </a:xfrm>
            </p:grpSpPr>
            <p:sp>
              <p:nvSpPr>
                <p:cNvPr id="410" name="Google Shape;3887;p61"/>
                <p:cNvSpPr/>
                <p:nvPr/>
              </p:nvSpPr>
              <p:spPr>
                <a:xfrm>
                  <a:off x="4876579" y="3675325"/>
                  <a:ext cx="31405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9" extrusionOk="0">
                      <a:moveTo>
                        <a:pt x="2266" y="0"/>
                      </a:moveTo>
                      <a:cubicBezTo>
                        <a:pt x="1848" y="0"/>
                        <a:pt x="1423" y="155"/>
                        <a:pt x="1077" y="501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3"/>
                      </a:cubicBezTo>
                      <a:cubicBezTo>
                        <a:pt x="3992" y="689"/>
                        <a:pt x="3146" y="0"/>
                        <a:pt x="226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3888;p61"/>
                <p:cNvSpPr/>
                <p:nvPr/>
              </p:nvSpPr>
              <p:spPr>
                <a:xfrm>
                  <a:off x="4889517" y="3684975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2" y="0"/>
                      </a:moveTo>
                      <a:cubicBezTo>
                        <a:pt x="218" y="12"/>
                        <a:pt x="0" y="520"/>
                        <a:pt x="303" y="835"/>
                      </a:cubicBezTo>
                      <a:cubicBezTo>
                        <a:pt x="400" y="932"/>
                        <a:pt x="520" y="976"/>
                        <a:pt x="638" y="976"/>
                      </a:cubicBezTo>
                      <a:cubicBezTo>
                        <a:pt x="886" y="976"/>
                        <a:pt x="1125" y="783"/>
                        <a:pt x="1125" y="496"/>
                      </a:cubicBezTo>
                      <a:cubicBezTo>
                        <a:pt x="1125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3" name="Google Shape;3889;p61"/>
              <p:cNvGrpSpPr/>
              <p:nvPr/>
            </p:nvGrpSpPr>
            <p:grpSpPr>
              <a:xfrm>
                <a:off x="4842233" y="3688333"/>
                <a:ext cx="31405" cy="26993"/>
                <a:chOff x="4842233" y="3688333"/>
                <a:chExt cx="31405" cy="26993"/>
              </a:xfrm>
            </p:grpSpPr>
            <p:sp>
              <p:nvSpPr>
                <p:cNvPr id="408" name="Google Shape;3890;p61"/>
                <p:cNvSpPr/>
                <p:nvPr/>
              </p:nvSpPr>
              <p:spPr>
                <a:xfrm>
                  <a:off x="4842233" y="368833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20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3891;p61"/>
                <p:cNvSpPr/>
                <p:nvPr/>
              </p:nvSpPr>
              <p:spPr>
                <a:xfrm>
                  <a:off x="4855076" y="369809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64" y="1"/>
                      </a:moveTo>
                      <a:cubicBezTo>
                        <a:pt x="656" y="1"/>
                        <a:pt x="649" y="1"/>
                        <a:pt x="641" y="1"/>
                      </a:cubicBezTo>
                      <a:cubicBezTo>
                        <a:pt x="218" y="1"/>
                        <a:pt x="0" y="522"/>
                        <a:pt x="303" y="824"/>
                      </a:cubicBezTo>
                      <a:cubicBezTo>
                        <a:pt x="400" y="921"/>
                        <a:pt x="520" y="965"/>
                        <a:pt x="638" y="965"/>
                      </a:cubicBezTo>
                      <a:cubicBezTo>
                        <a:pt x="886" y="965"/>
                        <a:pt x="1125" y="772"/>
                        <a:pt x="1125" y="485"/>
                      </a:cubicBezTo>
                      <a:cubicBezTo>
                        <a:pt x="1125" y="215"/>
                        <a:pt x="931" y="1"/>
                        <a:pt x="66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4" name="Google Shape;3892;p61"/>
              <p:cNvGrpSpPr/>
              <p:nvPr/>
            </p:nvGrpSpPr>
            <p:grpSpPr>
              <a:xfrm>
                <a:off x="5187876" y="3608032"/>
                <a:ext cx="31405" cy="27001"/>
                <a:chOff x="5187876" y="3608032"/>
                <a:chExt cx="31405" cy="27001"/>
              </a:xfrm>
            </p:grpSpPr>
            <p:sp>
              <p:nvSpPr>
                <p:cNvPr id="406" name="Google Shape;3893;p61"/>
                <p:cNvSpPr/>
                <p:nvPr/>
              </p:nvSpPr>
              <p:spPr>
                <a:xfrm>
                  <a:off x="5187876" y="36080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3894;p61"/>
                <p:cNvSpPr/>
                <p:nvPr/>
              </p:nvSpPr>
              <p:spPr>
                <a:xfrm>
                  <a:off x="5202057" y="361770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5" name="Google Shape;3895;p61"/>
              <p:cNvSpPr/>
              <p:nvPr/>
            </p:nvSpPr>
            <p:spPr>
              <a:xfrm>
                <a:off x="5142589" y="3410030"/>
                <a:ext cx="42542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5409" h="4644" extrusionOk="0">
                    <a:moveTo>
                      <a:pt x="3085" y="1"/>
                    </a:moveTo>
                    <a:cubicBezTo>
                      <a:pt x="2516" y="1"/>
                      <a:pt x="1935" y="213"/>
                      <a:pt x="1465" y="688"/>
                    </a:cubicBezTo>
                    <a:cubicBezTo>
                      <a:pt x="1" y="2140"/>
                      <a:pt x="1029" y="4632"/>
                      <a:pt x="3098" y="4644"/>
                    </a:cubicBezTo>
                    <a:cubicBezTo>
                      <a:pt x="4380" y="4632"/>
                      <a:pt x="5408" y="3603"/>
                      <a:pt x="5408" y="2321"/>
                    </a:cubicBezTo>
                    <a:cubicBezTo>
                      <a:pt x="5408" y="923"/>
                      <a:pt x="4270" y="1"/>
                      <a:pt x="3085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3896;p61"/>
              <p:cNvSpPr/>
              <p:nvPr/>
            </p:nvSpPr>
            <p:spPr>
              <a:xfrm>
                <a:off x="5158382" y="3419720"/>
                <a:ext cx="17138" cy="17130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178" extrusionOk="0">
                    <a:moveTo>
                      <a:pt x="1090" y="0"/>
                    </a:moveTo>
                    <a:cubicBezTo>
                      <a:pt x="485" y="0"/>
                      <a:pt x="1" y="484"/>
                      <a:pt x="1" y="1089"/>
                    </a:cubicBezTo>
                    <a:cubicBezTo>
                      <a:pt x="1" y="1694"/>
                      <a:pt x="485" y="2178"/>
                      <a:pt x="1090" y="2178"/>
                    </a:cubicBezTo>
                    <a:cubicBezTo>
                      <a:pt x="1694" y="2178"/>
                      <a:pt x="2178" y="1694"/>
                      <a:pt x="2178" y="1089"/>
                    </a:cubicBezTo>
                    <a:cubicBezTo>
                      <a:pt x="2178" y="484"/>
                      <a:pt x="1694" y="0"/>
                      <a:pt x="1090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7" name="Google Shape;3897;p61"/>
              <p:cNvGrpSpPr/>
              <p:nvPr/>
            </p:nvGrpSpPr>
            <p:grpSpPr>
              <a:xfrm>
                <a:off x="5269224" y="3304167"/>
                <a:ext cx="40253" cy="34402"/>
                <a:chOff x="5269224" y="3304167"/>
                <a:chExt cx="40253" cy="34402"/>
              </a:xfrm>
            </p:grpSpPr>
            <p:sp>
              <p:nvSpPr>
                <p:cNvPr id="404" name="Google Shape;3898;p61"/>
                <p:cNvSpPr/>
                <p:nvPr/>
              </p:nvSpPr>
              <p:spPr>
                <a:xfrm>
                  <a:off x="5269224" y="3304167"/>
                  <a:ext cx="40253" cy="3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74" extrusionOk="0">
                      <a:moveTo>
                        <a:pt x="2915" y="0"/>
                      </a:moveTo>
                      <a:cubicBezTo>
                        <a:pt x="2376" y="0"/>
                        <a:pt x="1827" y="201"/>
                        <a:pt x="1380" y="648"/>
                      </a:cubicBezTo>
                      <a:cubicBezTo>
                        <a:pt x="1" y="2015"/>
                        <a:pt x="980" y="4374"/>
                        <a:pt x="2928" y="4374"/>
                      </a:cubicBezTo>
                      <a:cubicBezTo>
                        <a:pt x="4126" y="4374"/>
                        <a:pt x="5105" y="3394"/>
                        <a:pt x="5118" y="2184"/>
                      </a:cubicBezTo>
                      <a:cubicBezTo>
                        <a:pt x="5109" y="869"/>
                        <a:pt x="4036" y="0"/>
                        <a:pt x="291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3899;p61"/>
                <p:cNvSpPr/>
                <p:nvPr/>
              </p:nvSpPr>
              <p:spPr>
                <a:xfrm>
                  <a:off x="5284639" y="3313826"/>
                  <a:ext cx="15132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4" h="1925" extrusionOk="0">
                      <a:moveTo>
                        <a:pt x="968" y="1"/>
                      </a:moveTo>
                      <a:cubicBezTo>
                        <a:pt x="436" y="1"/>
                        <a:pt x="0" y="436"/>
                        <a:pt x="0" y="956"/>
                      </a:cubicBezTo>
                      <a:cubicBezTo>
                        <a:pt x="0" y="1489"/>
                        <a:pt x="436" y="1924"/>
                        <a:pt x="968" y="1924"/>
                      </a:cubicBezTo>
                      <a:cubicBezTo>
                        <a:pt x="1500" y="1924"/>
                        <a:pt x="1924" y="1489"/>
                        <a:pt x="1924" y="956"/>
                      </a:cubicBezTo>
                      <a:cubicBezTo>
                        <a:pt x="1924" y="436"/>
                        <a:pt x="1500" y="1"/>
                        <a:pt x="96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8" name="Google Shape;3900;p61"/>
              <p:cNvGrpSpPr/>
              <p:nvPr/>
            </p:nvGrpSpPr>
            <p:grpSpPr>
              <a:xfrm>
                <a:off x="5327354" y="3476615"/>
                <a:ext cx="49864" cy="42723"/>
                <a:chOff x="5327354" y="3476615"/>
                <a:chExt cx="49864" cy="42723"/>
              </a:xfrm>
            </p:grpSpPr>
            <p:sp>
              <p:nvSpPr>
                <p:cNvPr id="402" name="Google Shape;3901;p61"/>
                <p:cNvSpPr/>
                <p:nvPr/>
              </p:nvSpPr>
              <p:spPr>
                <a:xfrm>
                  <a:off x="5327354" y="3476615"/>
                  <a:ext cx="49864" cy="4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0" h="5432" extrusionOk="0">
                      <a:moveTo>
                        <a:pt x="3602" y="1"/>
                      </a:moveTo>
                      <a:cubicBezTo>
                        <a:pt x="2936" y="1"/>
                        <a:pt x="2257" y="248"/>
                        <a:pt x="1706" y="799"/>
                      </a:cubicBezTo>
                      <a:cubicBezTo>
                        <a:pt x="1" y="2504"/>
                        <a:pt x="1210" y="5432"/>
                        <a:pt x="3630" y="5432"/>
                      </a:cubicBezTo>
                      <a:cubicBezTo>
                        <a:pt x="5118" y="5432"/>
                        <a:pt x="6339" y="4222"/>
                        <a:pt x="6339" y="2722"/>
                      </a:cubicBezTo>
                      <a:cubicBezTo>
                        <a:pt x="6339" y="1084"/>
                        <a:pt x="4998" y="1"/>
                        <a:pt x="360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3902;p61"/>
                <p:cNvSpPr/>
                <p:nvPr/>
              </p:nvSpPr>
              <p:spPr>
                <a:xfrm>
                  <a:off x="5340197" y="3486321"/>
                  <a:ext cx="27315" cy="2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3" h="2976" extrusionOk="0">
                      <a:moveTo>
                        <a:pt x="1985" y="0"/>
                      </a:moveTo>
                      <a:cubicBezTo>
                        <a:pt x="666" y="0"/>
                        <a:pt x="1" y="1597"/>
                        <a:pt x="944" y="2540"/>
                      </a:cubicBezTo>
                      <a:cubicBezTo>
                        <a:pt x="1245" y="2841"/>
                        <a:pt x="1614" y="2975"/>
                        <a:pt x="1977" y="2975"/>
                      </a:cubicBezTo>
                      <a:cubicBezTo>
                        <a:pt x="2739" y="2975"/>
                        <a:pt x="3473" y="2381"/>
                        <a:pt x="3473" y="1488"/>
                      </a:cubicBezTo>
                      <a:cubicBezTo>
                        <a:pt x="3473" y="665"/>
                        <a:pt x="2807" y="0"/>
                        <a:pt x="19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9" name="Google Shape;3903;p61"/>
              <p:cNvSpPr/>
              <p:nvPr/>
            </p:nvSpPr>
            <p:spPr>
              <a:xfrm>
                <a:off x="5290255" y="3703080"/>
                <a:ext cx="31397" cy="26898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3420" extrusionOk="0">
                    <a:moveTo>
                      <a:pt x="2272" y="1"/>
                    </a:moveTo>
                    <a:cubicBezTo>
                      <a:pt x="1853" y="1"/>
                      <a:pt x="1425" y="156"/>
                      <a:pt x="1077" y="505"/>
                    </a:cubicBezTo>
                    <a:cubicBezTo>
                      <a:pt x="0" y="1581"/>
                      <a:pt x="762" y="3420"/>
                      <a:pt x="2286" y="3420"/>
                    </a:cubicBezTo>
                    <a:cubicBezTo>
                      <a:pt x="3230" y="3420"/>
                      <a:pt x="3992" y="2658"/>
                      <a:pt x="3992" y="1714"/>
                    </a:cubicBezTo>
                    <a:cubicBezTo>
                      <a:pt x="3992" y="683"/>
                      <a:pt x="3150" y="1"/>
                      <a:pt x="2272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3904;p61"/>
              <p:cNvSpPr/>
              <p:nvPr/>
            </p:nvSpPr>
            <p:spPr>
              <a:xfrm>
                <a:off x="5304427" y="3712754"/>
                <a:ext cx="7621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9" h="969" extrusionOk="0">
                    <a:moveTo>
                      <a:pt x="484" y="0"/>
                    </a:moveTo>
                    <a:cubicBezTo>
                      <a:pt x="218" y="0"/>
                      <a:pt x="0" y="218"/>
                      <a:pt x="0" y="484"/>
                    </a:cubicBezTo>
                    <a:cubicBezTo>
                      <a:pt x="0" y="750"/>
                      <a:pt x="218" y="968"/>
                      <a:pt x="484" y="968"/>
                    </a:cubicBezTo>
                    <a:cubicBezTo>
                      <a:pt x="750" y="968"/>
                      <a:pt x="968" y="750"/>
                      <a:pt x="968" y="484"/>
                    </a:cubicBezTo>
                    <a:cubicBezTo>
                      <a:pt x="968" y="218"/>
                      <a:pt x="750" y="0"/>
                      <a:pt x="48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1" name="Google Shape;3905;p61"/>
              <p:cNvGrpSpPr/>
              <p:nvPr/>
            </p:nvGrpSpPr>
            <p:grpSpPr>
              <a:xfrm>
                <a:off x="5341723" y="3775957"/>
                <a:ext cx="31405" cy="26898"/>
                <a:chOff x="5341723" y="3775957"/>
                <a:chExt cx="31405" cy="26898"/>
              </a:xfrm>
            </p:grpSpPr>
            <p:sp>
              <p:nvSpPr>
                <p:cNvPr id="400" name="Google Shape;3906;p61"/>
                <p:cNvSpPr/>
                <p:nvPr/>
              </p:nvSpPr>
              <p:spPr>
                <a:xfrm>
                  <a:off x="5341723" y="377595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3907;p61"/>
                <p:cNvSpPr/>
                <p:nvPr/>
              </p:nvSpPr>
              <p:spPr>
                <a:xfrm>
                  <a:off x="5354567" y="378563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2" y="922"/>
                        <a:pt x="525" y="966"/>
                        <a:pt x="646" y="966"/>
                      </a:cubicBezTo>
                      <a:cubicBezTo>
                        <a:pt x="896" y="966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2" name="Google Shape;3908;p61"/>
              <p:cNvGrpSpPr/>
              <p:nvPr/>
            </p:nvGrpSpPr>
            <p:grpSpPr>
              <a:xfrm>
                <a:off x="5439053" y="3699274"/>
                <a:ext cx="31405" cy="26898"/>
                <a:chOff x="5439053" y="3699274"/>
                <a:chExt cx="31405" cy="26898"/>
              </a:xfrm>
            </p:grpSpPr>
            <p:sp>
              <p:nvSpPr>
                <p:cNvPr id="398" name="Google Shape;3909;p61"/>
                <p:cNvSpPr/>
                <p:nvPr/>
              </p:nvSpPr>
              <p:spPr>
                <a:xfrm>
                  <a:off x="5439053" y="36992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10;p61"/>
                <p:cNvSpPr/>
                <p:nvPr/>
              </p:nvSpPr>
              <p:spPr>
                <a:xfrm>
                  <a:off x="5453225" y="3708948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3" name="Google Shape;3911;p61"/>
              <p:cNvGrpSpPr/>
              <p:nvPr/>
            </p:nvGrpSpPr>
            <p:grpSpPr>
              <a:xfrm>
                <a:off x="5412414" y="3622307"/>
                <a:ext cx="31499" cy="26993"/>
                <a:chOff x="5412414" y="3622307"/>
                <a:chExt cx="31499" cy="26993"/>
              </a:xfrm>
            </p:grpSpPr>
            <p:sp>
              <p:nvSpPr>
                <p:cNvPr id="396" name="Google Shape;3912;p61"/>
                <p:cNvSpPr/>
                <p:nvPr/>
              </p:nvSpPr>
              <p:spPr>
                <a:xfrm>
                  <a:off x="5412414" y="3622307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13;p61"/>
                <p:cNvSpPr/>
                <p:nvPr/>
              </p:nvSpPr>
              <p:spPr>
                <a:xfrm>
                  <a:off x="5426681" y="3632075"/>
                  <a:ext cx="7527" cy="7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6" extrusionOk="0">
                      <a:moveTo>
                        <a:pt x="485" y="0"/>
                      </a:moveTo>
                      <a:cubicBezTo>
                        <a:pt x="206" y="0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85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4" name="Google Shape;3914;p61"/>
              <p:cNvGrpSpPr/>
              <p:nvPr/>
            </p:nvGrpSpPr>
            <p:grpSpPr>
              <a:xfrm>
                <a:off x="5476254" y="3473949"/>
                <a:ext cx="26835" cy="26930"/>
                <a:chOff x="5476254" y="3473949"/>
                <a:chExt cx="26835" cy="26930"/>
              </a:xfrm>
            </p:grpSpPr>
            <p:sp>
              <p:nvSpPr>
                <p:cNvPr id="394" name="Google Shape;3915;p61"/>
                <p:cNvSpPr/>
                <p:nvPr/>
              </p:nvSpPr>
              <p:spPr>
                <a:xfrm>
                  <a:off x="5476254" y="3473949"/>
                  <a:ext cx="2683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24" extrusionOk="0">
                      <a:moveTo>
                        <a:pt x="1706" y="1"/>
                      </a:moveTo>
                      <a:cubicBezTo>
                        <a:pt x="762" y="1"/>
                        <a:pt x="0" y="775"/>
                        <a:pt x="0" y="1718"/>
                      </a:cubicBezTo>
                      <a:cubicBezTo>
                        <a:pt x="0" y="2662"/>
                        <a:pt x="762" y="3424"/>
                        <a:pt x="1706" y="3424"/>
                      </a:cubicBezTo>
                      <a:cubicBezTo>
                        <a:pt x="2649" y="3424"/>
                        <a:pt x="3411" y="2662"/>
                        <a:pt x="3411" y="1718"/>
                      </a:cubicBezTo>
                      <a:cubicBezTo>
                        <a:pt x="3411" y="775"/>
                        <a:pt x="2649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16;p61"/>
                <p:cNvSpPr/>
                <p:nvPr/>
              </p:nvSpPr>
              <p:spPr>
                <a:xfrm>
                  <a:off x="5485857" y="3483655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5" name="Google Shape;3917;p61"/>
              <p:cNvGrpSpPr/>
              <p:nvPr/>
            </p:nvGrpSpPr>
            <p:grpSpPr>
              <a:xfrm>
                <a:off x="5564547" y="3481594"/>
                <a:ext cx="31397" cy="26898"/>
                <a:chOff x="5564547" y="3481594"/>
                <a:chExt cx="31397" cy="26898"/>
              </a:xfrm>
            </p:grpSpPr>
            <p:sp>
              <p:nvSpPr>
                <p:cNvPr id="392" name="Google Shape;3918;p61"/>
                <p:cNvSpPr/>
                <p:nvPr/>
              </p:nvSpPr>
              <p:spPr>
                <a:xfrm>
                  <a:off x="5564547" y="3481594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19;p61"/>
                <p:cNvSpPr/>
                <p:nvPr/>
              </p:nvSpPr>
              <p:spPr>
                <a:xfrm>
                  <a:off x="5578719" y="349126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" name="Google Shape;3920;p61"/>
              <p:cNvGrpSpPr/>
              <p:nvPr/>
            </p:nvGrpSpPr>
            <p:grpSpPr>
              <a:xfrm>
                <a:off x="5534101" y="3470174"/>
                <a:ext cx="31397" cy="26906"/>
                <a:chOff x="5534101" y="3470174"/>
                <a:chExt cx="31397" cy="26906"/>
              </a:xfrm>
            </p:grpSpPr>
            <p:sp>
              <p:nvSpPr>
                <p:cNvPr id="390" name="Google Shape;3921;p61"/>
                <p:cNvSpPr/>
                <p:nvPr/>
              </p:nvSpPr>
              <p:spPr>
                <a:xfrm>
                  <a:off x="5534101" y="3470174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22;p61"/>
                <p:cNvSpPr/>
                <p:nvPr/>
              </p:nvSpPr>
              <p:spPr>
                <a:xfrm>
                  <a:off x="5546945" y="3479848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6" y="964"/>
                        <a:pt x="646" y="964"/>
                      </a:cubicBezTo>
                      <a:cubicBezTo>
                        <a:pt x="898" y="964"/>
                        <a:pt x="1137" y="771"/>
                        <a:pt x="1137" y="484"/>
                      </a:cubicBezTo>
                      <a:cubicBezTo>
                        <a:pt x="1137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7" name="Google Shape;3923;p61"/>
              <p:cNvGrpSpPr/>
              <p:nvPr/>
            </p:nvGrpSpPr>
            <p:grpSpPr>
              <a:xfrm>
                <a:off x="5610879" y="3314486"/>
                <a:ext cx="31499" cy="26938"/>
                <a:chOff x="5610879" y="3314486"/>
                <a:chExt cx="31499" cy="26938"/>
              </a:xfrm>
            </p:grpSpPr>
            <p:sp>
              <p:nvSpPr>
                <p:cNvPr id="388" name="Google Shape;3924;p61"/>
                <p:cNvSpPr/>
                <p:nvPr/>
              </p:nvSpPr>
              <p:spPr>
                <a:xfrm>
                  <a:off x="5610879" y="3314486"/>
                  <a:ext cx="31499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5" extrusionOk="0">
                      <a:moveTo>
                        <a:pt x="2285" y="0"/>
                      </a:moveTo>
                      <a:cubicBezTo>
                        <a:pt x="1865" y="0"/>
                        <a:pt x="1437" y="157"/>
                        <a:pt x="1089" y="509"/>
                      </a:cubicBezTo>
                      <a:cubicBezTo>
                        <a:pt x="0" y="1586"/>
                        <a:pt x="774" y="3425"/>
                        <a:pt x="2299" y="3425"/>
                      </a:cubicBezTo>
                      <a:cubicBezTo>
                        <a:pt x="3242" y="3425"/>
                        <a:pt x="4004" y="2663"/>
                        <a:pt x="4004" y="1719"/>
                      </a:cubicBezTo>
                      <a:cubicBezTo>
                        <a:pt x="4004" y="688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925;p61"/>
                <p:cNvSpPr/>
                <p:nvPr/>
              </p:nvSpPr>
              <p:spPr>
                <a:xfrm>
                  <a:off x="5623817" y="3324192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75" y="1"/>
                      </a:moveTo>
                      <a:cubicBezTo>
                        <a:pt x="668" y="1"/>
                        <a:pt x="661" y="1"/>
                        <a:pt x="654" y="1"/>
                      </a:cubicBezTo>
                      <a:cubicBezTo>
                        <a:pt x="218" y="1"/>
                        <a:pt x="0" y="509"/>
                        <a:pt x="303" y="824"/>
                      </a:cubicBezTo>
                      <a:cubicBezTo>
                        <a:pt x="404" y="921"/>
                        <a:pt x="525" y="965"/>
                        <a:pt x="644" y="965"/>
                      </a:cubicBezTo>
                      <a:cubicBezTo>
                        <a:pt x="893" y="965"/>
                        <a:pt x="1129" y="772"/>
                        <a:pt x="1137" y="485"/>
                      </a:cubicBezTo>
                      <a:cubicBezTo>
                        <a:pt x="1137" y="214"/>
                        <a:pt x="931" y="1"/>
                        <a:pt x="67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8" name="Google Shape;3926;p61"/>
              <p:cNvGrpSpPr/>
              <p:nvPr/>
            </p:nvGrpSpPr>
            <p:grpSpPr>
              <a:xfrm>
                <a:off x="4834525" y="3501382"/>
                <a:ext cx="31499" cy="26898"/>
                <a:chOff x="4834525" y="3501382"/>
                <a:chExt cx="31499" cy="26898"/>
              </a:xfrm>
            </p:grpSpPr>
            <p:sp>
              <p:nvSpPr>
                <p:cNvPr id="386" name="Google Shape;3927;p61"/>
                <p:cNvSpPr/>
                <p:nvPr/>
              </p:nvSpPr>
              <p:spPr>
                <a:xfrm>
                  <a:off x="4834525" y="350138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928;p61"/>
                <p:cNvSpPr/>
                <p:nvPr/>
              </p:nvSpPr>
              <p:spPr>
                <a:xfrm>
                  <a:off x="4847463" y="3511056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9" name="Google Shape;3929;p61"/>
              <p:cNvGrpSpPr/>
              <p:nvPr/>
            </p:nvGrpSpPr>
            <p:grpSpPr>
              <a:xfrm>
                <a:off x="4898460" y="3580158"/>
                <a:ext cx="31405" cy="26898"/>
                <a:chOff x="4898460" y="3580158"/>
                <a:chExt cx="31405" cy="26898"/>
              </a:xfrm>
            </p:grpSpPr>
            <p:sp>
              <p:nvSpPr>
                <p:cNvPr id="384" name="Google Shape;3930;p61"/>
                <p:cNvSpPr/>
                <p:nvPr/>
              </p:nvSpPr>
              <p:spPr>
                <a:xfrm>
                  <a:off x="4898460" y="3580158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931;p61"/>
                <p:cNvSpPr/>
                <p:nvPr/>
              </p:nvSpPr>
              <p:spPr>
                <a:xfrm>
                  <a:off x="4911303" y="358983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0" name="Google Shape;3932;p61"/>
              <p:cNvGrpSpPr/>
              <p:nvPr/>
            </p:nvGrpSpPr>
            <p:grpSpPr>
              <a:xfrm>
                <a:off x="4882667" y="3608032"/>
                <a:ext cx="31499" cy="27001"/>
                <a:chOff x="4882667" y="3608032"/>
                <a:chExt cx="31499" cy="27001"/>
              </a:xfrm>
            </p:grpSpPr>
            <p:sp>
              <p:nvSpPr>
                <p:cNvPr id="382" name="Google Shape;3933;p61"/>
                <p:cNvSpPr/>
                <p:nvPr/>
              </p:nvSpPr>
              <p:spPr>
                <a:xfrm>
                  <a:off x="4882667" y="3608032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6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20"/>
                        <a:pt x="4004" y="2658"/>
                        <a:pt x="4004" y="1715"/>
                      </a:cubicBezTo>
                      <a:cubicBezTo>
                        <a:pt x="4004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3934;p61"/>
                <p:cNvSpPr/>
                <p:nvPr/>
              </p:nvSpPr>
              <p:spPr>
                <a:xfrm>
                  <a:off x="4895605" y="3617706"/>
                  <a:ext cx="8950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3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1" y="972"/>
                        <a:pt x="1130" y="778"/>
                        <a:pt x="1138" y="485"/>
                      </a:cubicBezTo>
                      <a:cubicBezTo>
                        <a:pt x="1138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" name="Google Shape;3935;p61"/>
              <p:cNvGrpSpPr/>
              <p:nvPr/>
            </p:nvGrpSpPr>
            <p:grpSpPr>
              <a:xfrm>
                <a:off x="4843373" y="3631407"/>
                <a:ext cx="16273" cy="16186"/>
                <a:chOff x="4843373" y="3631407"/>
                <a:chExt cx="16273" cy="16186"/>
              </a:xfrm>
            </p:grpSpPr>
            <p:sp>
              <p:nvSpPr>
                <p:cNvPr id="380" name="Google Shape;3936;p61"/>
                <p:cNvSpPr/>
                <p:nvPr/>
              </p:nvSpPr>
              <p:spPr>
                <a:xfrm>
                  <a:off x="4843373" y="3631407"/>
                  <a:ext cx="16273" cy="1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9" h="2058" extrusionOk="0">
                      <a:moveTo>
                        <a:pt x="1029" y="1"/>
                      </a:moveTo>
                      <a:cubicBezTo>
                        <a:pt x="460" y="1"/>
                        <a:pt x="0" y="460"/>
                        <a:pt x="0" y="1029"/>
                      </a:cubicBezTo>
                      <a:cubicBezTo>
                        <a:pt x="0" y="1597"/>
                        <a:pt x="460" y="2057"/>
                        <a:pt x="1029" y="2057"/>
                      </a:cubicBezTo>
                      <a:cubicBezTo>
                        <a:pt x="1609" y="2057"/>
                        <a:pt x="2069" y="1597"/>
                        <a:pt x="2069" y="1029"/>
                      </a:cubicBezTo>
                      <a:cubicBezTo>
                        <a:pt x="2069" y="460"/>
                        <a:pt x="1609" y="1"/>
                        <a:pt x="10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3937;p61"/>
                <p:cNvSpPr/>
                <p:nvPr/>
              </p:nvSpPr>
              <p:spPr>
                <a:xfrm>
                  <a:off x="4849178" y="3637211"/>
                  <a:ext cx="4672" cy="4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582" extrusionOk="0">
                      <a:moveTo>
                        <a:pt x="291" y="1"/>
                      </a:moveTo>
                      <a:cubicBezTo>
                        <a:pt x="133" y="1"/>
                        <a:pt x="0" y="134"/>
                        <a:pt x="0" y="291"/>
                      </a:cubicBezTo>
                      <a:cubicBezTo>
                        <a:pt x="0" y="460"/>
                        <a:pt x="133" y="581"/>
                        <a:pt x="291" y="581"/>
                      </a:cubicBezTo>
                      <a:cubicBezTo>
                        <a:pt x="460" y="581"/>
                        <a:pt x="593" y="460"/>
                        <a:pt x="593" y="291"/>
                      </a:cubicBezTo>
                      <a:cubicBezTo>
                        <a:pt x="593" y="134"/>
                        <a:pt x="460" y="1"/>
                        <a:pt x="29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2" name="Google Shape;3938;p61"/>
              <p:cNvGrpSpPr/>
              <p:nvPr/>
            </p:nvGrpSpPr>
            <p:grpSpPr>
              <a:xfrm>
                <a:off x="4727773" y="3591578"/>
                <a:ext cx="31499" cy="26898"/>
                <a:chOff x="4727773" y="3591578"/>
                <a:chExt cx="31499" cy="26898"/>
              </a:xfrm>
            </p:grpSpPr>
            <p:sp>
              <p:nvSpPr>
                <p:cNvPr id="378" name="Google Shape;3939;p61"/>
                <p:cNvSpPr/>
                <p:nvPr/>
              </p:nvSpPr>
              <p:spPr>
                <a:xfrm>
                  <a:off x="4727773" y="3591578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940;p61"/>
                <p:cNvSpPr/>
                <p:nvPr/>
              </p:nvSpPr>
              <p:spPr>
                <a:xfrm>
                  <a:off x="4740719" y="360124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2" y="824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3" name="Google Shape;3941;p61"/>
              <p:cNvSpPr/>
              <p:nvPr/>
            </p:nvSpPr>
            <p:spPr>
              <a:xfrm>
                <a:off x="4652041" y="3622590"/>
                <a:ext cx="31405" cy="26906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421" extrusionOk="0">
                    <a:moveTo>
                      <a:pt x="2273" y="1"/>
                    </a:moveTo>
                    <a:cubicBezTo>
                      <a:pt x="1853" y="1"/>
                      <a:pt x="1426" y="157"/>
                      <a:pt x="1077" y="505"/>
                    </a:cubicBezTo>
                    <a:cubicBezTo>
                      <a:pt x="1" y="1581"/>
                      <a:pt x="763" y="3420"/>
                      <a:pt x="2287" y="3420"/>
                    </a:cubicBezTo>
                    <a:cubicBezTo>
                      <a:pt x="3231" y="3420"/>
                      <a:pt x="3993" y="2658"/>
                      <a:pt x="3993" y="1714"/>
                    </a:cubicBezTo>
                    <a:cubicBezTo>
                      <a:pt x="3993" y="683"/>
                      <a:pt x="3151" y="1"/>
                      <a:pt x="227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3942;p61"/>
              <p:cNvSpPr/>
              <p:nvPr/>
            </p:nvSpPr>
            <p:spPr>
              <a:xfrm>
                <a:off x="4666222" y="3632264"/>
                <a:ext cx="7613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8" h="969" extrusionOk="0">
                    <a:moveTo>
                      <a:pt x="484" y="1"/>
                    </a:moveTo>
                    <a:cubicBezTo>
                      <a:pt x="218" y="1"/>
                      <a:pt x="0" y="218"/>
                      <a:pt x="0" y="484"/>
                    </a:cubicBezTo>
                    <a:cubicBezTo>
                      <a:pt x="0" y="751"/>
                      <a:pt x="218" y="968"/>
                      <a:pt x="484" y="968"/>
                    </a:cubicBezTo>
                    <a:cubicBezTo>
                      <a:pt x="750" y="968"/>
                      <a:pt x="968" y="751"/>
                      <a:pt x="968" y="484"/>
                    </a:cubicBezTo>
                    <a:cubicBezTo>
                      <a:pt x="968" y="218"/>
                      <a:pt x="750" y="1"/>
                      <a:pt x="48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3943;p61"/>
              <p:cNvGrpSpPr/>
              <p:nvPr/>
            </p:nvGrpSpPr>
            <p:grpSpPr>
              <a:xfrm>
                <a:off x="4609421" y="3577398"/>
                <a:ext cx="31499" cy="27001"/>
                <a:chOff x="4609421" y="3577398"/>
                <a:chExt cx="31499" cy="27001"/>
              </a:xfrm>
            </p:grpSpPr>
            <p:sp>
              <p:nvSpPr>
                <p:cNvPr id="376" name="Google Shape;3944;p61"/>
                <p:cNvSpPr/>
                <p:nvPr/>
              </p:nvSpPr>
              <p:spPr>
                <a:xfrm>
                  <a:off x="4609421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4005" y="1714"/>
                      </a:cubicBezTo>
                      <a:cubicBezTo>
                        <a:pt x="3996" y="683"/>
                        <a:pt x="3152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945;p61"/>
                <p:cNvSpPr/>
                <p:nvPr/>
              </p:nvSpPr>
              <p:spPr>
                <a:xfrm>
                  <a:off x="4623594" y="358707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6" name="Google Shape;3946;p61"/>
              <p:cNvGrpSpPr/>
              <p:nvPr/>
            </p:nvGrpSpPr>
            <p:grpSpPr>
              <a:xfrm>
                <a:off x="4649289" y="3577398"/>
                <a:ext cx="31499" cy="27001"/>
                <a:chOff x="4649289" y="3577398"/>
                <a:chExt cx="31499" cy="27001"/>
              </a:xfrm>
            </p:grpSpPr>
            <p:sp>
              <p:nvSpPr>
                <p:cNvPr id="374" name="Google Shape;3947;p61"/>
                <p:cNvSpPr/>
                <p:nvPr/>
              </p:nvSpPr>
              <p:spPr>
                <a:xfrm>
                  <a:off x="4649289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948;p61"/>
                <p:cNvSpPr/>
                <p:nvPr/>
              </p:nvSpPr>
              <p:spPr>
                <a:xfrm>
                  <a:off x="4662227" y="3587072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35"/>
                      </a:cubicBezTo>
                      <a:cubicBezTo>
                        <a:pt x="400" y="932"/>
                        <a:pt x="519" y="976"/>
                        <a:pt x="636" y="976"/>
                      </a:cubicBezTo>
                      <a:cubicBezTo>
                        <a:pt x="885" y="976"/>
                        <a:pt x="1125" y="780"/>
                        <a:pt x="1125" y="484"/>
                      </a:cubicBezTo>
                      <a:cubicBezTo>
                        <a:pt x="1125" y="218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7" name="Google Shape;3949;p61"/>
              <p:cNvGrpSpPr/>
              <p:nvPr/>
            </p:nvGrpSpPr>
            <p:grpSpPr>
              <a:xfrm>
                <a:off x="4605614" y="3639523"/>
                <a:ext cx="31499" cy="26906"/>
                <a:chOff x="4605614" y="3639523"/>
                <a:chExt cx="31499" cy="26906"/>
              </a:xfrm>
            </p:grpSpPr>
            <p:sp>
              <p:nvSpPr>
                <p:cNvPr id="372" name="Google Shape;3950;p61"/>
                <p:cNvSpPr/>
                <p:nvPr/>
              </p:nvSpPr>
              <p:spPr>
                <a:xfrm>
                  <a:off x="4605614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6" y="1"/>
                      </a:moveTo>
                      <a:cubicBezTo>
                        <a:pt x="1855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4005" y="1715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951;p61"/>
                <p:cNvSpPr/>
                <p:nvPr/>
              </p:nvSpPr>
              <p:spPr>
                <a:xfrm>
                  <a:off x="4619795" y="3649197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8" name="Google Shape;3952;p61"/>
              <p:cNvGrpSpPr/>
              <p:nvPr/>
            </p:nvGrpSpPr>
            <p:grpSpPr>
              <a:xfrm>
                <a:off x="4785149" y="3618846"/>
                <a:ext cx="26930" cy="26843"/>
                <a:chOff x="4785149" y="3618846"/>
                <a:chExt cx="26930" cy="26843"/>
              </a:xfrm>
            </p:grpSpPr>
            <p:sp>
              <p:nvSpPr>
                <p:cNvPr id="370" name="Google Shape;3953;p61"/>
                <p:cNvSpPr/>
                <p:nvPr/>
              </p:nvSpPr>
              <p:spPr>
                <a:xfrm>
                  <a:off x="4785149" y="3618846"/>
                  <a:ext cx="26930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13" extrusionOk="0">
                      <a:moveTo>
                        <a:pt x="1718" y="1"/>
                      </a:moveTo>
                      <a:cubicBezTo>
                        <a:pt x="774" y="1"/>
                        <a:pt x="0" y="763"/>
                        <a:pt x="0" y="1707"/>
                      </a:cubicBezTo>
                      <a:cubicBezTo>
                        <a:pt x="0" y="2650"/>
                        <a:pt x="774" y="3412"/>
                        <a:pt x="1718" y="3412"/>
                      </a:cubicBezTo>
                      <a:cubicBezTo>
                        <a:pt x="2662" y="3412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954;p61"/>
                <p:cNvSpPr/>
                <p:nvPr/>
              </p:nvSpPr>
              <p:spPr>
                <a:xfrm>
                  <a:off x="4793611" y="3628457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2" y="1"/>
                      </a:moveTo>
                      <a:cubicBezTo>
                        <a:pt x="206" y="1"/>
                        <a:pt x="1" y="521"/>
                        <a:pt x="303" y="823"/>
                      </a:cubicBezTo>
                      <a:cubicBezTo>
                        <a:pt x="401" y="921"/>
                        <a:pt x="521" y="964"/>
                        <a:pt x="639" y="964"/>
                      </a:cubicBezTo>
                      <a:cubicBezTo>
                        <a:pt x="887" y="964"/>
                        <a:pt x="1126" y="772"/>
                        <a:pt x="1126" y="485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" name="Google Shape;3955;p61"/>
              <p:cNvGrpSpPr/>
              <p:nvPr/>
            </p:nvGrpSpPr>
            <p:grpSpPr>
              <a:xfrm>
                <a:off x="4810167" y="3601567"/>
                <a:ext cx="31405" cy="26898"/>
                <a:chOff x="4810167" y="3601567"/>
                <a:chExt cx="31405" cy="26898"/>
              </a:xfrm>
            </p:grpSpPr>
            <p:sp>
              <p:nvSpPr>
                <p:cNvPr id="368" name="Google Shape;3956;p61"/>
                <p:cNvSpPr/>
                <p:nvPr/>
              </p:nvSpPr>
              <p:spPr>
                <a:xfrm>
                  <a:off x="4810167" y="360156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" name="Google Shape;3957;p61"/>
                <p:cNvSpPr/>
                <p:nvPr/>
              </p:nvSpPr>
              <p:spPr>
                <a:xfrm>
                  <a:off x="4824348" y="3611241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0" name="Google Shape;3958;p61"/>
              <p:cNvGrpSpPr/>
              <p:nvPr/>
            </p:nvGrpSpPr>
            <p:grpSpPr>
              <a:xfrm>
                <a:off x="4831002" y="3373230"/>
                <a:ext cx="31405" cy="26898"/>
                <a:chOff x="4831002" y="3373230"/>
                <a:chExt cx="31405" cy="26898"/>
              </a:xfrm>
            </p:grpSpPr>
            <p:sp>
              <p:nvSpPr>
                <p:cNvPr id="366" name="Google Shape;3959;p61"/>
                <p:cNvSpPr/>
                <p:nvPr/>
              </p:nvSpPr>
              <p:spPr>
                <a:xfrm>
                  <a:off x="4831002" y="3373230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960;p61"/>
                <p:cNvSpPr/>
                <p:nvPr/>
              </p:nvSpPr>
              <p:spPr>
                <a:xfrm>
                  <a:off x="4845182" y="3382896"/>
                  <a:ext cx="7519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969" extrusionOk="0">
                      <a:moveTo>
                        <a:pt x="472" y="1"/>
                      </a:moveTo>
                      <a:cubicBezTo>
                        <a:pt x="206" y="1"/>
                        <a:pt x="0" y="219"/>
                        <a:pt x="0" y="485"/>
                      </a:cubicBezTo>
                      <a:cubicBezTo>
                        <a:pt x="0" y="751"/>
                        <a:pt x="206" y="969"/>
                        <a:pt x="472" y="969"/>
                      </a:cubicBezTo>
                      <a:cubicBezTo>
                        <a:pt x="750" y="969"/>
                        <a:pt x="956" y="751"/>
                        <a:pt x="956" y="485"/>
                      </a:cubicBezTo>
                      <a:cubicBezTo>
                        <a:pt x="956" y="219"/>
                        <a:pt x="750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1" name="Google Shape;3961;p61"/>
              <p:cNvGrpSpPr/>
              <p:nvPr/>
            </p:nvGrpSpPr>
            <p:grpSpPr>
              <a:xfrm>
                <a:off x="4719311" y="3355054"/>
                <a:ext cx="31499" cy="27001"/>
                <a:chOff x="4719311" y="3355054"/>
                <a:chExt cx="31499" cy="27001"/>
              </a:xfrm>
            </p:grpSpPr>
            <p:sp>
              <p:nvSpPr>
                <p:cNvPr id="364" name="Google Shape;3962;p61"/>
                <p:cNvSpPr/>
                <p:nvPr/>
              </p:nvSpPr>
              <p:spPr>
                <a:xfrm>
                  <a:off x="4719311" y="335505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7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963;p61"/>
                <p:cNvSpPr/>
                <p:nvPr/>
              </p:nvSpPr>
              <p:spPr>
                <a:xfrm>
                  <a:off x="4733578" y="3364822"/>
                  <a:ext cx="7527" cy="7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7" extrusionOk="0">
                      <a:moveTo>
                        <a:pt x="473" y="1"/>
                      </a:moveTo>
                      <a:cubicBezTo>
                        <a:pt x="206" y="1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73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1"/>
                        <a:pt x="47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2" name="Google Shape;3964;p61"/>
              <p:cNvGrpSpPr/>
              <p:nvPr/>
            </p:nvGrpSpPr>
            <p:grpSpPr>
              <a:xfrm>
                <a:off x="4798755" y="3450260"/>
                <a:ext cx="26930" cy="26930"/>
                <a:chOff x="4798755" y="3450260"/>
                <a:chExt cx="26930" cy="26930"/>
              </a:xfrm>
            </p:grpSpPr>
            <p:sp>
              <p:nvSpPr>
                <p:cNvPr id="362" name="Google Shape;3965;p61"/>
                <p:cNvSpPr/>
                <p:nvPr/>
              </p:nvSpPr>
              <p:spPr>
                <a:xfrm>
                  <a:off x="4798755" y="3450260"/>
                  <a:ext cx="26930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24" extrusionOk="0">
                      <a:moveTo>
                        <a:pt x="1718" y="0"/>
                      </a:moveTo>
                      <a:cubicBezTo>
                        <a:pt x="774" y="0"/>
                        <a:pt x="0" y="763"/>
                        <a:pt x="0" y="1706"/>
                      </a:cubicBezTo>
                      <a:cubicBezTo>
                        <a:pt x="0" y="2650"/>
                        <a:pt x="774" y="3424"/>
                        <a:pt x="1718" y="3424"/>
                      </a:cubicBezTo>
                      <a:cubicBezTo>
                        <a:pt x="2661" y="3424"/>
                        <a:pt x="3423" y="2650"/>
                        <a:pt x="3423" y="1706"/>
                      </a:cubicBezTo>
                      <a:cubicBezTo>
                        <a:pt x="3423" y="763"/>
                        <a:pt x="2661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966;p61"/>
                <p:cNvSpPr/>
                <p:nvPr/>
              </p:nvSpPr>
              <p:spPr>
                <a:xfrm>
                  <a:off x="4807218" y="345987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3" name="Google Shape;3967;p61"/>
              <p:cNvGrpSpPr/>
              <p:nvPr/>
            </p:nvGrpSpPr>
            <p:grpSpPr>
              <a:xfrm>
                <a:off x="4645576" y="3467555"/>
                <a:ext cx="31405" cy="26953"/>
                <a:chOff x="4645576" y="3467555"/>
                <a:chExt cx="31405" cy="26953"/>
              </a:xfrm>
            </p:grpSpPr>
            <p:sp>
              <p:nvSpPr>
                <p:cNvPr id="360" name="Google Shape;3968;p61"/>
                <p:cNvSpPr/>
                <p:nvPr/>
              </p:nvSpPr>
              <p:spPr>
                <a:xfrm>
                  <a:off x="4645576" y="3467555"/>
                  <a:ext cx="31405" cy="2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7" extrusionOk="0">
                      <a:moveTo>
                        <a:pt x="2272" y="0"/>
                      </a:moveTo>
                      <a:cubicBezTo>
                        <a:pt x="1853" y="0"/>
                        <a:pt x="1425" y="155"/>
                        <a:pt x="1077" y="499"/>
                      </a:cubicBezTo>
                      <a:cubicBezTo>
                        <a:pt x="0" y="1576"/>
                        <a:pt x="750" y="3414"/>
                        <a:pt x="2274" y="3426"/>
                      </a:cubicBezTo>
                      <a:cubicBezTo>
                        <a:pt x="3218" y="3426"/>
                        <a:pt x="3992" y="2652"/>
                        <a:pt x="3992" y="1709"/>
                      </a:cubicBezTo>
                      <a:cubicBezTo>
                        <a:pt x="3992" y="677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3969;p61"/>
                <p:cNvSpPr/>
                <p:nvPr/>
              </p:nvSpPr>
              <p:spPr>
                <a:xfrm>
                  <a:off x="4659749" y="3477182"/>
                  <a:ext cx="7527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69" extrusionOk="0">
                      <a:moveTo>
                        <a:pt x="472" y="1"/>
                      </a:moveTo>
                      <a:cubicBezTo>
                        <a:pt x="206" y="1"/>
                        <a:pt x="1" y="219"/>
                        <a:pt x="1" y="485"/>
                      </a:cubicBezTo>
                      <a:cubicBezTo>
                        <a:pt x="1" y="751"/>
                        <a:pt x="206" y="969"/>
                        <a:pt x="472" y="969"/>
                      </a:cubicBezTo>
                      <a:cubicBezTo>
                        <a:pt x="751" y="969"/>
                        <a:pt x="956" y="751"/>
                        <a:pt x="956" y="485"/>
                      </a:cubicBezTo>
                      <a:cubicBezTo>
                        <a:pt x="956" y="219"/>
                        <a:pt x="751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4" name="Google Shape;3970;p61"/>
              <p:cNvGrpSpPr/>
              <p:nvPr/>
            </p:nvGrpSpPr>
            <p:grpSpPr>
              <a:xfrm>
                <a:off x="4687631" y="3583965"/>
                <a:ext cx="31499" cy="26898"/>
                <a:chOff x="4687631" y="3583965"/>
                <a:chExt cx="31499" cy="26898"/>
              </a:xfrm>
            </p:grpSpPr>
            <p:sp>
              <p:nvSpPr>
                <p:cNvPr id="358" name="Google Shape;3971;p61"/>
                <p:cNvSpPr/>
                <p:nvPr/>
              </p:nvSpPr>
              <p:spPr>
                <a:xfrm>
                  <a:off x="4687631" y="358396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972;p61"/>
                <p:cNvSpPr/>
                <p:nvPr/>
              </p:nvSpPr>
              <p:spPr>
                <a:xfrm>
                  <a:off x="4700568" y="3593639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4" y="920"/>
                        <a:pt x="525" y="964"/>
                        <a:pt x="644" y="964"/>
                      </a:cubicBezTo>
                      <a:cubicBezTo>
                        <a:pt x="893" y="964"/>
                        <a:pt x="1129" y="771"/>
                        <a:pt x="1137" y="484"/>
                      </a:cubicBezTo>
                      <a:cubicBezTo>
                        <a:pt x="1137" y="218"/>
                        <a:pt x="920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5" name="Google Shape;3973;p61"/>
              <p:cNvGrpSpPr/>
              <p:nvPr/>
            </p:nvGrpSpPr>
            <p:grpSpPr>
              <a:xfrm>
                <a:off x="4719311" y="3471314"/>
                <a:ext cx="31499" cy="27001"/>
                <a:chOff x="4719311" y="3471314"/>
                <a:chExt cx="31499" cy="27001"/>
              </a:xfrm>
            </p:grpSpPr>
            <p:sp>
              <p:nvSpPr>
                <p:cNvPr id="356" name="Google Shape;3974;p61"/>
                <p:cNvSpPr/>
                <p:nvPr/>
              </p:nvSpPr>
              <p:spPr>
                <a:xfrm>
                  <a:off x="4719311" y="347131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5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975;p61"/>
                <p:cNvSpPr/>
                <p:nvPr/>
              </p:nvSpPr>
              <p:spPr>
                <a:xfrm>
                  <a:off x="4732249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6" name="Google Shape;3976;p61"/>
              <p:cNvGrpSpPr/>
              <p:nvPr/>
            </p:nvGrpSpPr>
            <p:grpSpPr>
              <a:xfrm>
                <a:off x="4719311" y="3434404"/>
                <a:ext cx="31499" cy="26898"/>
                <a:chOff x="4719311" y="3434404"/>
                <a:chExt cx="31499" cy="26898"/>
              </a:xfrm>
            </p:grpSpPr>
            <p:sp>
              <p:nvSpPr>
                <p:cNvPr id="354" name="Google Shape;3977;p61"/>
                <p:cNvSpPr/>
                <p:nvPr/>
              </p:nvSpPr>
              <p:spPr>
                <a:xfrm>
                  <a:off x="4719311" y="343440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978;p61"/>
                <p:cNvSpPr/>
                <p:nvPr/>
              </p:nvSpPr>
              <p:spPr>
                <a:xfrm>
                  <a:off x="4732249" y="3444078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6" y="964"/>
                        <a:pt x="1125" y="771"/>
                        <a:pt x="1125" y="484"/>
                      </a:cubicBezTo>
                      <a:cubicBezTo>
                        <a:pt x="1125" y="218"/>
                        <a:pt x="920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979;p61"/>
              <p:cNvGrpSpPr/>
              <p:nvPr/>
            </p:nvGrpSpPr>
            <p:grpSpPr>
              <a:xfrm>
                <a:off x="4768876" y="3401772"/>
                <a:ext cx="31499" cy="26898"/>
                <a:chOff x="4768876" y="3401772"/>
                <a:chExt cx="31499" cy="26898"/>
              </a:xfrm>
            </p:grpSpPr>
            <p:sp>
              <p:nvSpPr>
                <p:cNvPr id="352" name="Google Shape;3980;p61"/>
                <p:cNvSpPr/>
                <p:nvPr/>
              </p:nvSpPr>
              <p:spPr>
                <a:xfrm>
                  <a:off x="4768876" y="340177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5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3"/>
                        <a:pt x="3157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981;p61"/>
                <p:cNvSpPr/>
                <p:nvPr/>
              </p:nvSpPr>
              <p:spPr>
                <a:xfrm>
                  <a:off x="4783057" y="341143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8" name="Google Shape;3982;p61"/>
              <p:cNvGrpSpPr/>
              <p:nvPr/>
            </p:nvGrpSpPr>
            <p:grpSpPr>
              <a:xfrm>
                <a:off x="4762214" y="3471377"/>
                <a:ext cx="26938" cy="26938"/>
                <a:chOff x="4762214" y="3471377"/>
                <a:chExt cx="26938" cy="26938"/>
              </a:xfrm>
            </p:grpSpPr>
            <p:sp>
              <p:nvSpPr>
                <p:cNvPr id="350" name="Google Shape;3983;p61"/>
                <p:cNvSpPr/>
                <p:nvPr/>
              </p:nvSpPr>
              <p:spPr>
                <a:xfrm>
                  <a:off x="4762214" y="3471377"/>
                  <a:ext cx="26938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" h="3425" extrusionOk="0">
                      <a:moveTo>
                        <a:pt x="1707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24"/>
                        <a:pt x="1707" y="3424"/>
                      </a:cubicBezTo>
                      <a:cubicBezTo>
                        <a:pt x="2662" y="3424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984;p61"/>
                <p:cNvSpPr/>
                <p:nvPr/>
              </p:nvSpPr>
              <p:spPr>
                <a:xfrm>
                  <a:off x="4770591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9" name="Google Shape;3985;p61"/>
              <p:cNvGrpSpPr/>
              <p:nvPr/>
            </p:nvGrpSpPr>
            <p:grpSpPr>
              <a:xfrm>
                <a:off x="4790473" y="3344782"/>
                <a:ext cx="31405" cy="26898"/>
                <a:chOff x="4790473" y="3344782"/>
                <a:chExt cx="31405" cy="26898"/>
              </a:xfrm>
            </p:grpSpPr>
            <p:sp>
              <p:nvSpPr>
                <p:cNvPr id="348" name="Google Shape;3986;p61"/>
                <p:cNvSpPr/>
                <p:nvPr/>
              </p:nvSpPr>
              <p:spPr>
                <a:xfrm>
                  <a:off x="4790473" y="334478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987;p61"/>
                <p:cNvSpPr/>
                <p:nvPr/>
              </p:nvSpPr>
              <p:spPr>
                <a:xfrm>
                  <a:off x="4804654" y="3354456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0" name="Google Shape;3988;p61"/>
              <p:cNvGrpSpPr/>
              <p:nvPr/>
            </p:nvGrpSpPr>
            <p:grpSpPr>
              <a:xfrm>
                <a:off x="4823774" y="3950733"/>
                <a:ext cx="37398" cy="32034"/>
                <a:chOff x="4823774" y="3950733"/>
                <a:chExt cx="37398" cy="32034"/>
              </a:xfrm>
            </p:grpSpPr>
            <p:sp>
              <p:nvSpPr>
                <p:cNvPr id="346" name="Google Shape;3989;p61"/>
                <p:cNvSpPr/>
                <p:nvPr/>
              </p:nvSpPr>
              <p:spPr>
                <a:xfrm>
                  <a:off x="4823774" y="3950733"/>
                  <a:ext cx="37398" cy="32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5" h="4073" extrusionOk="0">
                      <a:moveTo>
                        <a:pt x="2707" y="1"/>
                      </a:moveTo>
                      <a:cubicBezTo>
                        <a:pt x="2207" y="1"/>
                        <a:pt x="1698" y="186"/>
                        <a:pt x="1283" y="601"/>
                      </a:cubicBezTo>
                      <a:cubicBezTo>
                        <a:pt x="1" y="1883"/>
                        <a:pt x="908" y="4073"/>
                        <a:pt x="2722" y="4073"/>
                      </a:cubicBezTo>
                      <a:cubicBezTo>
                        <a:pt x="3835" y="4073"/>
                        <a:pt x="4755" y="3166"/>
                        <a:pt x="4755" y="2041"/>
                      </a:cubicBezTo>
                      <a:cubicBezTo>
                        <a:pt x="4755" y="813"/>
                        <a:pt x="3752" y="1"/>
                        <a:pt x="2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990;p61"/>
                <p:cNvSpPr/>
                <p:nvPr/>
              </p:nvSpPr>
              <p:spPr>
                <a:xfrm>
                  <a:off x="4836617" y="3960407"/>
                  <a:ext cx="14849" cy="12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617" extrusionOk="0">
                      <a:moveTo>
                        <a:pt x="1089" y="0"/>
                      </a:moveTo>
                      <a:cubicBezTo>
                        <a:pt x="363" y="0"/>
                        <a:pt x="1" y="871"/>
                        <a:pt x="509" y="1379"/>
                      </a:cubicBezTo>
                      <a:cubicBezTo>
                        <a:pt x="673" y="1543"/>
                        <a:pt x="874" y="1616"/>
                        <a:pt x="1073" y="1616"/>
                      </a:cubicBezTo>
                      <a:cubicBezTo>
                        <a:pt x="1488" y="1616"/>
                        <a:pt x="1888" y="1294"/>
                        <a:pt x="1888" y="811"/>
                      </a:cubicBezTo>
                      <a:cubicBezTo>
                        <a:pt x="1888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991;p61"/>
              <p:cNvGrpSpPr/>
              <p:nvPr/>
            </p:nvGrpSpPr>
            <p:grpSpPr>
              <a:xfrm>
                <a:off x="4823396" y="4110566"/>
                <a:ext cx="31405" cy="26906"/>
                <a:chOff x="4823396" y="4110566"/>
                <a:chExt cx="31405" cy="26906"/>
              </a:xfrm>
            </p:grpSpPr>
            <p:sp>
              <p:nvSpPr>
                <p:cNvPr id="344" name="Google Shape;3992;p61"/>
                <p:cNvSpPr/>
                <p:nvPr/>
              </p:nvSpPr>
              <p:spPr>
                <a:xfrm>
                  <a:off x="4823396" y="4110566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993;p61"/>
                <p:cNvSpPr/>
                <p:nvPr/>
              </p:nvSpPr>
              <p:spPr>
                <a:xfrm>
                  <a:off x="4836240" y="412014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3" y="1"/>
                      </a:moveTo>
                      <a:cubicBezTo>
                        <a:pt x="218" y="1"/>
                        <a:pt x="0" y="533"/>
                        <a:pt x="303" y="835"/>
                      </a:cubicBezTo>
                      <a:cubicBezTo>
                        <a:pt x="404" y="933"/>
                        <a:pt x="527" y="976"/>
                        <a:pt x="646" y="976"/>
                      </a:cubicBezTo>
                      <a:cubicBezTo>
                        <a:pt x="898" y="976"/>
                        <a:pt x="1137" y="784"/>
                        <a:pt x="1137" y="497"/>
                      </a:cubicBezTo>
                      <a:cubicBezTo>
                        <a:pt x="1137" y="218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2" name="Google Shape;3994;p61"/>
              <p:cNvGrpSpPr/>
              <p:nvPr/>
            </p:nvGrpSpPr>
            <p:grpSpPr>
              <a:xfrm>
                <a:off x="4838332" y="3821150"/>
                <a:ext cx="31499" cy="26898"/>
                <a:chOff x="4838332" y="3821150"/>
                <a:chExt cx="31499" cy="26898"/>
              </a:xfrm>
            </p:grpSpPr>
            <p:sp>
              <p:nvSpPr>
                <p:cNvPr id="342" name="Google Shape;3995;p61"/>
                <p:cNvSpPr/>
                <p:nvPr/>
              </p:nvSpPr>
              <p:spPr>
                <a:xfrm>
                  <a:off x="4838332" y="3821150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1"/>
                      </a:moveTo>
                      <a:cubicBezTo>
                        <a:pt x="1865" y="1"/>
                        <a:pt x="1437" y="156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3996;p61"/>
                <p:cNvSpPr/>
                <p:nvPr/>
              </p:nvSpPr>
              <p:spPr>
                <a:xfrm>
                  <a:off x="4851270" y="3830824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4" y="920"/>
                        <a:pt x="526" y="964"/>
                        <a:pt x="644" y="964"/>
                      </a:cubicBezTo>
                      <a:cubicBezTo>
                        <a:pt x="893" y="964"/>
                        <a:pt x="1129" y="771"/>
                        <a:pt x="1138" y="484"/>
                      </a:cubicBezTo>
                      <a:cubicBezTo>
                        <a:pt x="1125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3" name="Google Shape;3997;p61"/>
              <p:cNvGrpSpPr/>
              <p:nvPr/>
            </p:nvGrpSpPr>
            <p:grpSpPr>
              <a:xfrm>
                <a:off x="4661275" y="3815007"/>
                <a:ext cx="36824" cy="31523"/>
                <a:chOff x="4661275" y="3815007"/>
                <a:chExt cx="36824" cy="31523"/>
              </a:xfrm>
            </p:grpSpPr>
            <p:sp>
              <p:nvSpPr>
                <p:cNvPr id="340" name="Google Shape;3998;p61"/>
                <p:cNvSpPr/>
                <p:nvPr/>
              </p:nvSpPr>
              <p:spPr>
                <a:xfrm>
                  <a:off x="4661275" y="3815007"/>
                  <a:ext cx="36824" cy="31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2" h="4008" extrusionOk="0">
                      <a:moveTo>
                        <a:pt x="2663" y="0"/>
                      </a:moveTo>
                      <a:cubicBezTo>
                        <a:pt x="2169" y="0"/>
                        <a:pt x="1666" y="184"/>
                        <a:pt x="1258" y="596"/>
                      </a:cubicBezTo>
                      <a:cubicBezTo>
                        <a:pt x="0" y="1854"/>
                        <a:pt x="895" y="4007"/>
                        <a:pt x="2674" y="4007"/>
                      </a:cubicBezTo>
                      <a:cubicBezTo>
                        <a:pt x="3774" y="4007"/>
                        <a:pt x="4682" y="3112"/>
                        <a:pt x="4682" y="2011"/>
                      </a:cubicBezTo>
                      <a:cubicBezTo>
                        <a:pt x="4682" y="801"/>
                        <a:pt x="3692" y="0"/>
                        <a:pt x="266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999;p61"/>
                <p:cNvSpPr/>
                <p:nvPr/>
              </p:nvSpPr>
              <p:spPr>
                <a:xfrm>
                  <a:off x="4676211" y="3824736"/>
                  <a:ext cx="12183" cy="12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" h="1549" extrusionOk="0">
                      <a:moveTo>
                        <a:pt x="775" y="0"/>
                      </a:moveTo>
                      <a:cubicBezTo>
                        <a:pt x="351" y="0"/>
                        <a:pt x="0" y="339"/>
                        <a:pt x="0" y="774"/>
                      </a:cubicBezTo>
                      <a:cubicBezTo>
                        <a:pt x="0" y="1198"/>
                        <a:pt x="351" y="1549"/>
                        <a:pt x="775" y="1549"/>
                      </a:cubicBezTo>
                      <a:cubicBezTo>
                        <a:pt x="1210" y="1549"/>
                        <a:pt x="1549" y="1198"/>
                        <a:pt x="1549" y="774"/>
                      </a:cubicBezTo>
                      <a:cubicBezTo>
                        <a:pt x="1549" y="339"/>
                        <a:pt x="1210" y="0"/>
                        <a:pt x="77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4" name="Google Shape;4000;p61"/>
              <p:cNvGrpSpPr/>
              <p:nvPr/>
            </p:nvGrpSpPr>
            <p:grpSpPr>
              <a:xfrm>
                <a:off x="4558998" y="3851037"/>
                <a:ext cx="33591" cy="28699"/>
                <a:chOff x="4558998" y="3851037"/>
                <a:chExt cx="33591" cy="28699"/>
              </a:xfrm>
            </p:grpSpPr>
            <p:sp>
              <p:nvSpPr>
                <p:cNvPr id="338" name="Google Shape;4001;p61"/>
                <p:cNvSpPr/>
                <p:nvPr/>
              </p:nvSpPr>
              <p:spPr>
                <a:xfrm>
                  <a:off x="4558998" y="3851037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30" y="0"/>
                      </a:moveTo>
                      <a:cubicBezTo>
                        <a:pt x="1980" y="0"/>
                        <a:pt x="1522" y="167"/>
                        <a:pt x="1149" y="539"/>
                      </a:cubicBezTo>
                      <a:cubicBezTo>
                        <a:pt x="0" y="1688"/>
                        <a:pt x="823" y="3648"/>
                        <a:pt x="2444" y="3648"/>
                      </a:cubicBezTo>
                      <a:cubicBezTo>
                        <a:pt x="3448" y="3648"/>
                        <a:pt x="4270" y="2838"/>
                        <a:pt x="4270" y="1822"/>
                      </a:cubicBezTo>
                      <a:cubicBezTo>
                        <a:pt x="4270" y="726"/>
                        <a:pt x="3369" y="0"/>
                        <a:pt x="24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4002;p61"/>
                <p:cNvSpPr/>
                <p:nvPr/>
              </p:nvSpPr>
              <p:spPr>
                <a:xfrm>
                  <a:off x="4573557" y="386069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5" y="932"/>
                        <a:pt x="1185" y="594"/>
                      </a:cubicBezTo>
                      <a:cubicBezTo>
                        <a:pt x="1185" y="267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5" name="Google Shape;4003;p61"/>
              <p:cNvGrpSpPr/>
              <p:nvPr/>
            </p:nvGrpSpPr>
            <p:grpSpPr>
              <a:xfrm>
                <a:off x="4696762" y="3638587"/>
                <a:ext cx="33591" cy="28794"/>
                <a:chOff x="4696762" y="3638587"/>
                <a:chExt cx="33591" cy="28794"/>
              </a:xfrm>
            </p:grpSpPr>
            <p:sp>
              <p:nvSpPr>
                <p:cNvPr id="336" name="Google Shape;4004;p61"/>
                <p:cNvSpPr/>
                <p:nvPr/>
              </p:nvSpPr>
              <p:spPr>
                <a:xfrm>
                  <a:off x="4696762" y="3638587"/>
                  <a:ext cx="33591" cy="28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61" extrusionOk="0">
                      <a:moveTo>
                        <a:pt x="2426" y="1"/>
                      </a:moveTo>
                      <a:cubicBezTo>
                        <a:pt x="1978" y="1"/>
                        <a:pt x="1521" y="167"/>
                        <a:pt x="1150" y="539"/>
                      </a:cubicBezTo>
                      <a:cubicBezTo>
                        <a:pt x="0" y="1688"/>
                        <a:pt x="823" y="3660"/>
                        <a:pt x="2444" y="3660"/>
                      </a:cubicBezTo>
                      <a:cubicBezTo>
                        <a:pt x="3448" y="3648"/>
                        <a:pt x="4258" y="2838"/>
                        <a:pt x="4270" y="1834"/>
                      </a:cubicBezTo>
                      <a:cubicBezTo>
                        <a:pt x="4262" y="729"/>
                        <a:pt x="3363" y="1"/>
                        <a:pt x="24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" name="Google Shape;4005;p61"/>
                <p:cNvSpPr/>
                <p:nvPr/>
              </p:nvSpPr>
              <p:spPr>
                <a:xfrm>
                  <a:off x="4711320" y="364824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79"/>
                        <a:pt x="0" y="606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6" y="932"/>
                        <a:pt x="1186" y="606"/>
                      </a:cubicBezTo>
                      <a:cubicBezTo>
                        <a:pt x="1186" y="279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6" name="Google Shape;4006;p61"/>
              <p:cNvGrpSpPr/>
              <p:nvPr/>
            </p:nvGrpSpPr>
            <p:grpSpPr>
              <a:xfrm>
                <a:off x="4929479" y="3939140"/>
                <a:ext cx="33497" cy="28692"/>
                <a:chOff x="4929479" y="3939140"/>
                <a:chExt cx="33497" cy="28692"/>
              </a:xfrm>
            </p:grpSpPr>
            <p:sp>
              <p:nvSpPr>
                <p:cNvPr id="334" name="Google Shape;4007;p61"/>
                <p:cNvSpPr/>
                <p:nvPr/>
              </p:nvSpPr>
              <p:spPr>
                <a:xfrm>
                  <a:off x="4929479" y="3939140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8" y="0"/>
                        <a:pt x="1521" y="167"/>
                        <a:pt x="1149" y="539"/>
                      </a:cubicBezTo>
                      <a:cubicBezTo>
                        <a:pt x="0" y="1688"/>
                        <a:pt x="811" y="3648"/>
                        <a:pt x="2431" y="3648"/>
                      </a:cubicBezTo>
                      <a:cubicBezTo>
                        <a:pt x="3448" y="3648"/>
                        <a:pt x="4258" y="2837"/>
                        <a:pt x="4258" y="1833"/>
                      </a:cubicBezTo>
                      <a:cubicBezTo>
                        <a:pt x="4258" y="729"/>
                        <a:pt x="3361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" name="Google Shape;4008;p61"/>
                <p:cNvSpPr/>
                <p:nvPr/>
              </p:nvSpPr>
              <p:spPr>
                <a:xfrm>
                  <a:off x="4943935" y="3948893"/>
                  <a:ext cx="9430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186" extrusionOk="0">
                      <a:moveTo>
                        <a:pt x="593" y="0"/>
                      </a:moveTo>
                      <a:cubicBezTo>
                        <a:pt x="267" y="0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0"/>
                        <a:pt x="59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7" name="Google Shape;4009;p61"/>
              <p:cNvGrpSpPr/>
              <p:nvPr/>
            </p:nvGrpSpPr>
            <p:grpSpPr>
              <a:xfrm>
                <a:off x="4907119" y="3986039"/>
                <a:ext cx="33497" cy="28699"/>
                <a:chOff x="4907119" y="3986039"/>
                <a:chExt cx="33497" cy="28699"/>
              </a:xfrm>
            </p:grpSpPr>
            <p:sp>
              <p:nvSpPr>
                <p:cNvPr id="332" name="Google Shape;4010;p61"/>
                <p:cNvSpPr/>
                <p:nvPr/>
              </p:nvSpPr>
              <p:spPr>
                <a:xfrm>
                  <a:off x="4907119" y="3986039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7"/>
                        <a:pt x="1149" y="540"/>
                      </a:cubicBezTo>
                      <a:cubicBezTo>
                        <a:pt x="0" y="1689"/>
                        <a:pt x="811" y="3648"/>
                        <a:pt x="2444" y="3648"/>
                      </a:cubicBezTo>
                      <a:cubicBezTo>
                        <a:pt x="3448" y="3648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4011;p61"/>
                <p:cNvSpPr/>
                <p:nvPr/>
              </p:nvSpPr>
              <p:spPr>
                <a:xfrm>
                  <a:off x="4921583" y="3995705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605" y="0"/>
                      </a:moveTo>
                      <a:cubicBezTo>
                        <a:pt x="266" y="0"/>
                        <a:pt x="0" y="266"/>
                        <a:pt x="0" y="593"/>
                      </a:cubicBezTo>
                      <a:cubicBezTo>
                        <a:pt x="0" y="919"/>
                        <a:pt x="266" y="1186"/>
                        <a:pt x="605" y="1186"/>
                      </a:cubicBezTo>
                      <a:cubicBezTo>
                        <a:pt x="931" y="1186"/>
                        <a:pt x="1198" y="919"/>
                        <a:pt x="1198" y="593"/>
                      </a:cubicBezTo>
                      <a:cubicBezTo>
                        <a:pt x="1198" y="266"/>
                        <a:pt x="931" y="0"/>
                        <a:pt x="60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8" name="Google Shape;4012;p61"/>
              <p:cNvGrpSpPr/>
              <p:nvPr/>
            </p:nvGrpSpPr>
            <p:grpSpPr>
              <a:xfrm>
                <a:off x="4911783" y="4048102"/>
                <a:ext cx="33591" cy="28762"/>
                <a:chOff x="4911783" y="4048102"/>
                <a:chExt cx="33591" cy="28762"/>
              </a:xfrm>
            </p:grpSpPr>
            <p:sp>
              <p:nvSpPr>
                <p:cNvPr id="330" name="Google Shape;4013;p61"/>
                <p:cNvSpPr/>
                <p:nvPr/>
              </p:nvSpPr>
              <p:spPr>
                <a:xfrm>
                  <a:off x="4911783" y="4048102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2" y="0"/>
                      </a:moveTo>
                      <a:cubicBezTo>
                        <a:pt x="1974" y="0"/>
                        <a:pt x="1519" y="166"/>
                        <a:pt x="1149" y="536"/>
                      </a:cubicBezTo>
                      <a:cubicBezTo>
                        <a:pt x="0" y="1685"/>
                        <a:pt x="823" y="3657"/>
                        <a:pt x="2456" y="3657"/>
                      </a:cubicBezTo>
                      <a:cubicBezTo>
                        <a:pt x="3448" y="3645"/>
                        <a:pt x="4258" y="2834"/>
                        <a:pt x="4270" y="1842"/>
                      </a:cubicBezTo>
                      <a:cubicBezTo>
                        <a:pt x="4270" y="735"/>
                        <a:pt x="3364" y="0"/>
                        <a:pt x="242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4014;p61"/>
                <p:cNvSpPr/>
                <p:nvPr/>
              </p:nvSpPr>
              <p:spPr>
                <a:xfrm>
                  <a:off x="4926333" y="4057831"/>
                  <a:ext cx="9336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6" extrusionOk="0">
                      <a:moveTo>
                        <a:pt x="594" y="0"/>
                      </a:moveTo>
                      <a:cubicBezTo>
                        <a:pt x="267" y="0"/>
                        <a:pt x="1" y="266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6"/>
                        <a:pt x="920" y="0"/>
                        <a:pt x="59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9" name="Google Shape;4015;p61"/>
              <p:cNvSpPr/>
              <p:nvPr/>
            </p:nvSpPr>
            <p:spPr>
              <a:xfrm>
                <a:off x="4713506" y="3934476"/>
                <a:ext cx="33497" cy="28692"/>
              </a:xfrm>
              <a:custGeom>
                <a:avLst/>
                <a:gdLst/>
                <a:ahLst/>
                <a:cxnLst/>
                <a:rect l="l" t="t" r="r" b="b"/>
                <a:pathLst>
                  <a:path w="4259" h="3648" extrusionOk="0">
                    <a:moveTo>
                      <a:pt x="2422" y="0"/>
                    </a:moveTo>
                    <a:cubicBezTo>
                      <a:pt x="1974" y="0"/>
                      <a:pt x="1518" y="167"/>
                      <a:pt x="1150" y="539"/>
                    </a:cubicBezTo>
                    <a:cubicBezTo>
                      <a:pt x="0" y="1688"/>
                      <a:pt x="811" y="3648"/>
                      <a:pt x="2432" y="3648"/>
                    </a:cubicBezTo>
                    <a:cubicBezTo>
                      <a:pt x="3436" y="3648"/>
                      <a:pt x="4258" y="2838"/>
                      <a:pt x="4258" y="1821"/>
                    </a:cubicBezTo>
                    <a:cubicBezTo>
                      <a:pt x="4258" y="726"/>
                      <a:pt x="3357" y="0"/>
                      <a:pt x="2422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4016;p61"/>
              <p:cNvSpPr/>
              <p:nvPr/>
            </p:nvSpPr>
            <p:spPr>
              <a:xfrm>
                <a:off x="4727970" y="3944135"/>
                <a:ext cx="9328" cy="943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99" extrusionOk="0">
                    <a:moveTo>
                      <a:pt x="593" y="1"/>
                    </a:moveTo>
                    <a:cubicBezTo>
                      <a:pt x="266" y="1"/>
                      <a:pt x="0" y="267"/>
                      <a:pt x="0" y="593"/>
                    </a:cubicBezTo>
                    <a:cubicBezTo>
                      <a:pt x="0" y="932"/>
                      <a:pt x="266" y="1198"/>
                      <a:pt x="593" y="1198"/>
                    </a:cubicBezTo>
                    <a:cubicBezTo>
                      <a:pt x="919" y="1198"/>
                      <a:pt x="1186" y="932"/>
                      <a:pt x="1186" y="593"/>
                    </a:cubicBezTo>
                    <a:cubicBezTo>
                      <a:pt x="1186" y="267"/>
                      <a:pt x="919" y="1"/>
                      <a:pt x="59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1" name="Google Shape;4017;p61"/>
              <p:cNvGrpSpPr/>
              <p:nvPr/>
            </p:nvGrpSpPr>
            <p:grpSpPr>
              <a:xfrm>
                <a:off x="4762623" y="3837847"/>
                <a:ext cx="42416" cy="36273"/>
                <a:chOff x="4762623" y="3837847"/>
                <a:chExt cx="42416" cy="36273"/>
              </a:xfrm>
            </p:grpSpPr>
            <p:sp>
              <p:nvSpPr>
                <p:cNvPr id="328" name="Google Shape;4018;p61"/>
                <p:cNvSpPr/>
                <p:nvPr/>
              </p:nvSpPr>
              <p:spPr>
                <a:xfrm>
                  <a:off x="4762623" y="3837847"/>
                  <a:ext cx="42416" cy="36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4612" extrusionOk="0">
                      <a:moveTo>
                        <a:pt x="3064" y="1"/>
                      </a:moveTo>
                      <a:cubicBezTo>
                        <a:pt x="2496" y="1"/>
                        <a:pt x="1918" y="211"/>
                        <a:pt x="1449" y="680"/>
                      </a:cubicBezTo>
                      <a:cubicBezTo>
                        <a:pt x="1" y="2128"/>
                        <a:pt x="1033" y="4611"/>
                        <a:pt x="3067" y="4611"/>
                      </a:cubicBezTo>
                      <a:cubicBezTo>
                        <a:pt x="3072" y="4611"/>
                        <a:pt x="3077" y="4611"/>
                        <a:pt x="3082" y="4611"/>
                      </a:cubicBezTo>
                      <a:cubicBezTo>
                        <a:pt x="4352" y="4611"/>
                        <a:pt x="5380" y="3583"/>
                        <a:pt x="5392" y="2313"/>
                      </a:cubicBezTo>
                      <a:cubicBezTo>
                        <a:pt x="5392" y="921"/>
                        <a:pt x="4251" y="1"/>
                        <a:pt x="306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4019;p61"/>
                <p:cNvSpPr/>
                <p:nvPr/>
              </p:nvSpPr>
              <p:spPr>
                <a:xfrm>
                  <a:off x="4775538" y="3847568"/>
                  <a:ext cx="19796" cy="16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7" h="2156" extrusionOk="0">
                      <a:moveTo>
                        <a:pt x="1440" y="0"/>
                      </a:moveTo>
                      <a:cubicBezTo>
                        <a:pt x="484" y="0"/>
                        <a:pt x="0" y="1162"/>
                        <a:pt x="678" y="1839"/>
                      </a:cubicBezTo>
                      <a:cubicBezTo>
                        <a:pt x="896" y="2058"/>
                        <a:pt x="1165" y="2155"/>
                        <a:pt x="1429" y="2155"/>
                      </a:cubicBezTo>
                      <a:cubicBezTo>
                        <a:pt x="1984" y="2155"/>
                        <a:pt x="2517" y="1724"/>
                        <a:pt x="2517" y="1077"/>
                      </a:cubicBezTo>
                      <a:cubicBezTo>
                        <a:pt x="2517" y="484"/>
                        <a:pt x="2045" y="0"/>
                        <a:pt x="144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2" name="Google Shape;4020;p61"/>
              <p:cNvGrpSpPr/>
              <p:nvPr/>
            </p:nvGrpSpPr>
            <p:grpSpPr>
              <a:xfrm>
                <a:off x="4746044" y="4104966"/>
                <a:ext cx="33497" cy="28699"/>
                <a:chOff x="4746044" y="4104966"/>
                <a:chExt cx="33497" cy="28699"/>
              </a:xfrm>
            </p:grpSpPr>
            <p:sp>
              <p:nvSpPr>
                <p:cNvPr id="326" name="Google Shape;4021;p61"/>
                <p:cNvSpPr/>
                <p:nvPr/>
              </p:nvSpPr>
              <p:spPr>
                <a:xfrm>
                  <a:off x="4746044" y="4104966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8" y="1"/>
                      </a:moveTo>
                      <a:cubicBezTo>
                        <a:pt x="1979" y="1"/>
                        <a:pt x="1522" y="167"/>
                        <a:pt x="1150" y="540"/>
                      </a:cubicBezTo>
                      <a:cubicBezTo>
                        <a:pt x="0" y="1677"/>
                        <a:pt x="811" y="3648"/>
                        <a:pt x="2432" y="3648"/>
                      </a:cubicBezTo>
                      <a:cubicBezTo>
                        <a:pt x="3436" y="3648"/>
                        <a:pt x="4259" y="2826"/>
                        <a:pt x="4259" y="1822"/>
                      </a:cubicBezTo>
                      <a:cubicBezTo>
                        <a:pt x="4259" y="726"/>
                        <a:pt x="3363" y="1"/>
                        <a:pt x="242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4022;p61"/>
                <p:cNvSpPr/>
                <p:nvPr/>
              </p:nvSpPr>
              <p:spPr>
                <a:xfrm>
                  <a:off x="4758887" y="4114632"/>
                  <a:ext cx="11042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2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5" y="1191"/>
                        <a:pt x="792" y="1191"/>
                      </a:cubicBezTo>
                      <a:cubicBezTo>
                        <a:pt x="1099" y="1191"/>
                        <a:pt x="1396" y="953"/>
                        <a:pt x="1404" y="593"/>
                      </a:cubicBezTo>
                      <a:cubicBezTo>
                        <a:pt x="1404" y="266"/>
                        <a:pt x="1126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3" name="Google Shape;4023;p61"/>
              <p:cNvGrpSpPr/>
              <p:nvPr/>
            </p:nvGrpSpPr>
            <p:grpSpPr>
              <a:xfrm>
                <a:off x="4859646" y="4162554"/>
                <a:ext cx="33591" cy="28762"/>
                <a:chOff x="4859646" y="4162554"/>
                <a:chExt cx="33591" cy="28762"/>
              </a:xfrm>
            </p:grpSpPr>
            <p:sp>
              <p:nvSpPr>
                <p:cNvPr id="324" name="Google Shape;4024;p61"/>
                <p:cNvSpPr/>
                <p:nvPr/>
              </p:nvSpPr>
              <p:spPr>
                <a:xfrm>
                  <a:off x="4859646" y="4162554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3" y="0"/>
                      </a:moveTo>
                      <a:cubicBezTo>
                        <a:pt x="1975" y="0"/>
                        <a:pt x="1520" y="166"/>
                        <a:pt x="1149" y="536"/>
                      </a:cubicBezTo>
                      <a:cubicBezTo>
                        <a:pt x="0" y="1685"/>
                        <a:pt x="823" y="3657"/>
                        <a:pt x="2444" y="3657"/>
                      </a:cubicBezTo>
                      <a:cubicBezTo>
                        <a:pt x="3448" y="3657"/>
                        <a:pt x="4258" y="2834"/>
                        <a:pt x="4270" y="1830"/>
                      </a:cubicBezTo>
                      <a:cubicBezTo>
                        <a:pt x="4270" y="732"/>
                        <a:pt x="3365" y="0"/>
                        <a:pt x="24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4025;p61"/>
                <p:cNvSpPr/>
                <p:nvPr/>
              </p:nvSpPr>
              <p:spPr>
                <a:xfrm>
                  <a:off x="4874196" y="4172283"/>
                  <a:ext cx="9336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7" extrusionOk="0">
                      <a:moveTo>
                        <a:pt x="594" y="1"/>
                      </a:moveTo>
                      <a:cubicBezTo>
                        <a:pt x="267" y="1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7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" name="Google Shape;4026;p61"/>
            <p:cNvGrpSpPr/>
            <p:nvPr/>
          </p:nvGrpSpPr>
          <p:grpSpPr>
            <a:xfrm>
              <a:off x="3597785" y="3274438"/>
              <a:ext cx="855610" cy="1122100"/>
              <a:chOff x="3597785" y="3274438"/>
              <a:chExt cx="855610" cy="1122100"/>
            </a:xfrm>
          </p:grpSpPr>
          <p:grpSp>
            <p:nvGrpSpPr>
              <p:cNvPr id="15" name="Google Shape;4027;p61"/>
              <p:cNvGrpSpPr/>
              <p:nvPr/>
            </p:nvGrpSpPr>
            <p:grpSpPr>
              <a:xfrm>
                <a:off x="3617857" y="3284717"/>
                <a:ext cx="826785" cy="1099165"/>
                <a:chOff x="3617857" y="3284717"/>
                <a:chExt cx="826785" cy="1099165"/>
              </a:xfrm>
            </p:grpSpPr>
            <p:sp>
              <p:nvSpPr>
                <p:cNvPr id="153" name="Google Shape;4028;p61"/>
                <p:cNvSpPr/>
                <p:nvPr/>
              </p:nvSpPr>
              <p:spPr>
                <a:xfrm>
                  <a:off x="4155028" y="3869354"/>
                  <a:ext cx="289613" cy="514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3" h="65420" fill="none" extrusionOk="0">
                      <a:moveTo>
                        <a:pt x="5928" y="64827"/>
                      </a:moveTo>
                      <a:lnTo>
                        <a:pt x="6158" y="49755"/>
                      </a:lnTo>
                      <a:lnTo>
                        <a:pt x="8202" y="42327"/>
                      </a:lnTo>
                      <a:lnTo>
                        <a:pt x="8795" y="36351"/>
                      </a:lnTo>
                      <a:lnTo>
                        <a:pt x="8795" y="28912"/>
                      </a:lnTo>
                      <a:lnTo>
                        <a:pt x="3049" y="23347"/>
                      </a:lnTo>
                      <a:lnTo>
                        <a:pt x="0" y="12291"/>
                      </a:lnTo>
                      <a:lnTo>
                        <a:pt x="11601" y="1"/>
                      </a:lnTo>
                      <a:lnTo>
                        <a:pt x="19319" y="4259"/>
                      </a:lnTo>
                      <a:lnTo>
                        <a:pt x="27266" y="11747"/>
                      </a:lnTo>
                      <a:lnTo>
                        <a:pt x="36823" y="15472"/>
                      </a:lnTo>
                      <a:lnTo>
                        <a:pt x="34827" y="25803"/>
                      </a:lnTo>
                      <a:lnTo>
                        <a:pt x="26722" y="36944"/>
                      </a:lnTo>
                      <a:lnTo>
                        <a:pt x="19924" y="49198"/>
                      </a:lnTo>
                      <a:lnTo>
                        <a:pt x="11008" y="60690"/>
                      </a:lnTo>
                      <a:lnTo>
                        <a:pt x="5335" y="6542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4029;p61"/>
                <p:cNvSpPr/>
                <p:nvPr/>
              </p:nvSpPr>
              <p:spPr>
                <a:xfrm>
                  <a:off x="3617857" y="3284717"/>
                  <a:ext cx="662957" cy="68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92" h="87218" fill="none" extrusionOk="0">
                      <a:moveTo>
                        <a:pt x="79900" y="75157"/>
                      </a:moveTo>
                      <a:lnTo>
                        <a:pt x="77916" y="83262"/>
                      </a:lnTo>
                      <a:lnTo>
                        <a:pt x="68299" y="87218"/>
                      </a:lnTo>
                      <a:lnTo>
                        <a:pt x="61610" y="72314"/>
                      </a:lnTo>
                      <a:lnTo>
                        <a:pt x="48376" y="64524"/>
                      </a:lnTo>
                      <a:lnTo>
                        <a:pt x="37489" y="50685"/>
                      </a:lnTo>
                      <a:lnTo>
                        <a:pt x="32771" y="39181"/>
                      </a:lnTo>
                      <a:lnTo>
                        <a:pt x="28525" y="27000"/>
                      </a:lnTo>
                      <a:lnTo>
                        <a:pt x="19779" y="19379"/>
                      </a:lnTo>
                      <a:lnTo>
                        <a:pt x="1" y="14057"/>
                      </a:lnTo>
                      <a:lnTo>
                        <a:pt x="5227" y="0"/>
                      </a:lnTo>
                      <a:lnTo>
                        <a:pt x="40380" y="3605"/>
                      </a:lnTo>
                      <a:lnTo>
                        <a:pt x="53662" y="9254"/>
                      </a:lnTo>
                      <a:lnTo>
                        <a:pt x="56711" y="17734"/>
                      </a:lnTo>
                      <a:lnTo>
                        <a:pt x="69727" y="26177"/>
                      </a:lnTo>
                      <a:lnTo>
                        <a:pt x="84291" y="20649"/>
                      </a:lnTo>
                      <a:lnTo>
                        <a:pt x="79465" y="38165"/>
                      </a:lnTo>
                      <a:lnTo>
                        <a:pt x="72207" y="46960"/>
                      </a:lnTo>
                      <a:lnTo>
                        <a:pt x="64791" y="54677"/>
                      </a:lnTo>
                      <a:lnTo>
                        <a:pt x="54497" y="63206"/>
                      </a:lnTo>
                      <a:lnTo>
                        <a:pt x="62094" y="63556"/>
                      </a:lnTo>
                      <a:lnTo>
                        <a:pt x="66098" y="74335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4030;p61"/>
                <p:cNvSpPr/>
                <p:nvPr/>
              </p:nvSpPr>
              <p:spPr>
                <a:xfrm>
                  <a:off x="4230666" y="3943372"/>
                  <a:ext cx="15612" cy="7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9909" fill="none" extrusionOk="0">
                      <a:moveTo>
                        <a:pt x="1984" y="9908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4031;p61"/>
                <p:cNvSpPr/>
                <p:nvPr/>
              </p:nvSpPr>
              <p:spPr>
                <a:xfrm>
                  <a:off x="4230666" y="3902843"/>
                  <a:ext cx="138817" cy="116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0" h="14868" fill="none" extrusionOk="0">
                      <a:moveTo>
                        <a:pt x="11952" y="14868"/>
                      </a:moveTo>
                      <a:lnTo>
                        <a:pt x="0" y="4670"/>
                      </a:lnTo>
                      <a:lnTo>
                        <a:pt x="9702" y="1"/>
                      </a:lnTo>
                      <a:lnTo>
                        <a:pt x="17649" y="7489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4032;p61"/>
                <p:cNvSpPr/>
                <p:nvPr/>
              </p:nvSpPr>
              <p:spPr>
                <a:xfrm>
                  <a:off x="4234473" y="3939573"/>
                  <a:ext cx="143953" cy="22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3" h="2819" fill="none" extrusionOk="0">
                      <a:moveTo>
                        <a:pt x="0" y="0"/>
                      </a:moveTo>
                      <a:lnTo>
                        <a:pt x="18303" y="2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4033;p61"/>
                <p:cNvSpPr/>
                <p:nvPr/>
              </p:nvSpPr>
              <p:spPr>
                <a:xfrm>
                  <a:off x="4300405" y="4023579"/>
                  <a:ext cx="24264" cy="1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" h="14323" fill="none" extrusionOk="0">
                      <a:moveTo>
                        <a:pt x="0" y="14323"/>
                      </a:moveTo>
                      <a:lnTo>
                        <a:pt x="308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4034;p61"/>
                <p:cNvSpPr/>
                <p:nvPr/>
              </p:nvSpPr>
              <p:spPr>
                <a:xfrm>
                  <a:off x="4324661" y="4019772"/>
                  <a:ext cx="40544" cy="14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5" h="17820" fill="none" extrusionOk="0">
                      <a:moveTo>
                        <a:pt x="1" y="1"/>
                      </a:moveTo>
                      <a:lnTo>
                        <a:pt x="5154" y="17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4035;p61"/>
                <p:cNvSpPr/>
                <p:nvPr/>
              </p:nvSpPr>
              <p:spPr>
                <a:xfrm>
                  <a:off x="4324661" y="4019772"/>
                  <a:ext cx="104282" cy="52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9" h="6678" fill="none" extrusionOk="0">
                      <a:moveTo>
                        <a:pt x="1" y="1"/>
                      </a:moveTo>
                      <a:lnTo>
                        <a:pt x="13259" y="667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4036;p61"/>
                <p:cNvSpPr/>
                <p:nvPr/>
              </p:nvSpPr>
              <p:spPr>
                <a:xfrm>
                  <a:off x="4328467" y="3989901"/>
                  <a:ext cx="113421" cy="29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3799" fill="none" extrusionOk="0">
                      <a:moveTo>
                        <a:pt x="14420" y="0"/>
                      </a:moveTo>
                      <a:lnTo>
                        <a:pt x="1" y="379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4037;p61"/>
                <p:cNvSpPr/>
                <p:nvPr/>
              </p:nvSpPr>
              <p:spPr>
                <a:xfrm>
                  <a:off x="4224193" y="4019772"/>
                  <a:ext cx="23886" cy="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" h="9787" fill="none" extrusionOk="0">
                      <a:moveTo>
                        <a:pt x="1" y="9787"/>
                      </a:moveTo>
                      <a:lnTo>
                        <a:pt x="303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4038;p61"/>
                <p:cNvSpPr/>
                <p:nvPr/>
              </p:nvSpPr>
              <p:spPr>
                <a:xfrm>
                  <a:off x="4248071" y="4019772"/>
                  <a:ext cx="52342" cy="116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5" h="14807" fill="none" extrusionOk="0">
                      <a:moveTo>
                        <a:pt x="1" y="1"/>
                      </a:moveTo>
                      <a:lnTo>
                        <a:pt x="6654" y="1480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4039;p61"/>
                <p:cNvSpPr/>
                <p:nvPr/>
              </p:nvSpPr>
              <p:spPr>
                <a:xfrm>
                  <a:off x="4300405" y="4138982"/>
                  <a:ext cx="6567" cy="119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" h="15134" fill="none" extrusionOk="0">
                      <a:moveTo>
                        <a:pt x="0" y="1"/>
                      </a:moveTo>
                      <a:lnTo>
                        <a:pt x="835" y="151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4040;p61"/>
                <p:cNvSpPr/>
                <p:nvPr/>
              </p:nvSpPr>
              <p:spPr>
                <a:xfrm>
                  <a:off x="4219726" y="4200164"/>
                  <a:ext cx="85343" cy="60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1" h="7694" fill="none" extrusionOk="0">
                      <a:moveTo>
                        <a:pt x="0" y="0"/>
                      </a:moveTo>
                      <a:lnTo>
                        <a:pt x="10851" y="76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4041;p61"/>
                <p:cNvSpPr/>
                <p:nvPr/>
              </p:nvSpPr>
              <p:spPr>
                <a:xfrm>
                  <a:off x="4223430" y="4137275"/>
                  <a:ext cx="81930" cy="15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7" h="1924" fill="none" extrusionOk="0">
                      <a:moveTo>
                        <a:pt x="1" y="1923"/>
                      </a:moveTo>
                      <a:lnTo>
                        <a:pt x="10416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4042;p61"/>
                <p:cNvSpPr/>
                <p:nvPr/>
              </p:nvSpPr>
              <p:spPr>
                <a:xfrm>
                  <a:off x="4303638" y="4138982"/>
                  <a:ext cx="59947" cy="2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2" h="3038" fill="none" extrusionOk="0">
                      <a:moveTo>
                        <a:pt x="7621" y="3037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4043;p61"/>
                <p:cNvSpPr/>
                <p:nvPr/>
              </p:nvSpPr>
              <p:spPr>
                <a:xfrm>
                  <a:off x="4201644" y="4267237"/>
                  <a:ext cx="39970" cy="7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2" h="9811" fill="none" extrusionOk="0">
                      <a:moveTo>
                        <a:pt x="1" y="0"/>
                      </a:moveTo>
                      <a:lnTo>
                        <a:pt x="5081" y="981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4044;p61"/>
                <p:cNvSpPr/>
                <p:nvPr/>
              </p:nvSpPr>
              <p:spPr>
                <a:xfrm>
                  <a:off x="4203831" y="4258003"/>
                  <a:ext cx="103142" cy="9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1175" fill="none" extrusionOk="0">
                      <a:moveTo>
                        <a:pt x="1" y="1174"/>
                      </a:moveTo>
                      <a:lnTo>
                        <a:pt x="1311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4045;p61"/>
                <p:cNvSpPr/>
                <p:nvPr/>
              </p:nvSpPr>
              <p:spPr>
                <a:xfrm>
                  <a:off x="4179001" y="3943372"/>
                  <a:ext cx="51673" cy="104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" h="13344" fill="none" extrusionOk="0">
                      <a:moveTo>
                        <a:pt x="1" y="13344"/>
                      </a:moveTo>
                      <a:lnTo>
                        <a:pt x="656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4046;p61"/>
                <p:cNvSpPr/>
                <p:nvPr/>
              </p:nvSpPr>
              <p:spPr>
                <a:xfrm>
                  <a:off x="4248071" y="4019772"/>
                  <a:ext cx="76597" cy="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9" h="1" fill="none" extrusionOk="0">
                      <a:moveTo>
                        <a:pt x="1" y="1"/>
                      </a:moveTo>
                      <a:lnTo>
                        <a:pt x="973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4047;p61"/>
                <p:cNvSpPr/>
                <p:nvPr/>
              </p:nvSpPr>
              <p:spPr>
                <a:xfrm>
                  <a:off x="4219529" y="4138982"/>
                  <a:ext cx="84116" cy="63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5" h="8046" fill="none" extrusionOk="0">
                      <a:moveTo>
                        <a:pt x="1" y="8045"/>
                      </a:moveTo>
                      <a:lnTo>
                        <a:pt x="1069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4048;p61"/>
                <p:cNvSpPr/>
                <p:nvPr/>
              </p:nvSpPr>
              <p:spPr>
                <a:xfrm>
                  <a:off x="3654964" y="3289853"/>
                  <a:ext cx="46820" cy="63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" h="8118" fill="none" extrusionOk="0">
                      <a:moveTo>
                        <a:pt x="1" y="0"/>
                      </a:moveTo>
                      <a:lnTo>
                        <a:pt x="5952" y="811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4049;p61"/>
                <p:cNvSpPr/>
                <p:nvPr/>
              </p:nvSpPr>
              <p:spPr>
                <a:xfrm>
                  <a:off x="3619760" y="3353693"/>
                  <a:ext cx="85736" cy="36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1" h="4670" fill="none" extrusionOk="0">
                      <a:moveTo>
                        <a:pt x="1" y="4670"/>
                      </a:moveTo>
                      <a:lnTo>
                        <a:pt x="1090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4050;p61"/>
                <p:cNvSpPr/>
                <p:nvPr/>
              </p:nvSpPr>
              <p:spPr>
                <a:xfrm>
                  <a:off x="3703011" y="3354739"/>
                  <a:ext cx="70415" cy="7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3" h="10089" fill="none" extrusionOk="0">
                      <a:moveTo>
                        <a:pt x="1" y="0"/>
                      </a:moveTo>
                      <a:lnTo>
                        <a:pt x="8952" y="1008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4051;p61"/>
                <p:cNvSpPr/>
                <p:nvPr/>
              </p:nvSpPr>
              <p:spPr>
                <a:xfrm>
                  <a:off x="3779884" y="3366443"/>
                  <a:ext cx="34449" cy="67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0" h="8601" fill="none" extrusionOk="0">
                      <a:moveTo>
                        <a:pt x="1" y="8601"/>
                      </a:moveTo>
                      <a:lnTo>
                        <a:pt x="438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4052;p61"/>
                <p:cNvSpPr/>
                <p:nvPr/>
              </p:nvSpPr>
              <p:spPr>
                <a:xfrm>
                  <a:off x="3701776" y="3353693"/>
                  <a:ext cx="116363" cy="12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5" h="1622" fill="none" extrusionOk="0">
                      <a:moveTo>
                        <a:pt x="14795" y="162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4053;p61"/>
                <p:cNvSpPr/>
                <p:nvPr/>
              </p:nvSpPr>
              <p:spPr>
                <a:xfrm>
                  <a:off x="3701776" y="3313063"/>
                  <a:ext cx="227204" cy="4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88" h="5167" fill="none" extrusionOk="0">
                      <a:moveTo>
                        <a:pt x="28887" y="1"/>
                      </a:moveTo>
                      <a:lnTo>
                        <a:pt x="0" y="51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4054;p61"/>
                <p:cNvSpPr/>
                <p:nvPr/>
              </p:nvSpPr>
              <p:spPr>
                <a:xfrm>
                  <a:off x="3888633" y="3313063"/>
                  <a:ext cx="40347" cy="11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0" h="14554" fill="none" extrusionOk="0">
                      <a:moveTo>
                        <a:pt x="5129" y="1"/>
                      </a:moveTo>
                      <a:lnTo>
                        <a:pt x="0" y="14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4055;p61"/>
                <p:cNvSpPr/>
                <p:nvPr/>
              </p:nvSpPr>
              <p:spPr>
                <a:xfrm>
                  <a:off x="3814325" y="3366443"/>
                  <a:ext cx="74316" cy="61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9" h="7767" fill="none" extrusionOk="0">
                      <a:moveTo>
                        <a:pt x="1" y="0"/>
                      </a:moveTo>
                      <a:lnTo>
                        <a:pt x="9448" y="77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4056;p61"/>
                <p:cNvSpPr/>
                <p:nvPr/>
              </p:nvSpPr>
              <p:spPr>
                <a:xfrm>
                  <a:off x="3838399" y="3427522"/>
                  <a:ext cx="50242" cy="67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8614" fill="none" extrusionOk="0">
                      <a:moveTo>
                        <a:pt x="0" y="8613"/>
                      </a:moveTo>
                      <a:lnTo>
                        <a:pt x="638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4057;p61"/>
                <p:cNvSpPr/>
                <p:nvPr/>
              </p:nvSpPr>
              <p:spPr>
                <a:xfrm>
                  <a:off x="3814325" y="3313063"/>
                  <a:ext cx="114656" cy="5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8" h="6788" fill="none" extrusionOk="0">
                      <a:moveTo>
                        <a:pt x="1" y="6787"/>
                      </a:moveTo>
                      <a:lnTo>
                        <a:pt x="1457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4058;p61"/>
                <p:cNvSpPr/>
                <p:nvPr/>
              </p:nvSpPr>
              <p:spPr>
                <a:xfrm>
                  <a:off x="3888633" y="3427522"/>
                  <a:ext cx="55377" cy="76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1" h="9690" fill="none" extrusionOk="0">
                      <a:moveTo>
                        <a:pt x="0" y="0"/>
                      </a:moveTo>
                      <a:lnTo>
                        <a:pt x="7041" y="9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4059;p61"/>
                <p:cNvSpPr/>
                <p:nvPr/>
              </p:nvSpPr>
              <p:spPr>
                <a:xfrm>
                  <a:off x="3944003" y="3406208"/>
                  <a:ext cx="40631" cy="97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12400" fill="none" extrusionOk="0">
                      <a:moveTo>
                        <a:pt x="1" y="12400"/>
                      </a:moveTo>
                      <a:lnTo>
                        <a:pt x="516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4060;p61"/>
                <p:cNvSpPr/>
                <p:nvPr/>
              </p:nvSpPr>
              <p:spPr>
                <a:xfrm>
                  <a:off x="3984625" y="3357500"/>
                  <a:ext cx="55291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0" h="6194" fill="none" extrusionOk="0">
                      <a:moveTo>
                        <a:pt x="1" y="6194"/>
                      </a:moveTo>
                      <a:lnTo>
                        <a:pt x="7029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4061;p61"/>
                <p:cNvSpPr/>
                <p:nvPr/>
              </p:nvSpPr>
              <p:spPr>
                <a:xfrm>
                  <a:off x="3888633" y="3406208"/>
                  <a:ext cx="96000" cy="21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6" h="2711" fill="none" extrusionOk="0">
                      <a:moveTo>
                        <a:pt x="0" y="2710"/>
                      </a:moveTo>
                      <a:lnTo>
                        <a:pt x="1220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4062;p61"/>
                <p:cNvSpPr/>
                <p:nvPr/>
              </p:nvSpPr>
              <p:spPr>
                <a:xfrm>
                  <a:off x="3984625" y="3406208"/>
                  <a:ext cx="42251" cy="136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2" h="17336" fill="none" extrusionOk="0">
                      <a:moveTo>
                        <a:pt x="1" y="1"/>
                      </a:moveTo>
                      <a:lnTo>
                        <a:pt x="5372" y="17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4063;p61"/>
                <p:cNvSpPr/>
                <p:nvPr/>
              </p:nvSpPr>
              <p:spPr>
                <a:xfrm>
                  <a:off x="4026868" y="3427522"/>
                  <a:ext cx="35597" cy="115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6" h="14626" fill="none" extrusionOk="0">
                      <a:moveTo>
                        <a:pt x="1" y="14625"/>
                      </a:moveTo>
                      <a:lnTo>
                        <a:pt x="452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4064;p61"/>
                <p:cNvSpPr/>
                <p:nvPr/>
              </p:nvSpPr>
              <p:spPr>
                <a:xfrm>
                  <a:off x="3876261" y="3542548"/>
                  <a:ext cx="150615" cy="5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0" h="6618" fill="none" extrusionOk="0">
                      <a:moveTo>
                        <a:pt x="1" y="6617"/>
                      </a:moveTo>
                      <a:lnTo>
                        <a:pt x="1915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4065;p61"/>
                <p:cNvSpPr/>
                <p:nvPr/>
              </p:nvSpPr>
              <p:spPr>
                <a:xfrm>
                  <a:off x="4006702" y="3542548"/>
                  <a:ext cx="20174" cy="9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5" h="12593" fill="none" extrusionOk="0">
                      <a:moveTo>
                        <a:pt x="2565" y="0"/>
                      </a:moveTo>
                      <a:lnTo>
                        <a:pt x="0" y="1259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4066;p61"/>
                <p:cNvSpPr/>
                <p:nvPr/>
              </p:nvSpPr>
              <p:spPr>
                <a:xfrm>
                  <a:off x="3912700" y="3641584"/>
                  <a:ext cx="97817" cy="41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7" h="5312" fill="none" extrusionOk="0">
                      <a:moveTo>
                        <a:pt x="1" y="5311"/>
                      </a:moveTo>
                      <a:lnTo>
                        <a:pt x="1243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4067;p61"/>
                <p:cNvSpPr/>
                <p:nvPr/>
              </p:nvSpPr>
              <p:spPr>
                <a:xfrm>
                  <a:off x="3875601" y="3503726"/>
                  <a:ext cx="68410" cy="89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11336" fill="none" extrusionOk="0">
                      <a:moveTo>
                        <a:pt x="8698" y="1"/>
                      </a:moveTo>
                      <a:lnTo>
                        <a:pt x="0" y="11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4068;p61"/>
                <p:cNvSpPr/>
                <p:nvPr/>
              </p:nvSpPr>
              <p:spPr>
                <a:xfrm>
                  <a:off x="3944003" y="3503726"/>
                  <a:ext cx="89441" cy="36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" h="4598" fill="none" extrusionOk="0">
                      <a:moveTo>
                        <a:pt x="1" y="1"/>
                      </a:moveTo>
                      <a:lnTo>
                        <a:pt x="11372" y="459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4069;p61"/>
                <p:cNvSpPr/>
                <p:nvPr/>
              </p:nvSpPr>
              <p:spPr>
                <a:xfrm>
                  <a:off x="4033436" y="3490599"/>
                  <a:ext cx="132824" cy="4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8" h="6267" fill="none" extrusionOk="0">
                      <a:moveTo>
                        <a:pt x="1" y="6267"/>
                      </a:moveTo>
                      <a:lnTo>
                        <a:pt x="16888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4070;p61"/>
                <p:cNvSpPr/>
                <p:nvPr/>
              </p:nvSpPr>
              <p:spPr>
                <a:xfrm>
                  <a:off x="4166252" y="3490599"/>
                  <a:ext cx="73459" cy="95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0" h="12146" fill="none" extrusionOk="0">
                      <a:moveTo>
                        <a:pt x="1" y="0"/>
                      </a:moveTo>
                      <a:lnTo>
                        <a:pt x="9339" y="1214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4071;p61"/>
                <p:cNvSpPr/>
                <p:nvPr/>
              </p:nvSpPr>
              <p:spPr>
                <a:xfrm>
                  <a:off x="4027726" y="3539882"/>
                  <a:ext cx="211985" cy="39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53" h="5082" fill="none" extrusionOk="0">
                      <a:moveTo>
                        <a:pt x="26952" y="508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4072;p61"/>
                <p:cNvSpPr/>
                <p:nvPr/>
              </p:nvSpPr>
              <p:spPr>
                <a:xfrm>
                  <a:off x="4027726" y="3539882"/>
                  <a:ext cx="99720" cy="174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9" h="22235" fill="none" extrusionOk="0">
                      <a:moveTo>
                        <a:pt x="1" y="1"/>
                      </a:moveTo>
                      <a:lnTo>
                        <a:pt x="12678" y="222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4073;p61"/>
                <p:cNvSpPr/>
                <p:nvPr/>
              </p:nvSpPr>
              <p:spPr>
                <a:xfrm>
                  <a:off x="4027726" y="3539882"/>
                  <a:ext cx="159754" cy="111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2" h="14203" fill="none" extrusionOk="0">
                      <a:moveTo>
                        <a:pt x="1" y="1"/>
                      </a:moveTo>
                      <a:lnTo>
                        <a:pt x="20311" y="142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4074;p61"/>
                <p:cNvSpPr/>
                <p:nvPr/>
              </p:nvSpPr>
              <p:spPr>
                <a:xfrm>
                  <a:off x="4006702" y="3641584"/>
                  <a:ext cx="120743" cy="73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52" h="9304" fill="none" extrusionOk="0">
                      <a:moveTo>
                        <a:pt x="0" y="1"/>
                      </a:moveTo>
                      <a:lnTo>
                        <a:pt x="15351" y="930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4075;p61"/>
                <p:cNvSpPr/>
                <p:nvPr/>
              </p:nvSpPr>
              <p:spPr>
                <a:xfrm>
                  <a:off x="4006702" y="3641584"/>
                  <a:ext cx="39773" cy="140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7" h="17832" fill="none" extrusionOk="0">
                      <a:moveTo>
                        <a:pt x="5057" y="17832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4076;p61"/>
                <p:cNvSpPr/>
                <p:nvPr/>
              </p:nvSpPr>
              <p:spPr>
                <a:xfrm>
                  <a:off x="3996423" y="3784585"/>
                  <a:ext cx="51862" cy="1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4" h="1307" fill="none" extrusionOk="0">
                      <a:moveTo>
                        <a:pt x="1" y="1307"/>
                      </a:moveTo>
                      <a:lnTo>
                        <a:pt x="659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4077;p61"/>
                <p:cNvSpPr/>
                <p:nvPr/>
              </p:nvSpPr>
              <p:spPr>
                <a:xfrm>
                  <a:off x="4048277" y="3784585"/>
                  <a:ext cx="47583" cy="68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0" h="8759" fill="none" extrusionOk="0">
                      <a:moveTo>
                        <a:pt x="1" y="0"/>
                      </a:moveTo>
                      <a:lnTo>
                        <a:pt x="6049" y="875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4078;p61"/>
                <p:cNvSpPr/>
                <p:nvPr/>
              </p:nvSpPr>
              <p:spPr>
                <a:xfrm>
                  <a:off x="4095947" y="3788392"/>
                  <a:ext cx="10280" cy="64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8251" fill="none" extrusionOk="0">
                      <a:moveTo>
                        <a:pt x="0" y="8250"/>
                      </a:moveTo>
                      <a:lnTo>
                        <a:pt x="130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4079;p61"/>
                <p:cNvSpPr/>
                <p:nvPr/>
              </p:nvSpPr>
              <p:spPr>
                <a:xfrm>
                  <a:off x="4095852" y="3853467"/>
                  <a:ext cx="45672" cy="1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7" h="2021" fill="none" extrusionOk="0">
                      <a:moveTo>
                        <a:pt x="0" y="0"/>
                      </a:moveTo>
                      <a:lnTo>
                        <a:pt x="5807" y="2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4080;p61"/>
                <p:cNvSpPr/>
                <p:nvPr/>
              </p:nvSpPr>
              <p:spPr>
                <a:xfrm>
                  <a:off x="4138567" y="3868308"/>
                  <a:ext cx="16469" cy="10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2932" fill="none" extrusionOk="0">
                      <a:moveTo>
                        <a:pt x="1" y="1"/>
                      </a:moveTo>
                      <a:lnTo>
                        <a:pt x="2093" y="129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4081;p61"/>
                <p:cNvSpPr/>
                <p:nvPr/>
              </p:nvSpPr>
              <p:spPr>
                <a:xfrm>
                  <a:off x="3875601" y="3592876"/>
                  <a:ext cx="131110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0" h="6194" fill="none" extrusionOk="0">
                      <a:moveTo>
                        <a:pt x="0" y="0"/>
                      </a:moveTo>
                      <a:lnTo>
                        <a:pt x="16669" y="61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4082;p61"/>
                <p:cNvSpPr/>
                <p:nvPr/>
              </p:nvSpPr>
              <p:spPr>
                <a:xfrm>
                  <a:off x="4164828" y="3394410"/>
                  <a:ext cx="26458" cy="93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4" h="11844" fill="none" extrusionOk="0">
                      <a:moveTo>
                        <a:pt x="0" y="11843"/>
                      </a:moveTo>
                      <a:lnTo>
                        <a:pt x="336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4083;p61"/>
                <p:cNvSpPr/>
                <p:nvPr/>
              </p:nvSpPr>
              <p:spPr>
                <a:xfrm>
                  <a:off x="4191278" y="3394410"/>
                  <a:ext cx="86586" cy="52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6703" fill="none" extrusionOk="0">
                      <a:moveTo>
                        <a:pt x="0" y="1"/>
                      </a:moveTo>
                      <a:lnTo>
                        <a:pt x="11008" y="67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" name="Google Shape;4084;p61"/>
              <p:cNvGrpSpPr/>
              <p:nvPr/>
            </p:nvGrpSpPr>
            <p:grpSpPr>
              <a:xfrm>
                <a:off x="4180904" y="4251758"/>
                <a:ext cx="37783" cy="32420"/>
                <a:chOff x="4180904" y="4251758"/>
                <a:chExt cx="37783" cy="32420"/>
              </a:xfrm>
            </p:grpSpPr>
            <p:sp>
              <p:nvSpPr>
                <p:cNvPr id="151" name="Google Shape;4085;p61"/>
                <p:cNvSpPr/>
                <p:nvPr/>
              </p:nvSpPr>
              <p:spPr>
                <a:xfrm>
                  <a:off x="4180904" y="4251758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1"/>
                        <a:pt x="2759" y="4121"/>
                      </a:cubicBezTo>
                      <a:cubicBezTo>
                        <a:pt x="3884" y="4109"/>
                        <a:pt x="4803" y="3190"/>
                        <a:pt x="4803" y="2065"/>
                      </a:cubicBezTo>
                      <a:cubicBezTo>
                        <a:pt x="4803" y="823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4086;p61"/>
                <p:cNvSpPr/>
                <p:nvPr/>
              </p:nvSpPr>
              <p:spPr>
                <a:xfrm>
                  <a:off x="4196037" y="426143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" name="Google Shape;4087;p61"/>
              <p:cNvGrpSpPr/>
              <p:nvPr/>
            </p:nvGrpSpPr>
            <p:grpSpPr>
              <a:xfrm>
                <a:off x="4201644" y="4081324"/>
                <a:ext cx="37783" cy="32364"/>
                <a:chOff x="4201644" y="4081324"/>
                <a:chExt cx="37783" cy="32364"/>
              </a:xfrm>
            </p:grpSpPr>
            <p:sp>
              <p:nvSpPr>
                <p:cNvPr id="149" name="Google Shape;4088;p61"/>
                <p:cNvSpPr/>
                <p:nvPr/>
              </p:nvSpPr>
              <p:spPr>
                <a:xfrm>
                  <a:off x="4201644" y="4081324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4089;p61"/>
                <p:cNvSpPr/>
                <p:nvPr/>
              </p:nvSpPr>
              <p:spPr>
                <a:xfrm>
                  <a:off x="4214582" y="4091037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83"/>
                        <a:pt x="521" y="1415"/>
                      </a:cubicBezTo>
                      <a:cubicBezTo>
                        <a:pt x="688" y="1582"/>
                        <a:pt x="894" y="1657"/>
                        <a:pt x="1096" y="1657"/>
                      </a:cubicBezTo>
                      <a:cubicBezTo>
                        <a:pt x="1524" y="1657"/>
                        <a:pt x="1936" y="1323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" name="Google Shape;4090;p61"/>
              <p:cNvGrpSpPr/>
              <p:nvPr/>
            </p:nvGrpSpPr>
            <p:grpSpPr>
              <a:xfrm>
                <a:off x="4284416" y="3887428"/>
                <a:ext cx="37783" cy="32451"/>
                <a:chOff x="4284416" y="3887428"/>
                <a:chExt cx="37783" cy="32451"/>
              </a:xfrm>
            </p:grpSpPr>
            <p:sp>
              <p:nvSpPr>
                <p:cNvPr id="147" name="Google Shape;4091;p61"/>
                <p:cNvSpPr/>
                <p:nvPr/>
              </p:nvSpPr>
              <p:spPr>
                <a:xfrm>
                  <a:off x="4284416" y="3887428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20" y="4126"/>
                        <a:pt x="2747" y="4126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4092;p61"/>
                <p:cNvSpPr/>
                <p:nvPr/>
              </p:nvSpPr>
              <p:spPr>
                <a:xfrm>
                  <a:off x="4299548" y="3897039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" name="Google Shape;4093;p61"/>
              <p:cNvGrpSpPr/>
              <p:nvPr/>
            </p:nvGrpSpPr>
            <p:grpSpPr>
              <a:xfrm>
                <a:off x="4223721" y="3860404"/>
                <a:ext cx="37870" cy="32364"/>
                <a:chOff x="4223721" y="3860404"/>
                <a:chExt cx="37870" cy="32364"/>
              </a:xfrm>
            </p:grpSpPr>
            <p:sp>
              <p:nvSpPr>
                <p:cNvPr id="145" name="Google Shape;4094;p61"/>
                <p:cNvSpPr/>
                <p:nvPr/>
              </p:nvSpPr>
              <p:spPr>
                <a:xfrm>
                  <a:off x="4223721" y="3860404"/>
                  <a:ext cx="37870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5" extrusionOk="0">
                      <a:moveTo>
                        <a:pt x="2735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58" y="4114"/>
                      </a:cubicBezTo>
                      <a:cubicBezTo>
                        <a:pt x="3883" y="4114"/>
                        <a:pt x="4803" y="3195"/>
                        <a:pt x="4815" y="2058"/>
                      </a:cubicBezTo>
                      <a:cubicBezTo>
                        <a:pt x="4815" y="822"/>
                        <a:pt x="3795" y="1"/>
                        <a:pt x="273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4095;p61"/>
                <p:cNvSpPr/>
                <p:nvPr/>
              </p:nvSpPr>
              <p:spPr>
                <a:xfrm>
                  <a:off x="4238846" y="38701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" name="Google Shape;4096;p61"/>
              <p:cNvGrpSpPr/>
              <p:nvPr/>
            </p:nvGrpSpPr>
            <p:grpSpPr>
              <a:xfrm>
                <a:off x="4104889" y="3699242"/>
                <a:ext cx="37776" cy="32357"/>
                <a:chOff x="4104889" y="3699242"/>
                <a:chExt cx="37776" cy="32357"/>
              </a:xfrm>
            </p:grpSpPr>
            <p:sp>
              <p:nvSpPr>
                <p:cNvPr id="143" name="Google Shape;4097;p61"/>
                <p:cNvSpPr/>
                <p:nvPr/>
              </p:nvSpPr>
              <p:spPr>
                <a:xfrm>
                  <a:off x="4104889" y="3699242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8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4098;p61"/>
                <p:cNvSpPr/>
                <p:nvPr/>
              </p:nvSpPr>
              <p:spPr>
                <a:xfrm>
                  <a:off x="4120013" y="37089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76" y="0"/>
                        <a:pt x="1" y="375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" name="Google Shape;4099;p61"/>
              <p:cNvGrpSpPr/>
              <p:nvPr/>
            </p:nvGrpSpPr>
            <p:grpSpPr>
              <a:xfrm>
                <a:off x="4143608" y="3475121"/>
                <a:ext cx="37878" cy="32420"/>
                <a:chOff x="4143608" y="3475121"/>
                <a:chExt cx="37878" cy="32420"/>
              </a:xfrm>
            </p:grpSpPr>
            <p:sp>
              <p:nvSpPr>
                <p:cNvPr id="141" name="Google Shape;4100;p61"/>
                <p:cNvSpPr/>
                <p:nvPr/>
              </p:nvSpPr>
              <p:spPr>
                <a:xfrm>
                  <a:off x="4143608" y="3475121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50" y="0"/>
                      </a:moveTo>
                      <a:cubicBezTo>
                        <a:pt x="2244" y="0"/>
                        <a:pt x="1727" y="190"/>
                        <a:pt x="1307" y="614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96" y="4122"/>
                        <a:pt x="4815" y="3202"/>
                        <a:pt x="4815" y="2065"/>
                      </a:cubicBezTo>
                      <a:cubicBezTo>
                        <a:pt x="4815" y="823"/>
                        <a:pt x="3805" y="0"/>
                        <a:pt x="275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4101;p61"/>
                <p:cNvSpPr/>
                <p:nvPr/>
              </p:nvSpPr>
              <p:spPr>
                <a:xfrm>
                  <a:off x="4158741" y="348479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94" y="1658"/>
                        <a:pt x="1657" y="1295"/>
                        <a:pt x="1657" y="835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" name="Google Shape;4102;p61"/>
              <p:cNvGrpSpPr/>
              <p:nvPr/>
            </p:nvGrpSpPr>
            <p:grpSpPr>
              <a:xfrm>
                <a:off x="4217248" y="3570893"/>
                <a:ext cx="37776" cy="32364"/>
                <a:chOff x="4217248" y="3570893"/>
                <a:chExt cx="37776" cy="32364"/>
              </a:xfrm>
            </p:grpSpPr>
            <p:sp>
              <p:nvSpPr>
                <p:cNvPr id="139" name="Google Shape;4103;p61"/>
                <p:cNvSpPr/>
                <p:nvPr/>
              </p:nvSpPr>
              <p:spPr>
                <a:xfrm>
                  <a:off x="4217248" y="3570893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4104;p61"/>
                <p:cNvSpPr/>
                <p:nvPr/>
              </p:nvSpPr>
              <p:spPr>
                <a:xfrm>
                  <a:off x="4232373" y="3580599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4" y="1"/>
                      </a:moveTo>
                      <a:cubicBezTo>
                        <a:pt x="364" y="1"/>
                        <a:pt x="1" y="376"/>
                        <a:pt x="1" y="824"/>
                      </a:cubicBezTo>
                      <a:cubicBezTo>
                        <a:pt x="1" y="1283"/>
                        <a:pt x="364" y="1658"/>
                        <a:pt x="824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76"/>
                        <a:pt x="1283" y="1"/>
                        <a:pt x="82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" name="Google Shape;4105;p61"/>
              <p:cNvGrpSpPr/>
              <p:nvPr/>
            </p:nvGrpSpPr>
            <p:grpSpPr>
              <a:xfrm>
                <a:off x="4255307" y="3431612"/>
                <a:ext cx="37776" cy="32451"/>
                <a:chOff x="4255307" y="3431612"/>
                <a:chExt cx="37776" cy="32451"/>
              </a:xfrm>
            </p:grpSpPr>
            <p:sp>
              <p:nvSpPr>
                <p:cNvPr id="137" name="Google Shape;4106;p61"/>
                <p:cNvSpPr/>
                <p:nvPr/>
              </p:nvSpPr>
              <p:spPr>
                <a:xfrm>
                  <a:off x="4255307" y="3431612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4107;p61"/>
                <p:cNvSpPr/>
                <p:nvPr/>
              </p:nvSpPr>
              <p:spPr>
                <a:xfrm>
                  <a:off x="4270432" y="34413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8"/>
                        <a:pt x="835" y="1658"/>
                      </a:cubicBezTo>
                      <a:cubicBezTo>
                        <a:pt x="1295" y="1658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" name="Google Shape;4108;p61"/>
              <p:cNvGrpSpPr/>
              <p:nvPr/>
            </p:nvGrpSpPr>
            <p:grpSpPr>
              <a:xfrm>
                <a:off x="3853052" y="3577398"/>
                <a:ext cx="37776" cy="32420"/>
                <a:chOff x="3853052" y="3577398"/>
                <a:chExt cx="37776" cy="32420"/>
              </a:xfrm>
            </p:grpSpPr>
            <p:sp>
              <p:nvSpPr>
                <p:cNvPr id="135" name="Google Shape;4109;p61"/>
                <p:cNvSpPr/>
                <p:nvPr/>
              </p:nvSpPr>
              <p:spPr>
                <a:xfrm>
                  <a:off x="3853052" y="3577398"/>
                  <a:ext cx="37776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2" extrusionOk="0">
                      <a:moveTo>
                        <a:pt x="2737" y="0"/>
                      </a:moveTo>
                      <a:cubicBezTo>
                        <a:pt x="2231" y="0"/>
                        <a:pt x="1714" y="190"/>
                        <a:pt x="1294" y="614"/>
                      </a:cubicBezTo>
                      <a:cubicBezTo>
                        <a:pt x="0" y="1908"/>
                        <a:pt x="919" y="4122"/>
                        <a:pt x="2746" y="4122"/>
                      </a:cubicBezTo>
                      <a:cubicBezTo>
                        <a:pt x="3883" y="4122"/>
                        <a:pt x="4803" y="3202"/>
                        <a:pt x="4803" y="2065"/>
                      </a:cubicBezTo>
                      <a:cubicBezTo>
                        <a:pt x="4803" y="823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4110;p61"/>
                <p:cNvSpPr/>
                <p:nvPr/>
              </p:nvSpPr>
              <p:spPr>
                <a:xfrm>
                  <a:off x="3868176" y="35870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35"/>
                      </a:cubicBezTo>
                      <a:cubicBezTo>
                        <a:pt x="1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" name="Google Shape;4111;p61"/>
              <p:cNvGrpSpPr/>
              <p:nvPr/>
            </p:nvGrpSpPr>
            <p:grpSpPr>
              <a:xfrm>
                <a:off x="4039908" y="3412107"/>
                <a:ext cx="37776" cy="32357"/>
                <a:chOff x="4039908" y="3412107"/>
                <a:chExt cx="37776" cy="32357"/>
              </a:xfrm>
            </p:grpSpPr>
            <p:sp>
              <p:nvSpPr>
                <p:cNvPr id="133" name="Google Shape;4112;p61"/>
                <p:cNvSpPr/>
                <p:nvPr/>
              </p:nvSpPr>
              <p:spPr>
                <a:xfrm>
                  <a:off x="4039908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4113;p61"/>
                <p:cNvSpPr/>
                <p:nvPr/>
              </p:nvSpPr>
              <p:spPr>
                <a:xfrm>
                  <a:off x="4055033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63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" name="Google Shape;4114;p61"/>
              <p:cNvGrpSpPr/>
              <p:nvPr/>
            </p:nvGrpSpPr>
            <p:grpSpPr>
              <a:xfrm>
                <a:off x="4017360" y="3342061"/>
                <a:ext cx="37870" cy="32380"/>
                <a:chOff x="4017360" y="3342061"/>
                <a:chExt cx="37870" cy="32380"/>
              </a:xfrm>
            </p:grpSpPr>
            <p:sp>
              <p:nvSpPr>
                <p:cNvPr id="131" name="Google Shape;4115;p61"/>
                <p:cNvSpPr/>
                <p:nvPr/>
              </p:nvSpPr>
              <p:spPr>
                <a:xfrm>
                  <a:off x="4017360" y="3342061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0"/>
                      </a:moveTo>
                      <a:cubicBezTo>
                        <a:pt x="2243" y="0"/>
                        <a:pt x="1726" y="189"/>
                        <a:pt x="1307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95" y="4116"/>
                        <a:pt x="4815" y="3197"/>
                        <a:pt x="4815" y="2060"/>
                      </a:cubicBezTo>
                      <a:cubicBezTo>
                        <a:pt x="4815" y="817"/>
                        <a:pt x="3804" y="0"/>
                        <a:pt x="274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4116;p61"/>
                <p:cNvSpPr/>
                <p:nvPr/>
              </p:nvSpPr>
              <p:spPr>
                <a:xfrm>
                  <a:off x="403248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" name="Google Shape;4117;p61"/>
              <p:cNvSpPr/>
              <p:nvPr/>
            </p:nvSpPr>
            <p:spPr>
              <a:xfrm>
                <a:off x="3998712" y="3520180"/>
                <a:ext cx="47764" cy="40929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5204" extrusionOk="0">
                    <a:moveTo>
                      <a:pt x="3457" y="0"/>
                    </a:moveTo>
                    <a:cubicBezTo>
                      <a:pt x="2821" y="0"/>
                      <a:pt x="2173" y="236"/>
                      <a:pt x="1645" y="764"/>
                    </a:cubicBezTo>
                    <a:cubicBezTo>
                      <a:pt x="0" y="2397"/>
                      <a:pt x="1162" y="5191"/>
                      <a:pt x="3472" y="5203"/>
                    </a:cubicBezTo>
                    <a:cubicBezTo>
                      <a:pt x="4899" y="5191"/>
                      <a:pt x="6061" y="4030"/>
                      <a:pt x="6073" y="2602"/>
                    </a:cubicBezTo>
                    <a:cubicBezTo>
                      <a:pt x="6073" y="1038"/>
                      <a:pt x="4792" y="0"/>
                      <a:pt x="34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4118;p61"/>
              <p:cNvSpPr/>
              <p:nvPr/>
            </p:nvSpPr>
            <p:spPr>
              <a:xfrm>
                <a:off x="4011744" y="3529893"/>
                <a:ext cx="25026" cy="21448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2727" extrusionOk="0">
                    <a:moveTo>
                      <a:pt x="1815" y="0"/>
                    </a:moveTo>
                    <a:cubicBezTo>
                      <a:pt x="605" y="0"/>
                      <a:pt x="1" y="1464"/>
                      <a:pt x="847" y="2323"/>
                    </a:cubicBezTo>
                    <a:cubicBezTo>
                      <a:pt x="1126" y="2601"/>
                      <a:pt x="1468" y="2726"/>
                      <a:pt x="1803" y="2726"/>
                    </a:cubicBezTo>
                    <a:cubicBezTo>
                      <a:pt x="2503" y="2726"/>
                      <a:pt x="3174" y="2185"/>
                      <a:pt x="3182" y="1367"/>
                    </a:cubicBezTo>
                    <a:cubicBezTo>
                      <a:pt x="3182" y="605"/>
                      <a:pt x="2565" y="0"/>
                      <a:pt x="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" name="Google Shape;4119;p61"/>
              <p:cNvGrpSpPr/>
              <p:nvPr/>
            </p:nvGrpSpPr>
            <p:grpSpPr>
              <a:xfrm>
                <a:off x="3750870" y="3418650"/>
                <a:ext cx="37776" cy="32380"/>
                <a:chOff x="3750870" y="3418650"/>
                <a:chExt cx="37776" cy="32380"/>
              </a:xfrm>
            </p:grpSpPr>
            <p:sp>
              <p:nvSpPr>
                <p:cNvPr id="129" name="Google Shape;4120;p61"/>
                <p:cNvSpPr/>
                <p:nvPr/>
              </p:nvSpPr>
              <p:spPr>
                <a:xfrm>
                  <a:off x="3750870" y="3418650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8"/>
                        <a:pt x="1295" y="608"/>
                      </a:cubicBezTo>
                      <a:cubicBezTo>
                        <a:pt x="0" y="1903"/>
                        <a:pt x="920" y="4116"/>
                        <a:pt x="2746" y="4116"/>
                      </a:cubicBezTo>
                      <a:cubicBezTo>
                        <a:pt x="3883" y="4104"/>
                        <a:pt x="4803" y="3185"/>
                        <a:pt x="4803" y="2060"/>
                      </a:cubicBezTo>
                      <a:cubicBezTo>
                        <a:pt x="4803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4121;p61"/>
                <p:cNvSpPr/>
                <p:nvPr/>
              </p:nvSpPr>
              <p:spPr>
                <a:xfrm>
                  <a:off x="3765994" y="342828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35"/>
                      </a:cubicBezTo>
                      <a:cubicBezTo>
                        <a:pt x="1" y="1294"/>
                        <a:pt x="363" y="1657"/>
                        <a:pt x="823" y="1657"/>
                      </a:cubicBezTo>
                      <a:cubicBezTo>
                        <a:pt x="1283" y="1657"/>
                        <a:pt x="1658" y="1294"/>
                        <a:pt x="1658" y="835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" name="Google Shape;4122;p61"/>
              <p:cNvGrpSpPr/>
              <p:nvPr/>
            </p:nvGrpSpPr>
            <p:grpSpPr>
              <a:xfrm>
                <a:off x="3632509" y="3274438"/>
                <a:ext cx="37783" cy="32357"/>
                <a:chOff x="3632509" y="3274438"/>
                <a:chExt cx="37783" cy="32357"/>
              </a:xfrm>
            </p:grpSpPr>
            <p:sp>
              <p:nvSpPr>
                <p:cNvPr id="127" name="Google Shape;4123;p61"/>
                <p:cNvSpPr/>
                <p:nvPr/>
              </p:nvSpPr>
              <p:spPr>
                <a:xfrm>
                  <a:off x="3632509" y="327443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4124;p61"/>
                <p:cNvSpPr/>
                <p:nvPr/>
              </p:nvSpPr>
              <p:spPr>
                <a:xfrm>
                  <a:off x="3647547" y="328404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" name="Google Shape;4125;p61"/>
              <p:cNvGrpSpPr/>
              <p:nvPr/>
            </p:nvGrpSpPr>
            <p:grpSpPr>
              <a:xfrm>
                <a:off x="3906424" y="3297561"/>
                <a:ext cx="37776" cy="32451"/>
                <a:chOff x="3906424" y="3297561"/>
                <a:chExt cx="37776" cy="32451"/>
              </a:xfrm>
            </p:grpSpPr>
            <p:sp>
              <p:nvSpPr>
                <p:cNvPr id="125" name="Google Shape;4126;p61"/>
                <p:cNvSpPr/>
                <p:nvPr/>
              </p:nvSpPr>
              <p:spPr>
                <a:xfrm>
                  <a:off x="3906424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0" y="1899"/>
                        <a:pt x="920" y="4125"/>
                        <a:pt x="2746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4127;p61"/>
                <p:cNvSpPr/>
                <p:nvPr/>
              </p:nvSpPr>
              <p:spPr>
                <a:xfrm>
                  <a:off x="3921548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0"/>
                      </a:moveTo>
                      <a:cubicBezTo>
                        <a:pt x="364" y="0"/>
                        <a:pt x="1" y="363"/>
                        <a:pt x="1" y="823"/>
                      </a:cubicBezTo>
                      <a:cubicBezTo>
                        <a:pt x="1" y="1282"/>
                        <a:pt x="364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63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" name="Google Shape;4128;p61"/>
              <p:cNvGrpSpPr/>
              <p:nvPr/>
            </p:nvGrpSpPr>
            <p:grpSpPr>
              <a:xfrm>
                <a:off x="3866084" y="3412107"/>
                <a:ext cx="37776" cy="32357"/>
                <a:chOff x="3866084" y="3412107"/>
                <a:chExt cx="37776" cy="32357"/>
              </a:xfrm>
            </p:grpSpPr>
            <p:sp>
              <p:nvSpPr>
                <p:cNvPr id="123" name="Google Shape;4129;p61"/>
                <p:cNvSpPr/>
                <p:nvPr/>
              </p:nvSpPr>
              <p:spPr>
                <a:xfrm>
                  <a:off x="3866084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4130;p61"/>
                <p:cNvSpPr/>
                <p:nvPr/>
              </p:nvSpPr>
              <p:spPr>
                <a:xfrm>
                  <a:off x="3881208" y="342181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64" y="1"/>
                        <a:pt x="1" y="363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" name="Google Shape;4131;p61"/>
              <p:cNvGrpSpPr/>
              <p:nvPr/>
            </p:nvGrpSpPr>
            <p:grpSpPr>
              <a:xfrm>
                <a:off x="4023919" y="3766409"/>
                <a:ext cx="37783" cy="32357"/>
                <a:chOff x="4023919" y="3766409"/>
                <a:chExt cx="37783" cy="32357"/>
              </a:xfrm>
            </p:grpSpPr>
            <p:sp>
              <p:nvSpPr>
                <p:cNvPr id="121" name="Google Shape;4132;p61"/>
                <p:cNvSpPr/>
                <p:nvPr/>
              </p:nvSpPr>
              <p:spPr>
                <a:xfrm>
                  <a:off x="4023919" y="37664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4133;p61"/>
                <p:cNvSpPr/>
                <p:nvPr/>
              </p:nvSpPr>
              <p:spPr>
                <a:xfrm>
                  <a:off x="4039051" y="377611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" name="Google Shape;4134;p61"/>
              <p:cNvGrpSpPr/>
              <p:nvPr/>
            </p:nvGrpSpPr>
            <p:grpSpPr>
              <a:xfrm>
                <a:off x="3973882" y="3779449"/>
                <a:ext cx="37776" cy="32357"/>
                <a:chOff x="3973882" y="3779449"/>
                <a:chExt cx="37776" cy="32357"/>
              </a:xfrm>
            </p:grpSpPr>
            <p:sp>
              <p:nvSpPr>
                <p:cNvPr id="119" name="Google Shape;4135;p61"/>
                <p:cNvSpPr/>
                <p:nvPr/>
              </p:nvSpPr>
              <p:spPr>
                <a:xfrm>
                  <a:off x="3973882" y="3779449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899"/>
                        <a:pt x="919" y="4113"/>
                        <a:pt x="2746" y="4113"/>
                      </a:cubicBezTo>
                      <a:cubicBezTo>
                        <a:pt x="3883" y="4113"/>
                        <a:pt x="4802" y="3194"/>
                        <a:pt x="4802" y="2069"/>
                      </a:cubicBezTo>
                      <a:cubicBezTo>
                        <a:pt x="4802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4136;p61"/>
                <p:cNvSpPr/>
                <p:nvPr/>
              </p:nvSpPr>
              <p:spPr>
                <a:xfrm>
                  <a:off x="3989006" y="37891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23"/>
                      </a:cubicBezTo>
                      <a:cubicBezTo>
                        <a:pt x="0" y="1282"/>
                        <a:pt x="363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" name="Google Shape;4137;p61"/>
              <p:cNvGrpSpPr/>
              <p:nvPr/>
            </p:nvGrpSpPr>
            <p:grpSpPr>
              <a:xfrm>
                <a:off x="4073398" y="3838028"/>
                <a:ext cx="37776" cy="32380"/>
                <a:chOff x="4073398" y="3838028"/>
                <a:chExt cx="37776" cy="32380"/>
              </a:xfrm>
            </p:grpSpPr>
            <p:sp>
              <p:nvSpPr>
                <p:cNvPr id="117" name="Google Shape;4138;p61"/>
                <p:cNvSpPr/>
                <p:nvPr/>
              </p:nvSpPr>
              <p:spPr>
                <a:xfrm>
                  <a:off x="4073398" y="3838028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5" y="609"/>
                      </a:cubicBezTo>
                      <a:cubicBezTo>
                        <a:pt x="0" y="1891"/>
                        <a:pt x="920" y="4105"/>
                        <a:pt x="2746" y="4117"/>
                      </a:cubicBezTo>
                      <a:cubicBezTo>
                        <a:pt x="3883" y="4105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4139;p61"/>
                <p:cNvSpPr/>
                <p:nvPr/>
              </p:nvSpPr>
              <p:spPr>
                <a:xfrm>
                  <a:off x="4088428" y="38476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" name="Google Shape;4140;p61"/>
              <p:cNvGrpSpPr/>
              <p:nvPr/>
            </p:nvGrpSpPr>
            <p:grpSpPr>
              <a:xfrm>
                <a:off x="4342672" y="4144496"/>
                <a:ext cx="37752" cy="32364"/>
                <a:chOff x="4342672" y="4144496"/>
                <a:chExt cx="37752" cy="32364"/>
              </a:xfrm>
            </p:grpSpPr>
            <p:sp>
              <p:nvSpPr>
                <p:cNvPr id="115" name="Google Shape;4141;p61"/>
                <p:cNvSpPr/>
                <p:nvPr/>
              </p:nvSpPr>
              <p:spPr>
                <a:xfrm>
                  <a:off x="4342672" y="4144496"/>
                  <a:ext cx="37752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" h="4115" extrusionOk="0">
                      <a:moveTo>
                        <a:pt x="2729" y="1"/>
                      </a:moveTo>
                      <a:cubicBezTo>
                        <a:pt x="2224" y="1"/>
                        <a:pt x="1710" y="188"/>
                        <a:pt x="1291" y="606"/>
                      </a:cubicBezTo>
                      <a:cubicBezTo>
                        <a:pt x="1" y="1897"/>
                        <a:pt x="912" y="4114"/>
                        <a:pt x="2740" y="4114"/>
                      </a:cubicBezTo>
                      <a:cubicBezTo>
                        <a:pt x="2745" y="4114"/>
                        <a:pt x="2750" y="4114"/>
                        <a:pt x="2755" y="4114"/>
                      </a:cubicBezTo>
                      <a:cubicBezTo>
                        <a:pt x="3880" y="4114"/>
                        <a:pt x="4800" y="3195"/>
                        <a:pt x="4800" y="2058"/>
                      </a:cubicBezTo>
                      <a:cubicBezTo>
                        <a:pt x="4800" y="822"/>
                        <a:pt x="3785" y="1"/>
                        <a:pt x="27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4142;p61"/>
                <p:cNvSpPr/>
                <p:nvPr/>
              </p:nvSpPr>
              <p:spPr>
                <a:xfrm>
                  <a:off x="4355586" y="4154209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01" y="0"/>
                      </a:moveTo>
                      <a:cubicBezTo>
                        <a:pt x="363" y="0"/>
                        <a:pt x="0" y="895"/>
                        <a:pt x="520" y="1416"/>
                      </a:cubicBezTo>
                      <a:cubicBezTo>
                        <a:pt x="688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" name="Google Shape;4143;p61"/>
              <p:cNvGrpSpPr/>
              <p:nvPr/>
            </p:nvGrpSpPr>
            <p:grpSpPr>
              <a:xfrm>
                <a:off x="4406386" y="4056872"/>
                <a:ext cx="37783" cy="32364"/>
                <a:chOff x="4406386" y="4056872"/>
                <a:chExt cx="37783" cy="32364"/>
              </a:xfrm>
            </p:grpSpPr>
            <p:sp>
              <p:nvSpPr>
                <p:cNvPr id="113" name="Google Shape;4144;p61"/>
                <p:cNvSpPr/>
                <p:nvPr/>
              </p:nvSpPr>
              <p:spPr>
                <a:xfrm>
                  <a:off x="4406386" y="4056872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3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4145;p61"/>
                <p:cNvSpPr/>
                <p:nvPr/>
              </p:nvSpPr>
              <p:spPr>
                <a:xfrm>
                  <a:off x="4419332" y="4066577"/>
                  <a:ext cx="15227" cy="13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5" extrusionOk="0">
                      <a:moveTo>
                        <a:pt x="1123" y="1"/>
                      </a:moveTo>
                      <a:cubicBezTo>
                        <a:pt x="1115" y="1"/>
                        <a:pt x="1108" y="1"/>
                        <a:pt x="1101" y="1"/>
                      </a:cubicBezTo>
                      <a:cubicBezTo>
                        <a:pt x="363" y="1"/>
                        <a:pt x="0" y="884"/>
                        <a:pt x="520" y="1404"/>
                      </a:cubicBezTo>
                      <a:cubicBezTo>
                        <a:pt x="689" y="1577"/>
                        <a:pt x="898" y="1655"/>
                        <a:pt x="1103" y="1655"/>
                      </a:cubicBezTo>
                      <a:cubicBezTo>
                        <a:pt x="1528" y="1655"/>
                        <a:pt x="1936" y="1322"/>
                        <a:pt x="1936" y="824"/>
                      </a:cubicBezTo>
                      <a:cubicBezTo>
                        <a:pt x="1936" y="371"/>
                        <a:pt x="1572" y="1"/>
                        <a:pt x="11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" name="Google Shape;4146;p61"/>
              <p:cNvGrpSpPr/>
              <p:nvPr/>
            </p:nvGrpSpPr>
            <p:grpSpPr>
              <a:xfrm>
                <a:off x="4284416" y="4245254"/>
                <a:ext cx="37783" cy="32357"/>
                <a:chOff x="4284416" y="4245254"/>
                <a:chExt cx="37783" cy="32357"/>
              </a:xfrm>
            </p:grpSpPr>
            <p:sp>
              <p:nvSpPr>
                <p:cNvPr id="111" name="Google Shape;4147;p61"/>
                <p:cNvSpPr/>
                <p:nvPr/>
              </p:nvSpPr>
              <p:spPr>
                <a:xfrm>
                  <a:off x="4284416" y="4245254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4148;p61"/>
                <p:cNvSpPr/>
                <p:nvPr/>
              </p:nvSpPr>
              <p:spPr>
                <a:xfrm>
                  <a:off x="4299548" y="425495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" name="Google Shape;4149;p61"/>
              <p:cNvGrpSpPr/>
              <p:nvPr/>
            </p:nvGrpSpPr>
            <p:grpSpPr>
              <a:xfrm>
                <a:off x="4219057" y="4331258"/>
                <a:ext cx="37776" cy="32364"/>
                <a:chOff x="4219057" y="4331258"/>
                <a:chExt cx="37776" cy="32364"/>
              </a:xfrm>
            </p:grpSpPr>
            <p:sp>
              <p:nvSpPr>
                <p:cNvPr id="109" name="Google Shape;4150;p61"/>
                <p:cNvSpPr/>
                <p:nvPr/>
              </p:nvSpPr>
              <p:spPr>
                <a:xfrm>
                  <a:off x="4219057" y="4331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4151;p61"/>
                <p:cNvSpPr/>
                <p:nvPr/>
              </p:nvSpPr>
              <p:spPr>
                <a:xfrm>
                  <a:off x="4231995" y="4340971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13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" name="Google Shape;4152;p61"/>
              <p:cNvGrpSpPr/>
              <p:nvPr/>
            </p:nvGrpSpPr>
            <p:grpSpPr>
              <a:xfrm>
                <a:off x="4204122" y="4141688"/>
                <a:ext cx="33497" cy="28699"/>
                <a:chOff x="4204122" y="4141688"/>
                <a:chExt cx="33497" cy="28699"/>
              </a:xfrm>
            </p:grpSpPr>
            <p:sp>
              <p:nvSpPr>
                <p:cNvPr id="107" name="Google Shape;4153;p61"/>
                <p:cNvSpPr/>
                <p:nvPr/>
              </p:nvSpPr>
              <p:spPr>
                <a:xfrm>
                  <a:off x="4204122" y="4141688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8"/>
                        <a:pt x="1149" y="540"/>
                      </a:cubicBezTo>
                      <a:cubicBezTo>
                        <a:pt x="0" y="1677"/>
                        <a:pt x="811" y="3649"/>
                        <a:pt x="2432" y="3649"/>
                      </a:cubicBezTo>
                      <a:cubicBezTo>
                        <a:pt x="3448" y="3649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4154;p61"/>
                <p:cNvSpPr/>
                <p:nvPr/>
              </p:nvSpPr>
              <p:spPr>
                <a:xfrm>
                  <a:off x="4216965" y="4151259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6" y="0"/>
                        <a:pt x="0" y="641"/>
                        <a:pt x="375" y="1016"/>
                      </a:cubicBezTo>
                      <a:cubicBezTo>
                        <a:pt x="498" y="1139"/>
                        <a:pt x="650" y="1195"/>
                        <a:pt x="799" y="1195"/>
                      </a:cubicBezTo>
                      <a:cubicBezTo>
                        <a:pt x="1103" y="1195"/>
                        <a:pt x="1395" y="963"/>
                        <a:pt x="1404" y="605"/>
                      </a:cubicBezTo>
                      <a:cubicBezTo>
                        <a:pt x="1404" y="278"/>
                        <a:pt x="1137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" name="Google Shape;4155;p61"/>
              <p:cNvGrpSpPr/>
              <p:nvPr/>
            </p:nvGrpSpPr>
            <p:grpSpPr>
              <a:xfrm>
                <a:off x="4301546" y="4003869"/>
                <a:ext cx="38916" cy="33324"/>
                <a:chOff x="4301546" y="4003869"/>
                <a:chExt cx="38916" cy="33324"/>
              </a:xfrm>
            </p:grpSpPr>
            <p:sp>
              <p:nvSpPr>
                <p:cNvPr id="105" name="Google Shape;4156;p61"/>
                <p:cNvSpPr/>
                <p:nvPr/>
              </p:nvSpPr>
              <p:spPr>
                <a:xfrm>
                  <a:off x="4301546" y="4003869"/>
                  <a:ext cx="38916" cy="3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8" h="4237" extrusionOk="0">
                      <a:moveTo>
                        <a:pt x="2818" y="1"/>
                      </a:moveTo>
                      <a:cubicBezTo>
                        <a:pt x="2295" y="1"/>
                        <a:pt x="1763" y="196"/>
                        <a:pt x="1331" y="631"/>
                      </a:cubicBezTo>
                      <a:cubicBezTo>
                        <a:pt x="0" y="1962"/>
                        <a:pt x="944" y="4236"/>
                        <a:pt x="2831" y="4236"/>
                      </a:cubicBezTo>
                      <a:cubicBezTo>
                        <a:pt x="3992" y="4236"/>
                        <a:pt x="4948" y="3293"/>
                        <a:pt x="4948" y="2119"/>
                      </a:cubicBezTo>
                      <a:cubicBezTo>
                        <a:pt x="4948" y="845"/>
                        <a:pt x="3905" y="1"/>
                        <a:pt x="28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4157;p61"/>
                <p:cNvSpPr/>
                <p:nvPr/>
              </p:nvSpPr>
              <p:spPr>
                <a:xfrm>
                  <a:off x="4314389" y="4013590"/>
                  <a:ext cx="16469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780" extrusionOk="0">
                      <a:moveTo>
                        <a:pt x="1220" y="0"/>
                      </a:moveTo>
                      <a:cubicBezTo>
                        <a:pt x="1213" y="0"/>
                        <a:pt x="1205" y="0"/>
                        <a:pt x="1198" y="0"/>
                      </a:cubicBezTo>
                      <a:cubicBezTo>
                        <a:pt x="400" y="0"/>
                        <a:pt x="0" y="956"/>
                        <a:pt x="569" y="1512"/>
                      </a:cubicBezTo>
                      <a:cubicBezTo>
                        <a:pt x="750" y="1697"/>
                        <a:pt x="974" y="1780"/>
                        <a:pt x="1194" y="1780"/>
                      </a:cubicBezTo>
                      <a:cubicBezTo>
                        <a:pt x="1652" y="1780"/>
                        <a:pt x="2093" y="1422"/>
                        <a:pt x="2093" y="883"/>
                      </a:cubicBezTo>
                      <a:cubicBezTo>
                        <a:pt x="2093" y="395"/>
                        <a:pt x="1706" y="0"/>
                        <a:pt x="122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" name="Google Shape;4158;p61"/>
              <p:cNvGrpSpPr/>
              <p:nvPr/>
            </p:nvGrpSpPr>
            <p:grpSpPr>
              <a:xfrm>
                <a:off x="4210681" y="3924669"/>
                <a:ext cx="36549" cy="31366"/>
                <a:chOff x="4210681" y="3924669"/>
                <a:chExt cx="36549" cy="31366"/>
              </a:xfrm>
            </p:grpSpPr>
            <p:sp>
              <p:nvSpPr>
                <p:cNvPr id="103" name="Google Shape;4159;p61"/>
                <p:cNvSpPr/>
                <p:nvPr/>
              </p:nvSpPr>
              <p:spPr>
                <a:xfrm>
                  <a:off x="4210681" y="3924669"/>
                  <a:ext cx="36549" cy="31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7" h="3988" extrusionOk="0">
                      <a:moveTo>
                        <a:pt x="2642" y="0"/>
                      </a:moveTo>
                      <a:cubicBezTo>
                        <a:pt x="2152" y="0"/>
                        <a:pt x="1654" y="182"/>
                        <a:pt x="1247" y="589"/>
                      </a:cubicBezTo>
                      <a:cubicBezTo>
                        <a:pt x="1" y="1847"/>
                        <a:pt x="884" y="3988"/>
                        <a:pt x="2662" y="3988"/>
                      </a:cubicBezTo>
                      <a:cubicBezTo>
                        <a:pt x="3751" y="3976"/>
                        <a:pt x="4646" y="3093"/>
                        <a:pt x="4646" y="1992"/>
                      </a:cubicBezTo>
                      <a:cubicBezTo>
                        <a:pt x="4646" y="797"/>
                        <a:pt x="3665" y="0"/>
                        <a:pt x="26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4160;p61"/>
                <p:cNvSpPr/>
                <p:nvPr/>
              </p:nvSpPr>
              <p:spPr>
                <a:xfrm>
                  <a:off x="4225625" y="3934335"/>
                  <a:ext cx="11994" cy="1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1525" extrusionOk="0">
                      <a:moveTo>
                        <a:pt x="762" y="1"/>
                      </a:moveTo>
                      <a:cubicBezTo>
                        <a:pt x="339" y="1"/>
                        <a:pt x="0" y="339"/>
                        <a:pt x="0" y="763"/>
                      </a:cubicBezTo>
                      <a:cubicBezTo>
                        <a:pt x="0" y="1186"/>
                        <a:pt x="339" y="1525"/>
                        <a:pt x="762" y="1525"/>
                      </a:cubicBezTo>
                      <a:cubicBezTo>
                        <a:pt x="1173" y="1525"/>
                        <a:pt x="1524" y="1186"/>
                        <a:pt x="1524" y="763"/>
                      </a:cubicBezTo>
                      <a:cubicBezTo>
                        <a:pt x="1524" y="339"/>
                        <a:pt x="1173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" name="Google Shape;4161;p61"/>
              <p:cNvGrpSpPr/>
              <p:nvPr/>
            </p:nvGrpSpPr>
            <p:grpSpPr>
              <a:xfrm>
                <a:off x="3987771" y="3628874"/>
                <a:ext cx="31499" cy="26993"/>
                <a:chOff x="3987771" y="3628874"/>
                <a:chExt cx="31499" cy="26993"/>
              </a:xfrm>
            </p:grpSpPr>
            <p:sp>
              <p:nvSpPr>
                <p:cNvPr id="101" name="Google Shape;4162;p61"/>
                <p:cNvSpPr/>
                <p:nvPr/>
              </p:nvSpPr>
              <p:spPr>
                <a:xfrm>
                  <a:off x="3987771" y="3628874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4163;p61"/>
                <p:cNvSpPr/>
                <p:nvPr/>
              </p:nvSpPr>
              <p:spPr>
                <a:xfrm>
                  <a:off x="4000709" y="3638540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" name="Google Shape;4164;p61"/>
              <p:cNvGrpSpPr/>
              <p:nvPr/>
            </p:nvGrpSpPr>
            <p:grpSpPr>
              <a:xfrm>
                <a:off x="4087382" y="3775674"/>
                <a:ext cx="31405" cy="26898"/>
                <a:chOff x="4087382" y="3775674"/>
                <a:chExt cx="31405" cy="26898"/>
              </a:xfrm>
            </p:grpSpPr>
            <p:sp>
              <p:nvSpPr>
                <p:cNvPr id="99" name="Google Shape;4165;p61"/>
                <p:cNvSpPr/>
                <p:nvPr/>
              </p:nvSpPr>
              <p:spPr>
                <a:xfrm>
                  <a:off x="4087382" y="37756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20"/>
                        <a:pt x="2275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4166;p61"/>
                <p:cNvSpPr/>
                <p:nvPr/>
              </p:nvSpPr>
              <p:spPr>
                <a:xfrm>
                  <a:off x="4101460" y="378534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" name="Google Shape;4167;p61"/>
              <p:cNvGrpSpPr/>
              <p:nvPr/>
            </p:nvGrpSpPr>
            <p:grpSpPr>
              <a:xfrm>
                <a:off x="4118873" y="3856637"/>
                <a:ext cx="31405" cy="26906"/>
                <a:chOff x="4118873" y="3856637"/>
                <a:chExt cx="31405" cy="26906"/>
              </a:xfrm>
            </p:grpSpPr>
            <p:sp>
              <p:nvSpPr>
                <p:cNvPr id="97" name="Google Shape;4168;p61"/>
                <p:cNvSpPr/>
                <p:nvPr/>
              </p:nvSpPr>
              <p:spPr>
                <a:xfrm>
                  <a:off x="4118873" y="3856637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4169;p61"/>
                <p:cNvSpPr/>
                <p:nvPr/>
              </p:nvSpPr>
              <p:spPr>
                <a:xfrm>
                  <a:off x="4133046" y="3866310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" name="Google Shape;4170;p61"/>
              <p:cNvGrpSpPr/>
              <p:nvPr/>
            </p:nvGrpSpPr>
            <p:grpSpPr>
              <a:xfrm>
                <a:off x="4168541" y="3639523"/>
                <a:ext cx="31499" cy="26906"/>
                <a:chOff x="4168541" y="3639523"/>
                <a:chExt cx="31499" cy="26906"/>
              </a:xfrm>
            </p:grpSpPr>
            <p:sp>
              <p:nvSpPr>
                <p:cNvPr id="95" name="Google Shape;4171;p61"/>
                <p:cNvSpPr/>
                <p:nvPr/>
              </p:nvSpPr>
              <p:spPr>
                <a:xfrm>
                  <a:off x="4168541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2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5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4172;p61"/>
                <p:cNvSpPr/>
                <p:nvPr/>
              </p:nvSpPr>
              <p:spPr>
                <a:xfrm>
                  <a:off x="4182713" y="3649197"/>
                  <a:ext cx="7716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969" extrusionOk="0">
                      <a:moveTo>
                        <a:pt x="496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96" y="968"/>
                      </a:cubicBezTo>
                      <a:cubicBezTo>
                        <a:pt x="763" y="968"/>
                        <a:pt x="980" y="751"/>
                        <a:pt x="980" y="485"/>
                      </a:cubicBezTo>
                      <a:cubicBezTo>
                        <a:pt x="980" y="218"/>
                        <a:pt x="763" y="1"/>
                        <a:pt x="49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" name="Google Shape;4173;p61"/>
              <p:cNvGrpSpPr/>
              <p:nvPr/>
            </p:nvGrpSpPr>
            <p:grpSpPr>
              <a:xfrm>
                <a:off x="3965789" y="3393545"/>
                <a:ext cx="31405" cy="26945"/>
                <a:chOff x="3965789" y="3393545"/>
                <a:chExt cx="31405" cy="26945"/>
              </a:xfrm>
            </p:grpSpPr>
            <p:sp>
              <p:nvSpPr>
                <p:cNvPr id="93" name="Google Shape;4174;p61"/>
                <p:cNvSpPr/>
                <p:nvPr/>
              </p:nvSpPr>
              <p:spPr>
                <a:xfrm>
                  <a:off x="3965789" y="3393545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0"/>
                      </a:moveTo>
                      <a:cubicBezTo>
                        <a:pt x="1854" y="0"/>
                        <a:pt x="1426" y="158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4175;p61"/>
                <p:cNvSpPr/>
                <p:nvPr/>
              </p:nvSpPr>
              <p:spPr>
                <a:xfrm>
                  <a:off x="3978632" y="3403259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9" y="1"/>
                        <a:pt x="1" y="509"/>
                        <a:pt x="315" y="823"/>
                      </a:cubicBezTo>
                      <a:cubicBezTo>
                        <a:pt x="413" y="921"/>
                        <a:pt x="533" y="964"/>
                        <a:pt x="651" y="964"/>
                      </a:cubicBezTo>
                      <a:cubicBezTo>
                        <a:pt x="899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" name="Google Shape;4176;p61"/>
              <p:cNvGrpSpPr/>
              <p:nvPr/>
            </p:nvGrpSpPr>
            <p:grpSpPr>
              <a:xfrm>
                <a:off x="3925166" y="3491008"/>
                <a:ext cx="31405" cy="27001"/>
                <a:chOff x="3925166" y="3491008"/>
                <a:chExt cx="31405" cy="27001"/>
              </a:xfrm>
            </p:grpSpPr>
            <p:sp>
              <p:nvSpPr>
                <p:cNvPr id="91" name="Google Shape;4177;p61"/>
                <p:cNvSpPr/>
                <p:nvPr/>
              </p:nvSpPr>
              <p:spPr>
                <a:xfrm>
                  <a:off x="3925166" y="349100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5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4178;p61"/>
                <p:cNvSpPr/>
                <p:nvPr/>
              </p:nvSpPr>
              <p:spPr>
                <a:xfrm>
                  <a:off x="3939339" y="350068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5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5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9" name="Google Shape;4179;p61"/>
              <p:cNvGrpSpPr/>
              <p:nvPr/>
            </p:nvGrpSpPr>
            <p:grpSpPr>
              <a:xfrm>
                <a:off x="3682845" y="3340976"/>
                <a:ext cx="31397" cy="26898"/>
                <a:chOff x="3682845" y="3340976"/>
                <a:chExt cx="31397" cy="26898"/>
              </a:xfrm>
            </p:grpSpPr>
            <p:sp>
              <p:nvSpPr>
                <p:cNvPr id="89" name="Google Shape;4180;p61"/>
                <p:cNvSpPr/>
                <p:nvPr/>
              </p:nvSpPr>
              <p:spPr>
                <a:xfrm>
                  <a:off x="3682845" y="3340976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4181;p61"/>
                <p:cNvSpPr/>
                <p:nvPr/>
              </p:nvSpPr>
              <p:spPr>
                <a:xfrm>
                  <a:off x="3695783" y="3350650"/>
                  <a:ext cx="8856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2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23"/>
                      </a:cubicBezTo>
                      <a:cubicBezTo>
                        <a:pt x="401" y="926"/>
                        <a:pt x="524" y="972"/>
                        <a:pt x="643" y="972"/>
                      </a:cubicBezTo>
                      <a:cubicBezTo>
                        <a:pt x="890" y="972"/>
                        <a:pt x="1125" y="777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" name="Google Shape;4182;p61"/>
              <p:cNvGrpSpPr/>
              <p:nvPr/>
            </p:nvGrpSpPr>
            <p:grpSpPr>
              <a:xfrm>
                <a:off x="3795393" y="3353725"/>
                <a:ext cx="31499" cy="26993"/>
                <a:chOff x="3795393" y="3353725"/>
                <a:chExt cx="31499" cy="26993"/>
              </a:xfrm>
            </p:grpSpPr>
            <p:sp>
              <p:nvSpPr>
                <p:cNvPr id="87" name="Google Shape;4183;p61"/>
                <p:cNvSpPr/>
                <p:nvPr/>
              </p:nvSpPr>
              <p:spPr>
                <a:xfrm>
                  <a:off x="3795393" y="335372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32"/>
                        <a:pt x="2299" y="3432"/>
                      </a:cubicBezTo>
                      <a:cubicBezTo>
                        <a:pt x="3242" y="3432"/>
                        <a:pt x="4005" y="2658"/>
                        <a:pt x="4005" y="1714"/>
                      </a:cubicBezTo>
                      <a:cubicBezTo>
                        <a:pt x="4005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4184;p61"/>
                <p:cNvSpPr/>
                <p:nvPr/>
              </p:nvSpPr>
              <p:spPr>
                <a:xfrm>
                  <a:off x="3809668" y="3363399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06" y="0"/>
                        <a:pt x="0" y="218"/>
                        <a:pt x="0" y="484"/>
                      </a:cubicBezTo>
                      <a:cubicBezTo>
                        <a:pt x="0" y="750"/>
                        <a:pt x="206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" name="Google Shape;4185;p61"/>
              <p:cNvGrpSpPr/>
              <p:nvPr/>
            </p:nvGrpSpPr>
            <p:grpSpPr>
              <a:xfrm>
                <a:off x="4176909" y="4363221"/>
                <a:ext cx="38924" cy="33316"/>
                <a:chOff x="4176909" y="4363221"/>
                <a:chExt cx="38924" cy="33316"/>
              </a:xfrm>
            </p:grpSpPr>
            <p:sp>
              <p:nvSpPr>
                <p:cNvPr id="85" name="Google Shape;4186;p61"/>
                <p:cNvSpPr/>
                <p:nvPr/>
              </p:nvSpPr>
              <p:spPr>
                <a:xfrm>
                  <a:off x="4176909" y="4363221"/>
                  <a:ext cx="38924" cy="33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9" h="4236" extrusionOk="0">
                      <a:moveTo>
                        <a:pt x="2823" y="0"/>
                      </a:moveTo>
                      <a:cubicBezTo>
                        <a:pt x="2301" y="0"/>
                        <a:pt x="1767" y="195"/>
                        <a:pt x="1331" y="631"/>
                      </a:cubicBezTo>
                      <a:cubicBezTo>
                        <a:pt x="1" y="1961"/>
                        <a:pt x="944" y="4236"/>
                        <a:pt x="2831" y="4236"/>
                      </a:cubicBezTo>
                      <a:cubicBezTo>
                        <a:pt x="4005" y="4236"/>
                        <a:pt x="4948" y="3292"/>
                        <a:pt x="4948" y="2119"/>
                      </a:cubicBezTo>
                      <a:cubicBezTo>
                        <a:pt x="4948" y="844"/>
                        <a:pt x="3911" y="0"/>
                        <a:pt x="28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4187;p61"/>
                <p:cNvSpPr/>
                <p:nvPr/>
              </p:nvSpPr>
              <p:spPr>
                <a:xfrm>
                  <a:off x="4192230" y="4372934"/>
                  <a:ext cx="13897" cy="1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7" h="1779" extrusionOk="0">
                      <a:moveTo>
                        <a:pt x="883" y="1"/>
                      </a:moveTo>
                      <a:cubicBezTo>
                        <a:pt x="399" y="1"/>
                        <a:pt x="0" y="400"/>
                        <a:pt x="0" y="896"/>
                      </a:cubicBezTo>
                      <a:cubicBezTo>
                        <a:pt x="0" y="1380"/>
                        <a:pt x="399" y="1779"/>
                        <a:pt x="883" y="1779"/>
                      </a:cubicBezTo>
                      <a:cubicBezTo>
                        <a:pt x="1379" y="1779"/>
                        <a:pt x="1766" y="1380"/>
                        <a:pt x="1766" y="896"/>
                      </a:cubicBezTo>
                      <a:cubicBezTo>
                        <a:pt x="1766" y="400"/>
                        <a:pt x="1379" y="1"/>
                        <a:pt x="88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" name="Google Shape;4188;p61"/>
              <p:cNvGrpSpPr/>
              <p:nvPr/>
            </p:nvGrpSpPr>
            <p:grpSpPr>
              <a:xfrm>
                <a:off x="4226191" y="4007660"/>
                <a:ext cx="33560" cy="28770"/>
                <a:chOff x="4226191" y="4007660"/>
                <a:chExt cx="33560" cy="28770"/>
              </a:xfrm>
            </p:grpSpPr>
            <p:sp>
              <p:nvSpPr>
                <p:cNvPr id="83" name="Google Shape;4189;p61"/>
                <p:cNvSpPr/>
                <p:nvPr/>
              </p:nvSpPr>
              <p:spPr>
                <a:xfrm>
                  <a:off x="4226191" y="4007660"/>
                  <a:ext cx="33560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7" h="3658" extrusionOk="0">
                      <a:moveTo>
                        <a:pt x="2427" y="1"/>
                      </a:moveTo>
                      <a:cubicBezTo>
                        <a:pt x="1980" y="1"/>
                        <a:pt x="1524" y="167"/>
                        <a:pt x="1150" y="537"/>
                      </a:cubicBezTo>
                      <a:cubicBezTo>
                        <a:pt x="1" y="1686"/>
                        <a:pt x="811" y="3645"/>
                        <a:pt x="2444" y="3658"/>
                      </a:cubicBezTo>
                      <a:cubicBezTo>
                        <a:pt x="3436" y="3645"/>
                        <a:pt x="4259" y="2835"/>
                        <a:pt x="4259" y="1843"/>
                      </a:cubicBezTo>
                      <a:cubicBezTo>
                        <a:pt x="4267" y="736"/>
                        <a:pt x="3369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4190;p61"/>
                <p:cNvSpPr/>
                <p:nvPr/>
              </p:nvSpPr>
              <p:spPr>
                <a:xfrm>
                  <a:off x="4239129" y="4017397"/>
                  <a:ext cx="10948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193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8"/>
                        <a:pt x="647" y="1192"/>
                        <a:pt x="794" y="1192"/>
                      </a:cubicBezTo>
                      <a:cubicBezTo>
                        <a:pt x="1099" y="1192"/>
                        <a:pt x="1392" y="957"/>
                        <a:pt x="1392" y="605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" name="Google Shape;4191;p61"/>
              <p:cNvGrpSpPr/>
              <p:nvPr/>
            </p:nvGrpSpPr>
            <p:grpSpPr>
              <a:xfrm>
                <a:off x="3597785" y="3377045"/>
                <a:ext cx="33591" cy="28699"/>
                <a:chOff x="3597785" y="3377045"/>
                <a:chExt cx="33591" cy="28699"/>
              </a:xfrm>
            </p:grpSpPr>
            <p:sp>
              <p:nvSpPr>
                <p:cNvPr id="81" name="Google Shape;4192;p61"/>
                <p:cNvSpPr/>
                <p:nvPr/>
              </p:nvSpPr>
              <p:spPr>
                <a:xfrm>
                  <a:off x="3597785" y="3377045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28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0" y="1676"/>
                        <a:pt x="811" y="3648"/>
                        <a:pt x="2444" y="3648"/>
                      </a:cubicBezTo>
                      <a:cubicBezTo>
                        <a:pt x="3448" y="3648"/>
                        <a:pt x="4259" y="2826"/>
                        <a:pt x="4271" y="1822"/>
                      </a:cubicBezTo>
                      <a:cubicBezTo>
                        <a:pt x="4262" y="726"/>
                        <a:pt x="3364" y="0"/>
                        <a:pt x="242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4193;p61"/>
                <p:cNvSpPr/>
                <p:nvPr/>
              </p:nvSpPr>
              <p:spPr>
                <a:xfrm>
                  <a:off x="3612343" y="3386703"/>
                  <a:ext cx="9328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20" y="1186"/>
                        <a:pt x="1186" y="920"/>
                        <a:pt x="1186" y="594"/>
                      </a:cubicBezTo>
                      <a:cubicBezTo>
                        <a:pt x="1186" y="267"/>
                        <a:pt x="920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" name="Google Shape;4194;p61"/>
              <p:cNvGrpSpPr/>
              <p:nvPr/>
            </p:nvGrpSpPr>
            <p:grpSpPr>
              <a:xfrm>
                <a:off x="3887870" y="3669796"/>
                <a:ext cx="33591" cy="28692"/>
                <a:chOff x="3887870" y="3669796"/>
                <a:chExt cx="33591" cy="28692"/>
              </a:xfrm>
            </p:grpSpPr>
            <p:sp>
              <p:nvSpPr>
                <p:cNvPr id="79" name="Google Shape;4195;p61"/>
                <p:cNvSpPr/>
                <p:nvPr/>
              </p:nvSpPr>
              <p:spPr>
                <a:xfrm>
                  <a:off x="3887870" y="3669796"/>
                  <a:ext cx="33591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8" extrusionOk="0">
                      <a:moveTo>
                        <a:pt x="2431" y="0"/>
                      </a:moveTo>
                      <a:cubicBezTo>
                        <a:pt x="1981" y="0"/>
                        <a:pt x="1522" y="167"/>
                        <a:pt x="1150" y="539"/>
                      </a:cubicBezTo>
                      <a:cubicBezTo>
                        <a:pt x="1" y="1676"/>
                        <a:pt x="823" y="3648"/>
                        <a:pt x="2444" y="3648"/>
                      </a:cubicBezTo>
                      <a:cubicBezTo>
                        <a:pt x="3448" y="3648"/>
                        <a:pt x="4271" y="2825"/>
                        <a:pt x="4271" y="1821"/>
                      </a:cubicBezTo>
                      <a:cubicBezTo>
                        <a:pt x="4271" y="725"/>
                        <a:pt x="3370" y="0"/>
                        <a:pt x="24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4196;p61"/>
                <p:cNvSpPr/>
                <p:nvPr/>
              </p:nvSpPr>
              <p:spPr>
                <a:xfrm>
                  <a:off x="3902428" y="3679454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3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" name="Google Shape;4197;p61"/>
              <p:cNvGrpSpPr/>
              <p:nvPr/>
            </p:nvGrpSpPr>
            <p:grpSpPr>
              <a:xfrm>
                <a:off x="3818320" y="3481625"/>
                <a:ext cx="33497" cy="28770"/>
                <a:chOff x="3818320" y="3481625"/>
                <a:chExt cx="33497" cy="28770"/>
              </a:xfrm>
            </p:grpSpPr>
            <p:sp>
              <p:nvSpPr>
                <p:cNvPr id="77" name="Google Shape;4198;p61"/>
                <p:cNvSpPr/>
                <p:nvPr/>
              </p:nvSpPr>
              <p:spPr>
                <a:xfrm>
                  <a:off x="3818320" y="3481625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1"/>
                      </a:moveTo>
                      <a:cubicBezTo>
                        <a:pt x="1975" y="1"/>
                        <a:pt x="1520" y="166"/>
                        <a:pt x="1150" y="537"/>
                      </a:cubicBezTo>
                      <a:cubicBezTo>
                        <a:pt x="1" y="1686"/>
                        <a:pt x="811" y="3658"/>
                        <a:pt x="2432" y="3658"/>
                      </a:cubicBezTo>
                      <a:cubicBezTo>
                        <a:pt x="3448" y="3658"/>
                        <a:pt x="4259" y="2835"/>
                        <a:pt x="4259" y="1831"/>
                      </a:cubicBezTo>
                      <a:cubicBezTo>
                        <a:pt x="4259" y="732"/>
                        <a:pt x="3359" y="1"/>
                        <a:pt x="242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4199;p61"/>
                <p:cNvSpPr/>
                <p:nvPr/>
              </p:nvSpPr>
              <p:spPr>
                <a:xfrm>
                  <a:off x="3831258" y="3491362"/>
                  <a:ext cx="10956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2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6" y="1192"/>
                        <a:pt x="792" y="1192"/>
                      </a:cubicBezTo>
                      <a:cubicBezTo>
                        <a:pt x="1098" y="1192"/>
                        <a:pt x="1392" y="953"/>
                        <a:pt x="1392" y="593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" name="Google Shape;4200;p61"/>
              <p:cNvGrpSpPr/>
              <p:nvPr/>
            </p:nvGrpSpPr>
            <p:grpSpPr>
              <a:xfrm>
                <a:off x="4278139" y="4120948"/>
                <a:ext cx="37492" cy="32129"/>
                <a:chOff x="4278139" y="4120948"/>
                <a:chExt cx="37492" cy="32129"/>
              </a:xfrm>
            </p:grpSpPr>
            <p:sp>
              <p:nvSpPr>
                <p:cNvPr id="75" name="Google Shape;4201;p61"/>
                <p:cNvSpPr/>
                <p:nvPr/>
              </p:nvSpPr>
              <p:spPr>
                <a:xfrm>
                  <a:off x="4278139" y="4120948"/>
                  <a:ext cx="37492" cy="32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7" h="4085" extrusionOk="0">
                      <a:moveTo>
                        <a:pt x="2708" y="0"/>
                      </a:moveTo>
                      <a:cubicBezTo>
                        <a:pt x="2207" y="0"/>
                        <a:pt x="1697" y="186"/>
                        <a:pt x="1283" y="600"/>
                      </a:cubicBezTo>
                      <a:cubicBezTo>
                        <a:pt x="1" y="1895"/>
                        <a:pt x="908" y="4084"/>
                        <a:pt x="2722" y="4084"/>
                      </a:cubicBezTo>
                      <a:cubicBezTo>
                        <a:pt x="3847" y="4084"/>
                        <a:pt x="4755" y="3177"/>
                        <a:pt x="4767" y="2052"/>
                      </a:cubicBezTo>
                      <a:cubicBezTo>
                        <a:pt x="4767" y="815"/>
                        <a:pt x="3758" y="0"/>
                        <a:pt x="27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4202;p61"/>
                <p:cNvSpPr/>
                <p:nvPr/>
              </p:nvSpPr>
              <p:spPr>
                <a:xfrm>
                  <a:off x="4290983" y="4130614"/>
                  <a:ext cx="14943" cy="12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" h="1629" extrusionOk="0">
                      <a:moveTo>
                        <a:pt x="1089" y="0"/>
                      </a:moveTo>
                      <a:cubicBezTo>
                        <a:pt x="363" y="0"/>
                        <a:pt x="1" y="883"/>
                        <a:pt x="509" y="1391"/>
                      </a:cubicBezTo>
                      <a:cubicBezTo>
                        <a:pt x="673" y="1555"/>
                        <a:pt x="876" y="1629"/>
                        <a:pt x="1076" y="1629"/>
                      </a:cubicBezTo>
                      <a:cubicBezTo>
                        <a:pt x="1495" y="1629"/>
                        <a:pt x="1900" y="1306"/>
                        <a:pt x="1900" y="823"/>
                      </a:cubicBezTo>
                      <a:cubicBezTo>
                        <a:pt x="1900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" name="Google Shape;4203;p61"/>
              <p:cNvGrpSpPr/>
              <p:nvPr/>
            </p:nvGrpSpPr>
            <p:grpSpPr>
              <a:xfrm>
                <a:off x="4419898" y="3977388"/>
                <a:ext cx="33497" cy="28692"/>
                <a:chOff x="4419898" y="3977388"/>
                <a:chExt cx="33497" cy="28692"/>
              </a:xfrm>
            </p:grpSpPr>
            <p:sp>
              <p:nvSpPr>
                <p:cNvPr id="73" name="Google Shape;4204;p61"/>
                <p:cNvSpPr/>
                <p:nvPr/>
              </p:nvSpPr>
              <p:spPr>
                <a:xfrm>
                  <a:off x="4419898" y="3977388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1" y="1688"/>
                        <a:pt x="811" y="3648"/>
                        <a:pt x="2432" y="3648"/>
                      </a:cubicBezTo>
                      <a:cubicBezTo>
                        <a:pt x="3448" y="3648"/>
                        <a:pt x="4259" y="2837"/>
                        <a:pt x="4259" y="1833"/>
                      </a:cubicBezTo>
                      <a:cubicBezTo>
                        <a:pt x="4259" y="729"/>
                        <a:pt x="3362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4205;p61"/>
                <p:cNvSpPr/>
                <p:nvPr/>
              </p:nvSpPr>
              <p:spPr>
                <a:xfrm>
                  <a:off x="4432742" y="3987046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9" y="1139"/>
                        <a:pt x="650" y="1195"/>
                        <a:pt x="799" y="1195"/>
                      </a:cubicBezTo>
                      <a:cubicBezTo>
                        <a:pt x="1104" y="1195"/>
                        <a:pt x="1396" y="963"/>
                        <a:pt x="1404" y="605"/>
                      </a:cubicBezTo>
                      <a:cubicBezTo>
                        <a:pt x="1404" y="266"/>
                        <a:pt x="1138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" name="Google Shape;4206;p61"/>
              <p:cNvGrpSpPr/>
              <p:nvPr/>
            </p:nvGrpSpPr>
            <p:grpSpPr>
              <a:xfrm>
                <a:off x="4158930" y="4034684"/>
                <a:ext cx="33497" cy="28762"/>
                <a:chOff x="4158930" y="4034684"/>
                <a:chExt cx="33497" cy="28762"/>
              </a:xfrm>
            </p:grpSpPr>
            <p:sp>
              <p:nvSpPr>
                <p:cNvPr id="71" name="Google Shape;4207;p61"/>
                <p:cNvSpPr/>
                <p:nvPr/>
              </p:nvSpPr>
              <p:spPr>
                <a:xfrm>
                  <a:off x="4158930" y="4034684"/>
                  <a:ext cx="33497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7" extrusionOk="0">
                      <a:moveTo>
                        <a:pt x="2421" y="0"/>
                      </a:moveTo>
                      <a:cubicBezTo>
                        <a:pt x="1974" y="0"/>
                        <a:pt x="1520" y="166"/>
                        <a:pt x="1149" y="536"/>
                      </a:cubicBezTo>
                      <a:cubicBezTo>
                        <a:pt x="0" y="1685"/>
                        <a:pt x="811" y="3645"/>
                        <a:pt x="2432" y="3657"/>
                      </a:cubicBezTo>
                      <a:cubicBezTo>
                        <a:pt x="3436" y="3645"/>
                        <a:pt x="4258" y="2834"/>
                        <a:pt x="4258" y="1830"/>
                      </a:cubicBezTo>
                      <a:cubicBezTo>
                        <a:pt x="4258" y="732"/>
                        <a:pt x="3358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4208;p61"/>
                <p:cNvSpPr/>
                <p:nvPr/>
              </p:nvSpPr>
              <p:spPr>
                <a:xfrm>
                  <a:off x="4173385" y="4044319"/>
                  <a:ext cx="9336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99" extrusionOk="0">
                      <a:moveTo>
                        <a:pt x="594" y="1"/>
                      </a:moveTo>
                      <a:cubicBezTo>
                        <a:pt x="267" y="1"/>
                        <a:pt x="1" y="279"/>
                        <a:pt x="1" y="605"/>
                      </a:cubicBezTo>
                      <a:cubicBezTo>
                        <a:pt x="1" y="932"/>
                        <a:pt x="267" y="1198"/>
                        <a:pt x="594" y="1198"/>
                      </a:cubicBezTo>
                      <a:cubicBezTo>
                        <a:pt x="920" y="1198"/>
                        <a:pt x="1186" y="932"/>
                        <a:pt x="1186" y="605"/>
                      </a:cubicBezTo>
                      <a:cubicBezTo>
                        <a:pt x="1186" y="279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" name="Google Shape;4209;p61"/>
              <p:cNvGrpSpPr/>
              <p:nvPr/>
            </p:nvGrpSpPr>
            <p:grpSpPr>
              <a:xfrm>
                <a:off x="4134949" y="3957049"/>
                <a:ext cx="33497" cy="28770"/>
                <a:chOff x="4134949" y="3957049"/>
                <a:chExt cx="33497" cy="28770"/>
              </a:xfrm>
            </p:grpSpPr>
            <p:sp>
              <p:nvSpPr>
                <p:cNvPr id="69" name="Google Shape;4210;p61"/>
                <p:cNvSpPr/>
                <p:nvPr/>
              </p:nvSpPr>
              <p:spPr>
                <a:xfrm>
                  <a:off x="4134949" y="3957049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0"/>
                      </a:moveTo>
                      <a:cubicBezTo>
                        <a:pt x="1975" y="0"/>
                        <a:pt x="1520" y="166"/>
                        <a:pt x="1150" y="536"/>
                      </a:cubicBezTo>
                      <a:cubicBezTo>
                        <a:pt x="1" y="1685"/>
                        <a:pt x="811" y="3657"/>
                        <a:pt x="2432" y="3657"/>
                      </a:cubicBezTo>
                      <a:cubicBezTo>
                        <a:pt x="3436" y="3657"/>
                        <a:pt x="4259" y="2834"/>
                        <a:pt x="4259" y="1830"/>
                      </a:cubicBezTo>
                      <a:cubicBezTo>
                        <a:pt x="4259" y="732"/>
                        <a:pt x="3359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4211;p61"/>
                <p:cNvSpPr/>
                <p:nvPr/>
              </p:nvSpPr>
              <p:spPr>
                <a:xfrm>
                  <a:off x="4147793" y="3966778"/>
                  <a:ext cx="10956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3" extrusionOk="0">
                      <a:moveTo>
                        <a:pt x="799" y="1"/>
                      </a:moveTo>
                      <a:cubicBezTo>
                        <a:pt x="267" y="1"/>
                        <a:pt x="1" y="642"/>
                        <a:pt x="376" y="1017"/>
                      </a:cubicBezTo>
                      <a:cubicBezTo>
                        <a:pt x="497" y="1138"/>
                        <a:pt x="646" y="1192"/>
                        <a:pt x="792" y="1192"/>
                      </a:cubicBezTo>
                      <a:cubicBezTo>
                        <a:pt x="1098" y="1192"/>
                        <a:pt x="1392" y="954"/>
                        <a:pt x="1392" y="593"/>
                      </a:cubicBezTo>
                      <a:cubicBezTo>
                        <a:pt x="1392" y="267"/>
                        <a:pt x="1126" y="1"/>
                        <a:pt x="799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" name="Google Shape;4212;p61"/>
              <p:cNvGrpSpPr/>
              <p:nvPr/>
            </p:nvGrpSpPr>
            <p:grpSpPr>
              <a:xfrm>
                <a:off x="4193653" y="4184403"/>
                <a:ext cx="43580" cy="37264"/>
                <a:chOff x="4193653" y="4184403"/>
                <a:chExt cx="43580" cy="37264"/>
              </a:xfrm>
            </p:grpSpPr>
            <p:sp>
              <p:nvSpPr>
                <p:cNvPr id="67" name="Google Shape;4213;p61"/>
                <p:cNvSpPr/>
                <p:nvPr/>
              </p:nvSpPr>
              <p:spPr>
                <a:xfrm>
                  <a:off x="4193653" y="4184403"/>
                  <a:ext cx="43580" cy="37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38" extrusionOk="0">
                      <a:moveTo>
                        <a:pt x="3156" y="1"/>
                      </a:moveTo>
                      <a:cubicBezTo>
                        <a:pt x="2575" y="1"/>
                        <a:pt x="1982" y="216"/>
                        <a:pt x="1501" y="698"/>
                      </a:cubicBezTo>
                      <a:cubicBezTo>
                        <a:pt x="1" y="2185"/>
                        <a:pt x="1065" y="4738"/>
                        <a:pt x="3170" y="4738"/>
                      </a:cubicBezTo>
                      <a:cubicBezTo>
                        <a:pt x="4476" y="4738"/>
                        <a:pt x="5529" y="3673"/>
                        <a:pt x="5541" y="2367"/>
                      </a:cubicBezTo>
                      <a:cubicBezTo>
                        <a:pt x="5541" y="943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4214;p61"/>
                <p:cNvSpPr/>
                <p:nvPr/>
              </p:nvSpPr>
              <p:spPr>
                <a:xfrm>
                  <a:off x="4206591" y="4194069"/>
                  <a:ext cx="20944" cy="1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2282" extrusionOk="0">
                      <a:moveTo>
                        <a:pt x="1525" y="1"/>
                      </a:moveTo>
                      <a:cubicBezTo>
                        <a:pt x="509" y="1"/>
                        <a:pt x="1" y="1223"/>
                        <a:pt x="714" y="1948"/>
                      </a:cubicBezTo>
                      <a:cubicBezTo>
                        <a:pt x="948" y="2179"/>
                        <a:pt x="1234" y="2282"/>
                        <a:pt x="1514" y="2282"/>
                      </a:cubicBezTo>
                      <a:cubicBezTo>
                        <a:pt x="2101" y="2282"/>
                        <a:pt x="2662" y="1826"/>
                        <a:pt x="2662" y="1138"/>
                      </a:cubicBezTo>
                      <a:cubicBezTo>
                        <a:pt x="2662" y="509"/>
                        <a:pt x="2154" y="1"/>
                        <a:pt x="152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" name="Google Shape;4215;p61"/>
              <p:cNvGrpSpPr/>
              <p:nvPr/>
            </p:nvGrpSpPr>
            <p:grpSpPr>
              <a:xfrm>
                <a:off x="4343600" y="3943844"/>
                <a:ext cx="43580" cy="37312"/>
                <a:chOff x="4343600" y="3943844"/>
                <a:chExt cx="43580" cy="37312"/>
              </a:xfrm>
            </p:grpSpPr>
            <p:sp>
              <p:nvSpPr>
                <p:cNvPr id="65" name="Google Shape;4216;p61"/>
                <p:cNvSpPr/>
                <p:nvPr/>
              </p:nvSpPr>
              <p:spPr>
                <a:xfrm>
                  <a:off x="4343600" y="3943844"/>
                  <a:ext cx="43580" cy="3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44" extrusionOk="0">
                      <a:moveTo>
                        <a:pt x="3156" y="1"/>
                      </a:moveTo>
                      <a:cubicBezTo>
                        <a:pt x="2574" y="1"/>
                        <a:pt x="1982" y="218"/>
                        <a:pt x="1500" y="703"/>
                      </a:cubicBezTo>
                      <a:cubicBezTo>
                        <a:pt x="0" y="2191"/>
                        <a:pt x="1065" y="4743"/>
                        <a:pt x="3169" y="4743"/>
                      </a:cubicBezTo>
                      <a:cubicBezTo>
                        <a:pt x="4476" y="4731"/>
                        <a:pt x="5528" y="3679"/>
                        <a:pt x="5540" y="2372"/>
                      </a:cubicBezTo>
                      <a:cubicBezTo>
                        <a:pt x="5540" y="949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4217;p61"/>
                <p:cNvSpPr/>
                <p:nvPr/>
              </p:nvSpPr>
              <p:spPr>
                <a:xfrm>
                  <a:off x="4359581" y="3953557"/>
                  <a:ext cx="17893" cy="17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5" h="2275" extrusionOk="0">
                      <a:moveTo>
                        <a:pt x="1137" y="0"/>
                      </a:moveTo>
                      <a:cubicBezTo>
                        <a:pt x="508" y="0"/>
                        <a:pt x="0" y="508"/>
                        <a:pt x="0" y="1137"/>
                      </a:cubicBezTo>
                      <a:cubicBezTo>
                        <a:pt x="0" y="1766"/>
                        <a:pt x="508" y="2274"/>
                        <a:pt x="1137" y="2274"/>
                      </a:cubicBezTo>
                      <a:cubicBezTo>
                        <a:pt x="1766" y="2274"/>
                        <a:pt x="2275" y="1766"/>
                        <a:pt x="2275" y="1137"/>
                      </a:cubicBezTo>
                      <a:cubicBezTo>
                        <a:pt x="2275" y="508"/>
                        <a:pt x="1766" y="0"/>
                        <a:pt x="113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" name="Google Shape;4218;p61"/>
              <p:cNvGrpSpPr/>
              <p:nvPr/>
            </p:nvGrpSpPr>
            <p:grpSpPr>
              <a:xfrm>
                <a:off x="4172339" y="3381693"/>
                <a:ext cx="31499" cy="27001"/>
                <a:chOff x="4172339" y="3381693"/>
                <a:chExt cx="31499" cy="27001"/>
              </a:xfrm>
            </p:grpSpPr>
            <p:sp>
              <p:nvSpPr>
                <p:cNvPr id="63" name="Google Shape;4219;p61"/>
                <p:cNvSpPr/>
                <p:nvPr/>
              </p:nvSpPr>
              <p:spPr>
                <a:xfrm>
                  <a:off x="4172339" y="33816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20"/>
                        <a:pt x="2299" y="3432"/>
                      </a:cubicBezTo>
                      <a:cubicBezTo>
                        <a:pt x="3243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4220;p61"/>
                <p:cNvSpPr/>
                <p:nvPr/>
              </p:nvSpPr>
              <p:spPr>
                <a:xfrm>
                  <a:off x="4185285" y="3391367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2" y="823"/>
                      </a:cubicBezTo>
                      <a:cubicBezTo>
                        <a:pt x="401" y="922"/>
                        <a:pt x="523" y="967"/>
                        <a:pt x="643" y="967"/>
                      </a:cubicBezTo>
                      <a:cubicBezTo>
                        <a:pt x="889" y="967"/>
                        <a:pt x="1125" y="778"/>
                        <a:pt x="1125" y="484"/>
                      </a:cubicBezTo>
                      <a:cubicBezTo>
                        <a:pt x="1125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912" name="Google Shape;5219;p65"/>
          <p:cNvGrpSpPr/>
          <p:nvPr/>
        </p:nvGrpSpPr>
        <p:grpSpPr>
          <a:xfrm>
            <a:off x="36910" y="216308"/>
            <a:ext cx="1636117" cy="1526144"/>
            <a:chOff x="729238" y="1179665"/>
            <a:chExt cx="1636117" cy="1526144"/>
          </a:xfrm>
        </p:grpSpPr>
        <p:grpSp>
          <p:nvGrpSpPr>
            <p:cNvPr id="913" name="Google Shape;5220;p65"/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1013" name="Google Shape;5221;p65"/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5222;p65"/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5223;p65"/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5224;p65"/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5225;p65"/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5226;p65"/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5227;p65"/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5228;p65"/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5229;p65"/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5230;p65"/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4" name="Google Shape;5231;p65"/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1003" name="Google Shape;5232;p65"/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5233;p65"/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5234;p65"/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5235;p65"/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5236;p65"/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5237;p65"/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5238;p65"/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5239;p65"/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5240;p65"/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5241;p65"/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5242;p65"/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993" name="Google Shape;5243;p65"/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5244;p65"/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5245;p65"/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5246;p65"/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5247;p65"/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5248;p65"/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5249;p65"/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5250;p65"/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5251;p65"/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5252;p65"/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6" name="Google Shape;5253;p65"/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983" name="Google Shape;5254;p65"/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5255;p65"/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5256;p65"/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5257;p65"/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5258;p65"/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5259;p65"/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5260;p65"/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5261;p65"/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5262;p65"/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5263;p65"/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7" name="Google Shape;5264;p65"/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973" name="Google Shape;5265;p65"/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5266;p65"/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5267;p65"/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5268;p65"/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5269;p65"/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5270;p65"/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5271;p65"/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5272;p65"/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5273;p65"/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5274;p65"/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5275;p65"/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963" name="Google Shape;5276;p65"/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5277;p65"/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5278;p65"/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5279;p65"/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5280;p65"/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5281;p65"/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5282;p65"/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5283;p65"/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5284;p65"/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5285;p65"/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9" name="Google Shape;5286;p65"/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953" name="Google Shape;5287;p65"/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5288;p65"/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5289;p65"/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5290;p65"/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5291;p65"/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5292;p65"/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5293;p65"/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5294;p65"/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5295;p65"/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5296;p65"/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5297;p65"/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943" name="Google Shape;5298;p65"/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5299;p65"/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5300;p65"/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5301;p65"/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5302;p65"/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5303;p65"/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5304;p65"/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5305;p65"/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5306;p65"/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5307;p65"/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1" name="Google Shape;5308;p65"/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933" name="Google Shape;5309;p65"/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5310;p65"/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5311;p65"/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5312;p65"/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5313;p65"/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5314;p65"/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5315;p65"/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5316;p65"/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5317;p65"/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5318;p65"/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5319;p65"/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923" name="Google Shape;5320;p65"/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5321;p65"/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5322;p65"/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5323;p65"/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5324;p65"/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5325;p65"/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5326;p65"/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5327;p65"/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5328;p65"/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5329;p65"/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247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472</Words>
  <Application>Microsoft Office PowerPoint</Application>
  <PresentationFormat>On-screen Show (16:9)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Montserrat</vt:lpstr>
      <vt:lpstr>Calibri</vt:lpstr>
      <vt:lpstr>Wingdings</vt:lpstr>
      <vt:lpstr>Raleway</vt:lpstr>
      <vt:lpstr>Minimalist SEO Strategy by Slidesgo</vt:lpstr>
      <vt:lpstr>The NYCest Places</vt:lpstr>
      <vt:lpstr>Brooklyn with the most</vt:lpstr>
      <vt:lpstr>Manhattan’s expensive thrills</vt:lpstr>
      <vt:lpstr>It’s a Full House</vt:lpstr>
      <vt:lpstr>Staten Island Steers ahead</vt:lpstr>
      <vt:lpstr>Who you gonna call?</vt:lpstr>
      <vt:lpstr>Queens is the answer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Saptarshi Pawan Saikia</cp:lastModifiedBy>
  <cp:revision>10</cp:revision>
  <dcterms:modified xsi:type="dcterms:W3CDTF">2023-02-19T23:51:07Z</dcterms:modified>
</cp:coreProperties>
</file>