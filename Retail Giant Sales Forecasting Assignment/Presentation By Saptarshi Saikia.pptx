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13"/>
  </p:notesMasterIdLst>
  <p:handoutMasterIdLst>
    <p:handoutMasterId r:id="rId14"/>
  </p:handoutMasterIdLst>
  <p:sldIdLst>
    <p:sldId id="256" r:id="rId5"/>
    <p:sldId id="268" r:id="rId6"/>
    <p:sldId id="269" r:id="rId7"/>
    <p:sldId id="270" r:id="rId8"/>
    <p:sldId id="271" r:id="rId9"/>
    <p:sldId id="272" r:id="rId10"/>
    <p:sldId id="273"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98" autoAdjust="0"/>
    <p:restoredTop sz="91898" autoAdjust="0"/>
  </p:normalViewPr>
  <p:slideViewPr>
    <p:cSldViewPr snapToGrid="0">
      <p:cViewPr>
        <p:scale>
          <a:sx n="100" d="100"/>
          <a:sy n="100" d="100"/>
        </p:scale>
        <p:origin x="-58" y="245"/>
      </p:cViewPr>
      <p:guideLst>
        <p:guide orient="horz" pos="792"/>
        <p:guide orient="horz" pos="960"/>
        <p:guide pos="3144"/>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5/15/2023</a:t>
            </a:fld>
            <a:endParaRPr lang="en-US" dirty="0"/>
          </a:p>
        </p:txBody>
      </p:sp>
      <p:sp>
        <p:nvSpPr>
          <p:cNvPr id="4" name="Footer Placeholder 3">
            <a:extLst>
              <a:ext uri="{FF2B5EF4-FFF2-40B4-BE49-F238E27FC236}">
                <a16:creationId xmlns:a16="http://schemas.microsoft.com/office/drawing/2014/main" xmlns=""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5/15/2023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3297110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7.svg"/><Relationship Id="rId5" Type="http://schemas.openxmlformats.org/officeDocument/2006/relationships/image" Target="../media/image5.png"/><Relationship Id="rId4" Type="http://schemas.openxmlformats.org/officeDocument/2006/relationships/image" Target="../media/image78.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134.sv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7.svg"/><Relationship Id="rId5" Type="http://schemas.openxmlformats.org/officeDocument/2006/relationships/image" Target="../media/image5.png"/><Relationship Id="rId4" Type="http://schemas.openxmlformats.org/officeDocument/2006/relationships/image" Target="../media/image13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34.svg"/><Relationship Id="rId5" Type="http://schemas.openxmlformats.org/officeDocument/2006/relationships/image" Target="../media/image7.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34.svg"/><Relationship Id="rId5" Type="http://schemas.openxmlformats.org/officeDocument/2006/relationships/image" Target="../media/image7.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42.svg"/><Relationship Id="rId12"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image" Target="../media/image29.svg"/><Relationship Id="rId5" Type="http://schemas.openxmlformats.org/officeDocument/2006/relationships/image" Target="../media/image134.svg"/><Relationship Id="rId10" Type="http://schemas.openxmlformats.org/officeDocument/2006/relationships/image" Target="../media/image1.png"/><Relationship Id="rId4" Type="http://schemas.openxmlformats.org/officeDocument/2006/relationships/image" Target="../media/image7.png"/><Relationship Id="rId9" Type="http://schemas.openxmlformats.org/officeDocument/2006/relationships/image" Target="../media/image171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20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5.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7.sv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11.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03.svg"/><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2410.svg"/><Relationship Id="rId5" Type="http://schemas.openxmlformats.org/officeDocument/2006/relationships/image" Target="../media/image13.png"/><Relationship Id="rId4" Type="http://schemas.openxmlformats.org/officeDocument/2006/relationships/image" Target="../media/image2211.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4.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55.sv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2410.svg"/><Relationship Id="rId5" Type="http://schemas.openxmlformats.org/officeDocument/2006/relationships/image" Target="../media/image13.png"/><Relationship Id="rId4" Type="http://schemas.openxmlformats.org/officeDocument/2006/relationships/image" Target="../media/image2211.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12.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8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8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20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134.sv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344" name="Rectangle 343">
            <a:extLst>
              <a:ext uri="{FF2B5EF4-FFF2-40B4-BE49-F238E27FC236}">
                <a16:creationId xmlns:a16="http://schemas.microsoft.com/office/drawing/2014/main" xmlns=""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6C25C416-A3A2-4CF9-9532-2C0BFB51CFDF}"/>
              </a:ext>
            </a:extLst>
          </p:cNvPr>
          <p:cNvSpPr>
            <a:spLocks noGrp="1"/>
          </p:cNvSpPr>
          <p:nvPr>
            <p:ph type="ctrTitle" hasCustomPrompt="1"/>
          </p:nvPr>
        </p:nvSpPr>
        <p:spPr>
          <a:xfrm>
            <a:off x="6084664" y="1122363"/>
            <a:ext cx="5486400" cy="2387600"/>
          </a:xfrm>
        </p:spPr>
        <p:txBody>
          <a:bodyPr anchor="b"/>
          <a:lstStyle>
            <a:lvl1pPr algn="l">
              <a:defRPr sz="60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xmlns="" id="{43D32955-BB06-40DE-A14A-2170FD41AD52}"/>
              </a:ext>
            </a:extLst>
          </p:cNvPr>
          <p:cNvSpPr>
            <a:spLocks noGrp="1"/>
          </p:cNvSpPr>
          <p:nvPr>
            <p:ph type="subTitle" idx="1"/>
          </p:nvPr>
        </p:nvSpPr>
        <p:spPr>
          <a:xfrm>
            <a:off x="6080759" y="3602038"/>
            <a:ext cx="5486400" cy="1655762"/>
          </a:xfrm>
        </p:spPr>
        <p:txBody>
          <a:bodyPr>
            <a:normAutofit/>
          </a:bodyPr>
          <a:lstStyle>
            <a:lvl1pPr marL="0" indent="0" algn="l">
              <a:lnSpc>
                <a:spcPts val="28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xmlns="" id="{FE209C12-0CED-4CD5-B463-885A793CC25E}"/>
              </a:ext>
            </a:extLst>
          </p:cNvPr>
          <p:cNvSpPr>
            <a:spLocks noGrp="1"/>
          </p:cNvSpPr>
          <p:nvPr>
            <p:ph type="ftr" sz="quarter" idx="11"/>
          </p:nvPr>
        </p:nvSpPr>
        <p:spPr>
          <a:xfrm>
            <a:off x="8727198" y="6355080"/>
            <a:ext cx="2286000" cy="365125"/>
          </a:xfrm>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xmlns="" id="{1A8F03DA-3AA9-44AC-8E2B-D53B8EBEA402}"/>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10" name="Rectangle 9">
            <a:extLst>
              <a:ext uri="{FF2B5EF4-FFF2-40B4-BE49-F238E27FC236}">
                <a16:creationId xmlns:a16="http://schemas.microsoft.com/office/drawing/2014/main" xmlns=""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xmlns=""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xmlns=""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xmlns=""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xmlns=""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xmlns=""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xmlns=""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xmlns=""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xmlns=""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xmlns=""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xmlns=""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xmlns=""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xmlns=""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xmlns=""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xmlns=""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xmlns=""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xmlns=""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xmlns=""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xmlns=""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xmlns=""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xmlns=""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xmlns=""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xmlns=""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xmlns=""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xmlns=""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xmlns=""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xmlns=""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xmlns="" id="{AEE6DE36-A3C9-4D40-B471-F49B6A875D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xmlns="" id="{99FF86FA-8891-4235-B88B-CFCA3B57E53A}"/>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xmlns=""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xmlns="" id="{74D64503-659B-472D-ABF8-01D077EB0D83}"/>
              </a:ext>
            </a:extLst>
          </p:cNvPr>
          <p:cNvSpPr>
            <a:spLocks noGrp="1"/>
          </p:cNvSpPr>
          <p:nvPr>
            <p:ph type="dt" sz="half" idx="10"/>
          </p:nvPr>
        </p:nvSpPr>
        <p:spPr>
          <a:xfrm>
            <a:off x="7508027" y="6353175"/>
            <a:ext cx="1097280" cy="365125"/>
          </a:xfrm>
        </p:spPr>
        <p:txBody>
          <a:bodyPr/>
          <a:lstStyle>
            <a:lvl1pPr>
              <a:defRPr>
                <a:solidFill>
                  <a:schemeClr val="bg1"/>
                </a:solidFill>
              </a:defRPr>
            </a:lvl1pPr>
          </a:lstStyle>
          <a:p>
            <a:r>
              <a:rPr lang="en-US" dirty="0"/>
              <a:t>20XX</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xmlns="">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right">
    <p:bg>
      <p:bgPr>
        <a:solidFill>
          <a:schemeClr val="tx2"/>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xmlns=""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4933950" y="898524"/>
            <a:ext cx="6343650" cy="1325880"/>
          </a:xfrm>
        </p:spPr>
        <p:txBody>
          <a:bodyPr anchor="t" anchorCtr="0"/>
          <a:lstStyle>
            <a:lvl1pPr>
              <a:defRPr cap="all" baseline="0">
                <a:solidFill>
                  <a:schemeClr val="accent1"/>
                </a:solidFill>
              </a:defRPr>
            </a:lvl1pPr>
          </a:lstStyle>
          <a:p>
            <a:r>
              <a:rPr lang="en-US" dirty="0"/>
              <a:t>CLICK TO ADD TITLE</a:t>
            </a:r>
          </a:p>
        </p:txBody>
      </p:sp>
      <p:sp>
        <p:nvSpPr>
          <p:cNvPr id="10" name="Text Placeholder 9">
            <a:extLst>
              <a:ext uri="{FF2B5EF4-FFF2-40B4-BE49-F238E27FC236}">
                <a16:creationId xmlns:a16="http://schemas.microsoft.com/office/drawing/2014/main" xmlns="" id="{58CA33B9-D0BA-4ED1-B10C-9961E1B54FF5}"/>
              </a:ext>
            </a:extLst>
          </p:cNvPr>
          <p:cNvSpPr>
            <a:spLocks noGrp="1"/>
          </p:cNvSpPr>
          <p:nvPr>
            <p:ph type="body" sz="quarter" idx="13"/>
          </p:nvPr>
        </p:nvSpPr>
        <p:spPr>
          <a:xfrm>
            <a:off x="4933949" y="2310817"/>
            <a:ext cx="6400800" cy="3657600"/>
          </a:xfrm>
        </p:spPr>
        <p:txBody>
          <a:bodyPr>
            <a:normAutofit/>
          </a:bodyPr>
          <a:lstStyle>
            <a:lvl1pPr marL="0" indent="0">
              <a:lnSpc>
                <a:spcPts val="2800"/>
              </a:lnSpc>
              <a:spcBef>
                <a:spcPts val="0"/>
              </a:spcBef>
              <a:buNone/>
              <a:defRPr sz="1800" baseline="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24" name="Rectangle 23">
            <a:extLst>
              <a:ext uri="{FF2B5EF4-FFF2-40B4-BE49-F238E27FC236}">
                <a16:creationId xmlns:a16="http://schemas.microsoft.com/office/drawing/2014/main" xmlns=""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xmlns=""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xmlns=""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xmlns="" id="{E1BC9BFE-80C0-4DA9-92DB-070C41E412BC}"/>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xmlns=""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xmlns=""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xmlns="" id="{54BCEF24-C76B-44E5-A457-E55658E8EB8B}"/>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xmlns=""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xmlns=""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xmlns=""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xmlns=""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xmlns=""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xmlns=""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xmlns=""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xmlns=""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xmlns=""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xmlns=""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xmlns=""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xmlns=""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xmlns=""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xmlns=""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xmlns=""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xmlns=""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xmlns=""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xmlns=""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xmlns=""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xmlns=""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xmlns=""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xmlns=""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xmlns=""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xmlns=""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xmlns=""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Date Placeholder 3">
            <a:extLst>
              <a:ext uri="{FF2B5EF4-FFF2-40B4-BE49-F238E27FC236}">
                <a16:creationId xmlns:a16="http://schemas.microsoft.com/office/drawing/2014/main" xmlns="" id="{5E4B9359-45F7-446D-8327-B1978DE8E3D8}"/>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113" name="Footer Placeholder 4">
            <a:extLst>
              <a:ext uri="{FF2B5EF4-FFF2-40B4-BE49-F238E27FC236}">
                <a16:creationId xmlns:a16="http://schemas.microsoft.com/office/drawing/2014/main" xmlns="" id="{A808BC2F-0D21-4E99-B8C6-DC1C7CD1274C}"/>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14" name="Slide Number Placeholder 5">
            <a:extLst>
              <a:ext uri="{FF2B5EF4-FFF2-40B4-BE49-F238E27FC236}">
                <a16:creationId xmlns:a16="http://schemas.microsoft.com/office/drawing/2014/main" xmlns="" id="{054CC8D5-17CB-435D-B227-465D3B8FA059}"/>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4937760" y="898524"/>
            <a:ext cx="6339840" cy="1325880"/>
          </a:xfrm>
        </p:spPr>
        <p:txBody>
          <a:bodyPr anchor="t" anchorCtr="0"/>
          <a:lstStyle>
            <a:lvl1pPr>
              <a:defRPr cap="all" baseline="0">
                <a:solidFill>
                  <a:schemeClr val="accent1"/>
                </a:solidFill>
              </a:defRPr>
            </a:lvl1pPr>
          </a:lstStyle>
          <a:p>
            <a:r>
              <a:rPr lang="en-US" dirty="0"/>
              <a:t>CLICK TO ADD TITLE</a:t>
            </a:r>
          </a:p>
        </p:txBody>
      </p:sp>
      <p:grpSp>
        <p:nvGrpSpPr>
          <p:cNvPr id="3" name="Group 2">
            <a:extLst>
              <a:ext uri="{FF2B5EF4-FFF2-40B4-BE49-F238E27FC236}">
                <a16:creationId xmlns:a16="http://schemas.microsoft.com/office/drawing/2014/main" xmlns="" id="{AA46EB74-3A91-4DAA-ACF3-FF090B2F7C96}"/>
              </a:ext>
              <a:ext uri="{C183D7F6-B498-43B3-948B-1728B52AA6E4}">
                <adec:decorative xmlns:adec="http://schemas.microsoft.com/office/drawing/2017/decorative" xmlns="" val="1"/>
              </a:ext>
            </a:extLst>
          </p:cNvPr>
          <p:cNvGrpSpPr/>
          <p:nvPr userDrawn="1"/>
        </p:nvGrpSpPr>
        <p:grpSpPr>
          <a:xfrm>
            <a:off x="-193623" y="-983359"/>
            <a:ext cx="5242592" cy="7843456"/>
            <a:chOff x="-193623" y="-983359"/>
            <a:chExt cx="5242592" cy="7843456"/>
          </a:xfrm>
        </p:grpSpPr>
        <p:pic>
          <p:nvPicPr>
            <p:cNvPr id="26" name="Graphic 25">
              <a:extLst>
                <a:ext uri="{FF2B5EF4-FFF2-40B4-BE49-F238E27FC236}">
                  <a16:creationId xmlns:a16="http://schemas.microsoft.com/office/drawing/2014/main" xmlns="" id="{E1BC9BFE-80C0-4DA9-92DB-070C41E412BC}"/>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xmlns="" id="{F5ED01E4-35BF-4165-86B2-E3BDFD91DEE3}"/>
                </a:ext>
                <a:ext uri="{C183D7F6-B498-43B3-948B-1728B52AA6E4}">
                  <adec:decorative xmlns:adec="http://schemas.microsoft.com/office/drawing/2017/decorative" xmlns="" val="1"/>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xmlns="" id="{B7E6DD28-C71B-4484-973A-D12A27730009}"/>
                </a:ext>
                <a:ext uri="{C183D7F6-B498-43B3-948B-1728B52AA6E4}">
                  <adec:decorative xmlns:adec="http://schemas.microsoft.com/office/drawing/2017/decorative" xmlns="" val="1"/>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xmlns="" id="{AB403917-256D-4254-A12F-F8BD19470C42}"/>
                </a:ext>
                <a:ext uri="{C183D7F6-B498-43B3-948B-1728B52AA6E4}">
                  <adec:decorative xmlns:adec="http://schemas.microsoft.com/office/drawing/2017/decorative" xmlns="" val="1"/>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xmlns="" id="{EB06A536-5FCB-4761-9EFF-D54BE44B1FD9}"/>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xmlns="" id="{3B73C61F-3D48-4791-8280-D98D2C01E0C1}"/>
                </a:ext>
                <a:ext uri="{C183D7F6-B498-43B3-948B-1728B52AA6E4}">
                  <adec:decorative xmlns:adec="http://schemas.microsoft.com/office/drawing/2017/decorative" xmlns="" val="1"/>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xmlns="" id="{94213EEF-F759-4045-9F53-49C1B4ECED53}"/>
                </a:ext>
                <a:ext uri="{C183D7F6-B498-43B3-948B-1728B52AA6E4}">
                  <adec:decorative xmlns:adec="http://schemas.microsoft.com/office/drawing/2017/decorative" xmlns="" val="1"/>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xmlns=""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xmlns=""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xmlns=""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xmlns=""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xmlns=""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xmlns=""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xmlns=""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xmlns=""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xmlns=""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xmlns=""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xmlns=""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xmlns=""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xmlns=""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xmlns=""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xmlns=""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xmlns=""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xmlns=""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xmlns="" id="{788A3CD7-1915-41CF-9FB5-E6FEDCA8F19C}"/>
                </a:ext>
                <a:ext uri="{C183D7F6-B498-43B3-948B-1728B52AA6E4}">
                  <adec:decorative xmlns:adec="http://schemas.microsoft.com/office/drawing/2017/decorative" xmlns="" val="1"/>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xmlns="" id="{3591DEB5-C98C-4EF8-AA57-B8F45C484FF4}"/>
                </a:ext>
                <a:ext uri="{C183D7F6-B498-43B3-948B-1728B52AA6E4}">
                  <adec:decorative xmlns:adec="http://schemas.microsoft.com/office/drawing/2017/decorative" xmlns="" val="1"/>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xmlns="" id="{6FFCF0CF-3167-4E3E-BD4A-236ACC247EC0}"/>
                </a:ext>
                <a:ext uri="{C183D7F6-B498-43B3-948B-1728B52AA6E4}">
                  <adec:decorative xmlns:adec="http://schemas.microsoft.com/office/drawing/2017/decorative" xmlns="" val="1"/>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xmlns="" id="{AB47A61A-6E4C-49A5-A2E8-2410A107CC2A}"/>
                </a:ext>
                <a:ext uri="{C183D7F6-B498-43B3-948B-1728B52AA6E4}">
                  <adec:decorative xmlns:adec="http://schemas.microsoft.com/office/drawing/2017/decorative" xmlns="" val="1"/>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xmlns="" id="{FC8CDBA7-BF04-4719-8D66-513A71ECCAFF}"/>
                </a:ext>
                <a:ext uri="{C183D7F6-B498-43B3-948B-1728B52AA6E4}">
                  <adec:decorative xmlns:adec="http://schemas.microsoft.com/office/drawing/2017/decorative" xmlns="" val="1"/>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xmlns="" id="{79CDC826-71AB-4245-AC5F-8DC9DB2BBCE0}"/>
                </a:ext>
                <a:ext uri="{C183D7F6-B498-43B3-948B-1728B52AA6E4}">
                  <adec:decorative xmlns:adec="http://schemas.microsoft.com/office/drawing/2017/decorative" xmlns="" val="1"/>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xmlns="" id="{4DE1670F-43B8-4EA8-878C-AC3FF1921E21}"/>
                </a:ext>
                <a:ext uri="{C183D7F6-B498-43B3-948B-1728B52AA6E4}">
                  <adec:decorative xmlns:adec="http://schemas.microsoft.com/office/drawing/2017/decorative" xmlns="" val="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xmlns="" id="{4AE780ED-EF51-4AD7-A73F-01E563D0E8BC}"/>
                </a:ext>
                <a:ext uri="{C183D7F6-B498-43B3-948B-1728B52AA6E4}">
                  <adec:decorative xmlns:adec="http://schemas.microsoft.com/office/drawing/2017/decorative" xmlns="" val="1"/>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xmlns="" id="{BE269AE3-65CE-4B86-B8B1-413783695039}"/>
                </a:ext>
                <a:ext uri="{C183D7F6-B498-43B3-948B-1728B52AA6E4}">
                  <adec:decorative xmlns:adec="http://schemas.microsoft.com/office/drawing/2017/decorative" xmlns="" val="1"/>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xmlns="" id="{C35E0649-74BB-4271-BE7D-1F2ED094753E}"/>
                </a:ext>
                <a:ext uri="{C183D7F6-B498-43B3-948B-1728B52AA6E4}">
                  <adec:decorative xmlns:adec="http://schemas.microsoft.com/office/drawing/2017/decorative" xmlns="" val="1"/>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xmlns="" id="{6C2D71F3-0A7A-4745-A34F-CE00E95F927C}"/>
                </a:ext>
                <a:ext uri="{C183D7F6-B498-43B3-948B-1728B52AA6E4}">
                  <adec:decorative xmlns:adec="http://schemas.microsoft.com/office/drawing/2017/decorative" xmlns="" val="1"/>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xmlns="" id="{51BF2AB6-6873-4ED8-98DB-4A9398AF7324}"/>
                </a:ext>
                <a:ext uri="{C183D7F6-B498-43B3-948B-1728B52AA6E4}">
                  <adec:decorative xmlns:adec="http://schemas.microsoft.com/office/drawing/2017/decorative" xmlns="" val="1"/>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xmlns="" id="{38BEE1DC-3180-496F-B9F2-0541143A9C65}"/>
                </a:ext>
                <a:ext uri="{C183D7F6-B498-43B3-948B-1728B52AA6E4}">
                  <adec:decorative xmlns:adec="http://schemas.microsoft.com/office/drawing/2017/decorative" xmlns="" val="1"/>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xmlns="" id="{D39D863D-C379-4E72-B276-53F62D7E2B98}"/>
                </a:ext>
                <a:ext uri="{C183D7F6-B498-43B3-948B-1728B52AA6E4}">
                  <adec:decorative xmlns:adec="http://schemas.microsoft.com/office/drawing/2017/decorative" xmlns="" val="1"/>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xmlns="" id="{9079BA6D-6450-46A6-9874-663ABFE497CE}"/>
                </a:ext>
                <a:ext uri="{C183D7F6-B498-43B3-948B-1728B52AA6E4}">
                  <adec:decorative xmlns:adec="http://schemas.microsoft.com/office/drawing/2017/decorative" xmlns="" val="1"/>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xmlns="" id="{A4CFFBA8-B565-42FA-9C0D-4FC6525B06C1}"/>
                </a:ext>
                <a:ext uri="{C183D7F6-B498-43B3-948B-1728B52AA6E4}">
                  <adec:decorative xmlns:adec="http://schemas.microsoft.com/office/drawing/2017/decorative" xmlns="" val="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xmlns="" id="{98016DB4-3354-4E78-B07E-1D722297B864}"/>
                </a:ext>
                <a:ext uri="{C183D7F6-B498-43B3-948B-1728B52AA6E4}">
                  <adec:decorative xmlns:adec="http://schemas.microsoft.com/office/drawing/2017/decorative" xmlns="" val="1"/>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xmlns="" id="{0CB1EA35-0D05-4F13-871D-0CAB5CECD44A}"/>
                </a:ext>
                <a:ext uri="{C183D7F6-B498-43B3-948B-1728B52AA6E4}">
                  <adec:decorative xmlns:adec="http://schemas.microsoft.com/office/drawing/2017/decorative" xmlns="" val="1"/>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xmlns="" id="{17F84AF5-3C7F-4D42-92A9-CCA3CDB8EB55}"/>
                </a:ext>
                <a:ext uri="{C183D7F6-B498-43B3-948B-1728B52AA6E4}">
                  <adec:decorative xmlns:adec="http://schemas.microsoft.com/office/drawing/2017/decorative" xmlns="" val="1"/>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xmlns="" id="{FA8E90CE-90F4-42ED-AAAF-0F139BE4E3D5}"/>
                </a:ext>
                <a:ext uri="{C183D7F6-B498-43B3-948B-1728B52AA6E4}">
                  <adec:decorative xmlns:adec="http://schemas.microsoft.com/office/drawing/2017/decorative" xmlns="" val="1"/>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xmlns="" id="{7C1C105E-FE0D-4A36-AE5B-BBA110F6EE53}"/>
                </a:ext>
                <a:ext uri="{C183D7F6-B498-43B3-948B-1728B52AA6E4}">
                  <adec:decorative xmlns:adec="http://schemas.microsoft.com/office/drawing/2017/decorative" xmlns="" val="1"/>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xmlns="" id="{FEE07693-1822-40D4-88A4-0F663C787D7E}"/>
                </a:ext>
                <a:ext uri="{C183D7F6-B498-43B3-948B-1728B52AA6E4}">
                  <adec:decorative xmlns:adec="http://schemas.microsoft.com/office/drawing/2017/decorative" xmlns="" val="1"/>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xmlns="" id="{AD282910-ECE9-4B26-9656-AD1D41D44AC8}"/>
                </a:ext>
                <a:ext uri="{C183D7F6-B498-43B3-948B-1728B52AA6E4}">
                  <adec:decorative xmlns:adec="http://schemas.microsoft.com/office/drawing/2017/decorative" xmlns="" val="1"/>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xmlns="" id="{7C7A453C-4565-4652-9781-F1488009734C}"/>
                </a:ext>
                <a:ext uri="{C183D7F6-B498-43B3-948B-1728B52AA6E4}">
                  <adec:decorative xmlns:adec="http://schemas.microsoft.com/office/drawing/2017/decorative" xmlns="" val="1"/>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xmlns="" id="{DE479407-B0BB-45F1-A93D-05ED5B41F316}"/>
                </a:ext>
                <a:ext uri="{C183D7F6-B498-43B3-948B-1728B52AA6E4}">
                  <adec:decorative xmlns:adec="http://schemas.microsoft.com/office/drawing/2017/decorative" xmlns="" val="1"/>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xmlns="" id="{0271515D-B4B7-4502-B24F-DC5480444ED0}"/>
                </a:ext>
                <a:ext uri="{C183D7F6-B498-43B3-948B-1728B52AA6E4}">
                  <adec:decorative xmlns:adec="http://schemas.microsoft.com/office/drawing/2017/decorative" xmlns="" val="1"/>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xmlns="" id="{DB364732-EC14-4416-964A-13F3D77CDBBD}"/>
                </a:ext>
                <a:ext uri="{C183D7F6-B498-43B3-948B-1728B52AA6E4}">
                  <adec:decorative xmlns:adec="http://schemas.microsoft.com/office/drawing/2017/decorative" xmlns="" val="1"/>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xmlns="" id="{619347B5-2692-4514-B67B-159C25FA4940}"/>
                </a:ext>
                <a:ext uri="{C183D7F6-B498-43B3-948B-1728B52AA6E4}">
                  <adec:decorative xmlns:adec="http://schemas.microsoft.com/office/drawing/2017/decorative" xmlns="" val="1"/>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xmlns="" id="{E1746638-BCA2-4B8F-A315-9514E1973CDD}"/>
                </a:ext>
                <a:ext uri="{C183D7F6-B498-43B3-948B-1728B52AA6E4}">
                  <adec:decorative xmlns:adec="http://schemas.microsoft.com/office/drawing/2017/decorative" xmlns="" val="1"/>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xmlns="" id="{47F56D6B-560F-4123-9E05-11ACF383DF87}"/>
                </a:ext>
                <a:ext uri="{C183D7F6-B498-43B3-948B-1728B52AA6E4}">
                  <adec:decorative xmlns:adec="http://schemas.microsoft.com/office/drawing/2017/decorative" xmlns="" val="1"/>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xmlns="" id="{2FD3A4D4-C05F-4057-8408-6FF0887E068F}"/>
                </a:ext>
                <a:ext uri="{C183D7F6-B498-43B3-948B-1728B52AA6E4}">
                  <adec:decorative xmlns:adec="http://schemas.microsoft.com/office/drawing/2017/decorative" xmlns="" val="1"/>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xmlns="" id="{32EAC669-BA43-4F58-9784-4CCDFE4D6F4E}"/>
                </a:ext>
                <a:ext uri="{C183D7F6-B498-43B3-948B-1728B52AA6E4}">
                  <adec:decorative xmlns:adec="http://schemas.microsoft.com/office/drawing/2017/decorative" xmlns="" val="1"/>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xmlns="" id="{73CAE3B4-689F-4EC3-8CC9-EB6D360E3846}"/>
                </a:ext>
                <a:ext uri="{C183D7F6-B498-43B3-948B-1728B52AA6E4}">
                  <adec:decorative xmlns:adec="http://schemas.microsoft.com/office/drawing/2017/decorative" xmlns="" val="1"/>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xmlns="" id="{8665978C-1CDF-4EF9-9A5C-4C6C0B3BE0F0}"/>
                </a:ext>
                <a:ext uri="{C183D7F6-B498-43B3-948B-1728B52AA6E4}">
                  <adec:decorative xmlns:adec="http://schemas.microsoft.com/office/drawing/2017/decorative" xmlns="" val="1"/>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xmlns="" id="{97F81447-DAE2-4092-B156-2723E18064A7}"/>
                </a:ext>
                <a:ext uri="{C183D7F6-B498-43B3-948B-1728B52AA6E4}">
                  <adec:decorative xmlns:adec="http://schemas.microsoft.com/office/drawing/2017/decorative" xmlns="" val="1"/>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xmlns="" id="{AB0C8140-456A-4593-9DC3-5A53E63B0CDF}"/>
                </a:ext>
                <a:ext uri="{C183D7F6-B498-43B3-948B-1728B52AA6E4}">
                  <adec:decorative xmlns:adec="http://schemas.microsoft.com/office/drawing/2017/decorative" xmlns="" val="1"/>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xmlns="" id="{E1411ED6-803D-4C5A-8E92-8EAC28ACA255}"/>
                </a:ext>
                <a:ext uri="{C183D7F6-B498-43B3-948B-1728B52AA6E4}">
                  <adec:decorative xmlns:adec="http://schemas.microsoft.com/office/drawing/2017/decorative" xmlns="" val="1"/>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xmlns="" id="{D3F198DF-8521-45A1-8BAE-4FC70FC420A8}"/>
                </a:ext>
                <a:ext uri="{C183D7F6-B498-43B3-948B-1728B52AA6E4}">
                  <adec:decorative xmlns:adec="http://schemas.microsoft.com/office/drawing/2017/decorative" xmlns="" val="1"/>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xmlns="" id="{AAA80212-BA6E-448F-BA91-287462E1D34C}"/>
                </a:ext>
                <a:ext uri="{C183D7F6-B498-43B3-948B-1728B52AA6E4}">
                  <adec:decorative xmlns:adec="http://schemas.microsoft.com/office/drawing/2017/decorative" xmlns="" val="1"/>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xmlns="" id="{5B8EBCCB-B7E3-4837-AA61-44D0A400EC96}"/>
                </a:ext>
                <a:ext uri="{C183D7F6-B498-43B3-948B-1728B52AA6E4}">
                  <adec:decorative xmlns:adec="http://schemas.microsoft.com/office/drawing/2017/decorative" xmlns="" val="1"/>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96" name="Text Placeholder 9">
            <a:extLst>
              <a:ext uri="{FF2B5EF4-FFF2-40B4-BE49-F238E27FC236}">
                <a16:creationId xmlns:a16="http://schemas.microsoft.com/office/drawing/2014/main" xmlns="" id="{31DFD331-AE9E-4D35-BC5E-89A51E7CC6CF}"/>
              </a:ext>
            </a:extLst>
          </p:cNvPr>
          <p:cNvSpPr>
            <a:spLocks noGrp="1"/>
          </p:cNvSpPr>
          <p:nvPr>
            <p:ph type="body" sz="quarter" idx="15" hasCustomPrompt="1"/>
          </p:nvPr>
        </p:nvSpPr>
        <p:spPr>
          <a:xfrm>
            <a:off x="4937760" y="2080153"/>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5" name="Text Placeholder 9">
            <a:extLst>
              <a:ext uri="{FF2B5EF4-FFF2-40B4-BE49-F238E27FC236}">
                <a16:creationId xmlns:a16="http://schemas.microsoft.com/office/drawing/2014/main" xmlns="" id="{E4B2F207-6068-4806-A6CC-5A7FCB66A218}"/>
              </a:ext>
            </a:extLst>
          </p:cNvPr>
          <p:cNvSpPr>
            <a:spLocks noGrp="1"/>
          </p:cNvSpPr>
          <p:nvPr>
            <p:ph type="body" sz="quarter" idx="13"/>
          </p:nvPr>
        </p:nvSpPr>
        <p:spPr>
          <a:xfrm>
            <a:off x="4937760" y="2491866"/>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98" name="Text Placeholder 9">
            <a:extLst>
              <a:ext uri="{FF2B5EF4-FFF2-40B4-BE49-F238E27FC236}">
                <a16:creationId xmlns:a16="http://schemas.microsoft.com/office/drawing/2014/main" xmlns="" id="{8F52AD35-565E-4B3E-B63D-69F6C62E56DF}"/>
              </a:ext>
            </a:extLst>
          </p:cNvPr>
          <p:cNvSpPr>
            <a:spLocks noGrp="1"/>
          </p:cNvSpPr>
          <p:nvPr>
            <p:ph type="body" sz="quarter" idx="17" hasCustomPrompt="1"/>
          </p:nvPr>
        </p:nvSpPr>
        <p:spPr>
          <a:xfrm>
            <a:off x="4937760" y="3417082"/>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7" name="Text Placeholder 9">
            <a:extLst>
              <a:ext uri="{FF2B5EF4-FFF2-40B4-BE49-F238E27FC236}">
                <a16:creationId xmlns:a16="http://schemas.microsoft.com/office/drawing/2014/main" xmlns="" id="{62E32947-70DC-4299-A3C0-D8CFA7571844}"/>
              </a:ext>
            </a:extLst>
          </p:cNvPr>
          <p:cNvSpPr>
            <a:spLocks noGrp="1"/>
          </p:cNvSpPr>
          <p:nvPr>
            <p:ph type="body" sz="quarter" idx="16"/>
          </p:nvPr>
        </p:nvSpPr>
        <p:spPr>
          <a:xfrm>
            <a:off x="4937760" y="3837939"/>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100" name="Text Placeholder 9">
            <a:extLst>
              <a:ext uri="{FF2B5EF4-FFF2-40B4-BE49-F238E27FC236}">
                <a16:creationId xmlns:a16="http://schemas.microsoft.com/office/drawing/2014/main" xmlns="" id="{15906F94-3E6E-4731-9975-FE2377DBDC21}"/>
              </a:ext>
            </a:extLst>
          </p:cNvPr>
          <p:cNvSpPr>
            <a:spLocks noGrp="1"/>
          </p:cNvSpPr>
          <p:nvPr>
            <p:ph type="body" sz="quarter" idx="19" hasCustomPrompt="1"/>
          </p:nvPr>
        </p:nvSpPr>
        <p:spPr>
          <a:xfrm>
            <a:off x="4933747" y="4790587"/>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9" name="Text Placeholder 9">
            <a:extLst>
              <a:ext uri="{FF2B5EF4-FFF2-40B4-BE49-F238E27FC236}">
                <a16:creationId xmlns:a16="http://schemas.microsoft.com/office/drawing/2014/main" xmlns="" id="{F592EC28-81D2-494E-AD5C-BC4F4FCD303E}"/>
              </a:ext>
            </a:extLst>
          </p:cNvPr>
          <p:cNvSpPr>
            <a:spLocks noGrp="1"/>
          </p:cNvSpPr>
          <p:nvPr>
            <p:ph type="body" sz="quarter" idx="18"/>
          </p:nvPr>
        </p:nvSpPr>
        <p:spPr>
          <a:xfrm>
            <a:off x="4933747" y="5203301"/>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103" name="Text Placeholder 9">
            <a:extLst>
              <a:ext uri="{FF2B5EF4-FFF2-40B4-BE49-F238E27FC236}">
                <a16:creationId xmlns:a16="http://schemas.microsoft.com/office/drawing/2014/main" xmlns="" id="{6B4E489F-EE15-4460-875A-2FB75B72C5DD}"/>
              </a:ext>
            </a:extLst>
          </p:cNvPr>
          <p:cNvSpPr>
            <a:spLocks noGrp="1"/>
          </p:cNvSpPr>
          <p:nvPr>
            <p:ph type="body" sz="quarter" idx="21" hasCustomPrompt="1"/>
          </p:nvPr>
        </p:nvSpPr>
        <p:spPr>
          <a:xfrm>
            <a:off x="8486217" y="2080153"/>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2" name="Text Placeholder 9">
            <a:extLst>
              <a:ext uri="{FF2B5EF4-FFF2-40B4-BE49-F238E27FC236}">
                <a16:creationId xmlns:a16="http://schemas.microsoft.com/office/drawing/2014/main" xmlns="" id="{41D6DC40-2E7F-4703-B810-A9DF12E8CA4D}"/>
              </a:ext>
            </a:extLst>
          </p:cNvPr>
          <p:cNvSpPr>
            <a:spLocks noGrp="1"/>
          </p:cNvSpPr>
          <p:nvPr>
            <p:ph type="body" sz="quarter" idx="20"/>
          </p:nvPr>
        </p:nvSpPr>
        <p:spPr>
          <a:xfrm>
            <a:off x="8486217" y="2486550"/>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105" name="Text Placeholder 9">
            <a:extLst>
              <a:ext uri="{FF2B5EF4-FFF2-40B4-BE49-F238E27FC236}">
                <a16:creationId xmlns:a16="http://schemas.microsoft.com/office/drawing/2014/main" xmlns="" id="{8D1334C0-9B97-4769-8EC5-505D553AD531}"/>
              </a:ext>
            </a:extLst>
          </p:cNvPr>
          <p:cNvSpPr>
            <a:spLocks noGrp="1"/>
          </p:cNvSpPr>
          <p:nvPr>
            <p:ph type="body" sz="quarter" idx="23" hasCustomPrompt="1"/>
          </p:nvPr>
        </p:nvSpPr>
        <p:spPr>
          <a:xfrm>
            <a:off x="8486217" y="3417082"/>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4" name="Text Placeholder 9">
            <a:extLst>
              <a:ext uri="{FF2B5EF4-FFF2-40B4-BE49-F238E27FC236}">
                <a16:creationId xmlns:a16="http://schemas.microsoft.com/office/drawing/2014/main" xmlns="" id="{77627840-21B3-4981-A379-398FD9F5B7EF}"/>
              </a:ext>
            </a:extLst>
          </p:cNvPr>
          <p:cNvSpPr>
            <a:spLocks noGrp="1"/>
          </p:cNvSpPr>
          <p:nvPr>
            <p:ph type="body" sz="quarter" idx="22"/>
          </p:nvPr>
        </p:nvSpPr>
        <p:spPr>
          <a:xfrm>
            <a:off x="8486217" y="3832623"/>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209" name="Date Placeholder 3">
            <a:extLst>
              <a:ext uri="{FF2B5EF4-FFF2-40B4-BE49-F238E27FC236}">
                <a16:creationId xmlns:a16="http://schemas.microsoft.com/office/drawing/2014/main" xmlns=""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xmlns=""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xmlns=""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4937760" y="898525"/>
            <a:ext cx="6800850" cy="1325880"/>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xmlns="" id="{0C962441-913E-484B-806B-8AD5CE673426}"/>
              </a:ext>
              <a:ext uri="{C183D7F6-B498-43B3-948B-1728B52AA6E4}">
                <adec:decorative xmlns:adec="http://schemas.microsoft.com/office/drawing/2017/decorative" xmlns="" val="1"/>
              </a:ext>
            </a:extLst>
          </p:cNvPr>
          <p:cNvGrpSpPr/>
          <p:nvPr userDrawn="1"/>
        </p:nvGrpSpPr>
        <p:grpSpPr>
          <a:xfrm>
            <a:off x="-33209" y="-16980"/>
            <a:ext cx="4096193" cy="6874980"/>
            <a:chOff x="-33209" y="-16980"/>
            <a:chExt cx="4096193" cy="6874980"/>
          </a:xfrm>
        </p:grpSpPr>
        <p:sp>
          <p:nvSpPr>
            <p:cNvPr id="7" name="Rectangle 6">
              <a:extLst>
                <a:ext uri="{FF2B5EF4-FFF2-40B4-BE49-F238E27FC236}">
                  <a16:creationId xmlns:a16="http://schemas.microsoft.com/office/drawing/2014/main" xmlns="" id="{E557D1F3-8C55-47FE-B39A-86D30F8FFEA1}"/>
                </a:ext>
              </a:extLst>
            </p:cNvPr>
            <p:cNvSpPr/>
            <p:nvPr userDrawn="1"/>
          </p:nvSpPr>
          <p:spPr>
            <a:xfrm>
              <a:off x="11888" y="0"/>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xmlns="" id="{F4EB6F2E-2621-4EB5-A04D-906FD08CED87}"/>
                </a:ext>
              </a:extLst>
            </p:cNvPr>
            <p:cNvSpPr/>
            <p:nvPr userDrawn="1"/>
          </p:nvSpPr>
          <p:spPr>
            <a:xfrm flipH="1">
              <a:off x="0" y="4814860"/>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xmlns="" id="{D2F68DA8-1D58-42B0-A2C9-046E92884BC1}"/>
                </a:ext>
              </a:extLst>
            </p:cNvPr>
            <p:cNvSpPr/>
            <p:nvPr userDrawn="1"/>
          </p:nvSpPr>
          <p:spPr>
            <a:xfrm>
              <a:off x="2033016"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xmlns="" id="{9CC28908-2548-441C-BE9D-8728E1FC84C0}"/>
                </a:ext>
              </a:extLst>
            </p:cNvPr>
            <p:cNvSpPr/>
            <p:nvPr userDrawn="1"/>
          </p:nvSpPr>
          <p:spPr>
            <a:xfrm>
              <a:off x="2033016" y="40596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xmlns="" id="{731DC170-FB16-45F8-B62C-DCAB2B9AC310}"/>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36" name="Graphic 35">
              <a:extLst>
                <a:ext uri="{FF2B5EF4-FFF2-40B4-BE49-F238E27FC236}">
                  <a16:creationId xmlns:a16="http://schemas.microsoft.com/office/drawing/2014/main" xmlns="" id="{6529D2A7-ABB3-4E2D-88CA-F813997011F5}"/>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rot="10800000">
              <a:off x="-9867" y="-16980"/>
              <a:ext cx="2029968" cy="2029968"/>
            </a:xfrm>
            <a:prstGeom prst="rect">
              <a:avLst/>
            </a:prstGeom>
          </p:spPr>
        </p:pic>
        <p:sp>
          <p:nvSpPr>
            <p:cNvPr id="37" name="Rectangle 36">
              <a:extLst>
                <a:ext uri="{FF2B5EF4-FFF2-40B4-BE49-F238E27FC236}">
                  <a16:creationId xmlns:a16="http://schemas.microsoft.com/office/drawing/2014/main" xmlns="" id="{CDB6750E-735F-4906-8BCA-E0BD4F029617}"/>
                </a:ext>
              </a:extLst>
            </p:cNvPr>
            <p:cNvSpPr/>
            <p:nvPr userDrawn="1"/>
          </p:nvSpPr>
          <p:spPr>
            <a:xfrm>
              <a:off x="2029968" y="6045049"/>
              <a:ext cx="2029968"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xmlns="" id="{051ECE99-ACA6-46AF-98D5-81FBD3F834AC}"/>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29384" y="4828032"/>
              <a:ext cx="2029968" cy="2029968"/>
            </a:xfrm>
            <a:prstGeom prst="rect">
              <a:avLst/>
            </a:prstGeom>
          </p:spPr>
        </p:pic>
        <p:sp>
          <p:nvSpPr>
            <p:cNvPr id="39" name="Rectangle 38">
              <a:extLst>
                <a:ext uri="{FF2B5EF4-FFF2-40B4-BE49-F238E27FC236}">
                  <a16:creationId xmlns:a16="http://schemas.microsoft.com/office/drawing/2014/main" xmlns="" id="{9837D25D-BADF-40E0-B7F9-1288B53AA656}"/>
                </a:ext>
              </a:extLst>
            </p:cNvPr>
            <p:cNvSpPr/>
            <p:nvPr userDrawn="1"/>
          </p:nvSpPr>
          <p:spPr>
            <a:xfrm flipH="1">
              <a:off x="-9868" y="2000264"/>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xmlns="" id="{3A847BA4-24DF-47BE-BE28-02415C2A2D3C}"/>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xmlns=""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xmlns=""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xmlns=""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xmlns=""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xmlns=""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xmlns=""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xmlns=""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xmlns=""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xmlns=""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xmlns=""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xmlns=""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xmlns=""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xmlns=""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xmlns=""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xmlns=""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xmlns=""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xmlns=""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xmlns=""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xmlns=""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xmlns=""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xmlns="" id="{D1189D1C-85ED-4EF1-A384-7C4590ED50FD}"/>
                </a:ext>
              </a:extLst>
            </p:cNvPr>
            <p:cNvSpPr/>
            <p:nvPr userDrawn="1"/>
          </p:nvSpPr>
          <p:spPr>
            <a:xfrm>
              <a:off x="0" y="4052952"/>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xmlns="" id="{445306C5-E470-4A93-9C9F-5D066F760D16}"/>
                </a:ext>
              </a:extLst>
            </p:cNvPr>
            <p:cNvSpPr/>
            <p:nvPr userDrawn="1"/>
          </p:nvSpPr>
          <p:spPr>
            <a:xfrm>
              <a:off x="-33209" y="199954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xmlns="" id="{B31C374B-40F2-4B1E-A9D8-6E5C932FF170}"/>
                </a:ext>
              </a:extLst>
            </p:cNvPr>
            <p:cNvCxnSpPr>
              <a:cxnSpLocks/>
            </p:cNvCxnSpPr>
            <p:nvPr userDrawn="1"/>
          </p:nvCxnSpPr>
          <p:spPr>
            <a:xfrm flipV="1">
              <a:off x="-33209" y="2009066"/>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xmlns="" id="{1C668341-39BE-4448-B29D-2594AE6D75C2}"/>
                </a:ext>
              </a:extLst>
            </p:cNvPr>
            <p:cNvSpPr/>
            <p:nvPr userDrawn="1"/>
          </p:nvSpPr>
          <p:spPr>
            <a:xfrm>
              <a:off x="2923530"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5" name="Text Placeholder 9">
            <a:extLst>
              <a:ext uri="{FF2B5EF4-FFF2-40B4-BE49-F238E27FC236}">
                <a16:creationId xmlns:a16="http://schemas.microsoft.com/office/drawing/2014/main" xmlns="" id="{4416EFAA-C2FD-4F04-91E3-9F1FA3533A94}"/>
              </a:ext>
            </a:extLst>
          </p:cNvPr>
          <p:cNvSpPr>
            <a:spLocks noGrp="1"/>
          </p:cNvSpPr>
          <p:nvPr>
            <p:ph type="body" sz="quarter" idx="15" hasCustomPrompt="1"/>
          </p:nvPr>
        </p:nvSpPr>
        <p:spPr>
          <a:xfrm>
            <a:off x="4937760" y="2084832"/>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2" name="Text Placeholder 9">
            <a:extLst>
              <a:ext uri="{FF2B5EF4-FFF2-40B4-BE49-F238E27FC236}">
                <a16:creationId xmlns:a16="http://schemas.microsoft.com/office/drawing/2014/main" xmlns="" id="{0BAC0AED-8273-498E-ABB8-65CD10B00735}"/>
              </a:ext>
            </a:extLst>
          </p:cNvPr>
          <p:cNvSpPr>
            <a:spLocks noGrp="1"/>
          </p:cNvSpPr>
          <p:nvPr>
            <p:ph type="body" sz="quarter" idx="13"/>
          </p:nvPr>
        </p:nvSpPr>
        <p:spPr>
          <a:xfrm>
            <a:off x="4914900" y="2496312"/>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92" name="Text Placeholder 9">
            <a:extLst>
              <a:ext uri="{FF2B5EF4-FFF2-40B4-BE49-F238E27FC236}">
                <a16:creationId xmlns:a16="http://schemas.microsoft.com/office/drawing/2014/main" xmlns="" id="{0FACFED0-6B1D-4868-929E-C9101D8B7DE1}"/>
              </a:ext>
            </a:extLst>
          </p:cNvPr>
          <p:cNvSpPr>
            <a:spLocks noGrp="1"/>
          </p:cNvSpPr>
          <p:nvPr>
            <p:ph type="body" sz="quarter" idx="16" hasCustomPrompt="1"/>
          </p:nvPr>
        </p:nvSpPr>
        <p:spPr>
          <a:xfrm>
            <a:off x="8538777" y="2084832"/>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4" name="Text Placeholder 9">
            <a:extLst>
              <a:ext uri="{FF2B5EF4-FFF2-40B4-BE49-F238E27FC236}">
                <a16:creationId xmlns:a16="http://schemas.microsoft.com/office/drawing/2014/main" xmlns="" id="{A3276736-0B83-4D4F-B7D9-AAEF95E38AE5}"/>
              </a:ext>
            </a:extLst>
          </p:cNvPr>
          <p:cNvSpPr>
            <a:spLocks noGrp="1"/>
          </p:cNvSpPr>
          <p:nvPr>
            <p:ph type="body" sz="quarter" idx="14"/>
          </p:nvPr>
        </p:nvSpPr>
        <p:spPr>
          <a:xfrm>
            <a:off x="8535924" y="2496312"/>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95" name="Text Placeholder 9">
            <a:extLst>
              <a:ext uri="{FF2B5EF4-FFF2-40B4-BE49-F238E27FC236}">
                <a16:creationId xmlns:a16="http://schemas.microsoft.com/office/drawing/2014/main" xmlns="" id="{B57AD20F-1E1B-4FD3-8A76-E07A91002B85}"/>
              </a:ext>
            </a:extLst>
          </p:cNvPr>
          <p:cNvSpPr>
            <a:spLocks noGrp="1"/>
          </p:cNvSpPr>
          <p:nvPr>
            <p:ph type="body" sz="quarter" idx="19" hasCustomPrompt="1"/>
          </p:nvPr>
        </p:nvSpPr>
        <p:spPr>
          <a:xfrm>
            <a:off x="4937760" y="3838956"/>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3" name="Text Placeholder 9">
            <a:extLst>
              <a:ext uri="{FF2B5EF4-FFF2-40B4-BE49-F238E27FC236}">
                <a16:creationId xmlns:a16="http://schemas.microsoft.com/office/drawing/2014/main" xmlns="" id="{6688431F-3AD3-44AD-A5DF-E032B167CC02}"/>
              </a:ext>
            </a:extLst>
          </p:cNvPr>
          <p:cNvSpPr>
            <a:spLocks noGrp="1"/>
          </p:cNvSpPr>
          <p:nvPr>
            <p:ph type="body" sz="quarter" idx="17"/>
          </p:nvPr>
        </p:nvSpPr>
        <p:spPr>
          <a:xfrm>
            <a:off x="4937760" y="4255479"/>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96" name="Text Placeholder 9">
            <a:extLst>
              <a:ext uri="{FF2B5EF4-FFF2-40B4-BE49-F238E27FC236}">
                <a16:creationId xmlns:a16="http://schemas.microsoft.com/office/drawing/2014/main" xmlns="" id="{F1B1DAAB-37E2-4803-8DF8-A56E6FFF054E}"/>
              </a:ext>
            </a:extLst>
          </p:cNvPr>
          <p:cNvSpPr>
            <a:spLocks noGrp="1"/>
          </p:cNvSpPr>
          <p:nvPr>
            <p:ph type="body" sz="quarter" idx="20" hasCustomPrompt="1"/>
          </p:nvPr>
        </p:nvSpPr>
        <p:spPr>
          <a:xfrm>
            <a:off x="8535924" y="3838956"/>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4" name="Text Placeholder 9">
            <a:extLst>
              <a:ext uri="{FF2B5EF4-FFF2-40B4-BE49-F238E27FC236}">
                <a16:creationId xmlns:a16="http://schemas.microsoft.com/office/drawing/2014/main" xmlns="" id="{E9E9B407-35B1-4B56-BB6A-4895E5AC4CC3}"/>
              </a:ext>
            </a:extLst>
          </p:cNvPr>
          <p:cNvSpPr>
            <a:spLocks noGrp="1"/>
          </p:cNvSpPr>
          <p:nvPr>
            <p:ph type="body" sz="quarter" idx="18"/>
          </p:nvPr>
        </p:nvSpPr>
        <p:spPr>
          <a:xfrm>
            <a:off x="8535924" y="4252806"/>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69" name="Date Placeholder 3">
            <a:extLst>
              <a:ext uri="{FF2B5EF4-FFF2-40B4-BE49-F238E27FC236}">
                <a16:creationId xmlns:a16="http://schemas.microsoft.com/office/drawing/2014/main" xmlns="" id="{E2B0C6B8-E2CB-460E-BBC8-AC4339C89DB2}"/>
              </a:ext>
            </a:extLst>
          </p:cNvPr>
          <p:cNvSpPr>
            <a:spLocks noGrp="1"/>
          </p:cNvSpPr>
          <p:nvPr>
            <p:ph type="dt" sz="half" idx="10"/>
          </p:nvPr>
        </p:nvSpPr>
        <p:spPr>
          <a:xfrm>
            <a:off x="4937760" y="6353175"/>
            <a:ext cx="1097280" cy="365125"/>
          </a:xfrm>
        </p:spPr>
        <p:txBody>
          <a:bodyPr/>
          <a:lstStyle>
            <a:lvl1pPr>
              <a:defRPr>
                <a:solidFill>
                  <a:schemeClr val="bg1"/>
                </a:solidFill>
              </a:defRPr>
            </a:lvl1pPr>
          </a:lstStyle>
          <a:p>
            <a:r>
              <a:rPr lang="en-US" dirty="0"/>
              <a:t>20XX</a:t>
            </a:r>
          </a:p>
        </p:txBody>
      </p:sp>
      <p:sp>
        <p:nvSpPr>
          <p:cNvPr id="70" name="Footer Placeholder 4">
            <a:extLst>
              <a:ext uri="{FF2B5EF4-FFF2-40B4-BE49-F238E27FC236}">
                <a16:creationId xmlns:a16="http://schemas.microsoft.com/office/drawing/2014/main" xmlns="" id="{433844D3-0FDA-4C97-9B21-5021A38E4FC2}"/>
              </a:ext>
            </a:extLst>
          </p:cNvPr>
          <p:cNvSpPr>
            <a:spLocks noGrp="1"/>
          </p:cNvSpPr>
          <p:nvPr>
            <p:ph type="ftr" sz="quarter" idx="11"/>
          </p:nvPr>
        </p:nvSpPr>
        <p:spPr>
          <a:xfrm>
            <a:off x="7436167" y="6350000"/>
            <a:ext cx="2286000" cy="365125"/>
          </a:xfrm>
        </p:spPr>
        <p:txBody>
          <a:bodyPr/>
          <a:lstStyle>
            <a:lvl1pPr>
              <a:defRPr>
                <a:solidFill>
                  <a:schemeClr val="bg1"/>
                </a:solidFill>
              </a:defRPr>
            </a:lvl1pPr>
          </a:lstStyle>
          <a:p>
            <a:r>
              <a:rPr lang="en-US" dirty="0"/>
              <a:t>Pitch deck title</a:t>
            </a:r>
          </a:p>
        </p:txBody>
      </p:sp>
      <p:sp>
        <p:nvSpPr>
          <p:cNvPr id="71" name="Slide Number Placeholder 5">
            <a:extLst>
              <a:ext uri="{FF2B5EF4-FFF2-40B4-BE49-F238E27FC236}">
                <a16:creationId xmlns:a16="http://schemas.microsoft.com/office/drawing/2014/main" xmlns="" id="{EC059538-F80F-46C9-80EB-AC9B56DD05C3}"/>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914400" y="896112"/>
            <a:ext cx="6800850" cy="1325880"/>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xmlns="" id="{76A6A8D4-352A-4CDF-8E34-3A3E06402913}"/>
              </a:ext>
              <a:ext uri="{C183D7F6-B498-43B3-948B-1728B52AA6E4}">
                <adec:decorative xmlns:adec="http://schemas.microsoft.com/office/drawing/2017/decorative" xmlns="" val="1"/>
              </a:ext>
            </a:extLst>
          </p:cNvPr>
          <p:cNvGrpSpPr/>
          <p:nvPr userDrawn="1"/>
        </p:nvGrpSpPr>
        <p:grpSpPr>
          <a:xfrm>
            <a:off x="8094267" y="-12136"/>
            <a:ext cx="4100169" cy="6878956"/>
            <a:chOff x="8094267" y="-12136"/>
            <a:chExt cx="4100169" cy="6878956"/>
          </a:xfrm>
        </p:grpSpPr>
        <p:grpSp>
          <p:nvGrpSpPr>
            <p:cNvPr id="3" name="Group 2">
              <a:extLst>
                <a:ext uri="{FF2B5EF4-FFF2-40B4-BE49-F238E27FC236}">
                  <a16:creationId xmlns:a16="http://schemas.microsoft.com/office/drawing/2014/main" xmlns="" id="{4CDCB077-A12F-4FE0-AD96-924BF98DBB84}"/>
                </a:ext>
                <a:ext uri="{C183D7F6-B498-43B3-948B-1728B52AA6E4}">
                  <adec:decorative xmlns:adec="http://schemas.microsoft.com/office/drawing/2017/decorative" xmlns="" val="1"/>
                </a:ext>
              </a:extLst>
            </p:cNvPr>
            <p:cNvGrpSpPr/>
            <p:nvPr userDrawn="1"/>
          </p:nvGrpSpPr>
          <p:grpSpPr>
            <a:xfrm>
              <a:off x="8138160" y="-7084"/>
              <a:ext cx="4053840" cy="4061621"/>
              <a:chOff x="8138160" y="-7084"/>
              <a:chExt cx="4053840" cy="4061621"/>
            </a:xfrm>
          </p:grpSpPr>
          <p:sp>
            <p:nvSpPr>
              <p:cNvPr id="39" name="Rectangle 38">
                <a:extLst>
                  <a:ext uri="{FF2B5EF4-FFF2-40B4-BE49-F238E27FC236}">
                    <a16:creationId xmlns:a16="http://schemas.microsoft.com/office/drawing/2014/main" xmlns="" id="{9837D25D-BADF-40E0-B7F9-1288B53AA656}"/>
                  </a:ext>
                </a:extLst>
              </p:cNvPr>
              <p:cNvSpPr/>
              <p:nvPr userDrawn="1"/>
            </p:nvSpPr>
            <p:spPr>
              <a:xfrm flipH="1">
                <a:off x="8138160" y="2017039"/>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xmlns=""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xmlns=""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xmlns="" id="{4CB66576-218C-4236-B125-DD7B03A7848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xmlns=""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xmlns="" id="{17B41BF2-DA71-4B06-A2F0-757A5EF7047C}"/>
                </a:ext>
                <a:ext uri="{C183D7F6-B498-43B3-948B-1728B52AA6E4}">
                  <adec:decorative xmlns:adec="http://schemas.microsoft.com/office/drawing/2017/decorative" xmlns="" val="1"/>
                </a:ext>
              </a:extLst>
            </p:cNvPr>
            <p:cNvGrpSpPr/>
            <p:nvPr userDrawn="1"/>
          </p:nvGrpSpPr>
          <p:grpSpPr>
            <a:xfrm>
              <a:off x="8094267" y="-12136"/>
              <a:ext cx="4100169" cy="6878956"/>
              <a:chOff x="8094267" y="-12136"/>
              <a:chExt cx="4100169" cy="6878956"/>
            </a:xfrm>
          </p:grpSpPr>
          <p:sp>
            <p:nvSpPr>
              <p:cNvPr id="32" name="Rectangle 31">
                <a:extLst>
                  <a:ext uri="{FF2B5EF4-FFF2-40B4-BE49-F238E27FC236}">
                    <a16:creationId xmlns:a16="http://schemas.microsoft.com/office/drawing/2014/main" xmlns="" id="{F4EB6F2E-2621-4EB5-A04D-906FD08CED87}"/>
                  </a:ext>
                </a:extLst>
              </p:cNvPr>
              <p:cNvSpPr/>
              <p:nvPr userDrawn="1"/>
            </p:nvSpPr>
            <p:spPr>
              <a:xfrm flipH="1">
                <a:off x="8138160" y="4868828"/>
                <a:ext cx="2032942" cy="1997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xmlns="" id="{9CC28908-2548-441C-BE9D-8728E1FC84C0}"/>
                  </a:ext>
                </a:extLst>
              </p:cNvPr>
              <p:cNvSpPr/>
              <p:nvPr userDrawn="1"/>
            </p:nvSpPr>
            <p:spPr>
              <a:xfrm>
                <a:off x="10164468" y="4044603"/>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xmlns=""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2419" y="5079562"/>
                <a:ext cx="2019299" cy="999451"/>
              </a:xfrm>
              <a:prstGeom prst="rect">
                <a:avLst/>
              </a:prstGeom>
            </p:spPr>
          </p:pic>
          <p:pic>
            <p:nvPicPr>
              <p:cNvPr id="36" name="Graphic 35">
                <a:extLst>
                  <a:ext uri="{FF2B5EF4-FFF2-40B4-BE49-F238E27FC236}">
                    <a16:creationId xmlns:a16="http://schemas.microsoft.com/office/drawing/2014/main" xmlns="" id="{6529D2A7-ABB3-4E2D-88CA-F813997011F5}"/>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0800000">
                <a:off x="8137489" y="-12136"/>
                <a:ext cx="2029968" cy="2029968"/>
              </a:xfrm>
              <a:prstGeom prst="rect">
                <a:avLst/>
              </a:prstGeom>
            </p:spPr>
          </p:pic>
          <p:sp>
            <p:nvSpPr>
              <p:cNvPr id="37" name="Rectangle 36">
                <a:extLst>
                  <a:ext uri="{FF2B5EF4-FFF2-40B4-BE49-F238E27FC236}">
                    <a16:creationId xmlns:a16="http://schemas.microsoft.com/office/drawing/2014/main" xmlns="" id="{CDB6750E-735F-4906-8BCA-E0BD4F029617}"/>
                  </a:ext>
                </a:extLst>
              </p:cNvPr>
              <p:cNvSpPr/>
              <p:nvPr userDrawn="1"/>
            </p:nvSpPr>
            <p:spPr>
              <a:xfrm>
                <a:off x="10162032" y="6020759"/>
                <a:ext cx="2029968" cy="8372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xmlns="" id="{051ECE99-ACA6-46AF-98D5-81FBD3F834AC}"/>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8138160" y="4863676"/>
                <a:ext cx="2029968" cy="1997992"/>
              </a:xfrm>
              <a:prstGeom prst="rect">
                <a:avLst/>
              </a:prstGeom>
            </p:spPr>
          </p:pic>
          <p:grpSp>
            <p:nvGrpSpPr>
              <p:cNvPr id="40" name="Group 39">
                <a:extLst>
                  <a:ext uri="{FF2B5EF4-FFF2-40B4-BE49-F238E27FC236}">
                    <a16:creationId xmlns:a16="http://schemas.microsoft.com/office/drawing/2014/main" xmlns=""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xmlns=""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xmlns=""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xmlns=""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xmlns=""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xmlns=""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xmlns=""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xmlns=""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xmlns=""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xmlns=""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xmlns=""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xmlns=""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xmlns=""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xmlns=""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xmlns=""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xmlns=""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xmlns=""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xmlns=""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xmlns=""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xmlns=""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xmlns=""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xmlns=""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xmlns="" id="{445306C5-E470-4A93-9C9F-5D066F760D16}"/>
                  </a:ext>
                </a:extLst>
              </p:cNvPr>
              <p:cNvSpPr/>
              <p:nvPr userDrawn="1"/>
            </p:nvSpPr>
            <p:spPr>
              <a:xfrm>
                <a:off x="8138160" y="2028241"/>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xmlns="" id="{B31C374B-40F2-4B1E-A9D8-6E5C932FF170}"/>
                  </a:ext>
                </a:extLst>
              </p:cNvPr>
              <p:cNvCxnSpPr>
                <a:cxnSpLocks/>
              </p:cNvCxnSpPr>
              <p:nvPr userDrawn="1"/>
            </p:nvCxnSpPr>
            <p:spPr>
              <a:xfrm flipV="1">
                <a:off x="8094267" y="2005958"/>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xmlns="" id="{1C668341-39BE-4448-B29D-2594AE6D75C2}"/>
                  </a:ext>
                </a:extLst>
              </p:cNvPr>
              <p:cNvSpPr/>
              <p:nvPr userDrawn="1"/>
            </p:nvSpPr>
            <p:spPr>
              <a:xfrm>
                <a:off x="11051006" y="186812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Text Placeholder 9">
            <a:extLst>
              <a:ext uri="{FF2B5EF4-FFF2-40B4-BE49-F238E27FC236}">
                <a16:creationId xmlns:a16="http://schemas.microsoft.com/office/drawing/2014/main" xmlns="" id="{DEE368EA-C32D-4066-8292-11EB5B67AB3C}"/>
              </a:ext>
            </a:extLst>
          </p:cNvPr>
          <p:cNvSpPr>
            <a:spLocks noGrp="1"/>
          </p:cNvSpPr>
          <p:nvPr>
            <p:ph type="body" sz="quarter" idx="15" hasCustomPrompt="1"/>
          </p:nvPr>
        </p:nvSpPr>
        <p:spPr>
          <a:xfrm>
            <a:off x="914400" y="2084832"/>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 name="Text Placeholder 9">
            <a:extLst>
              <a:ext uri="{FF2B5EF4-FFF2-40B4-BE49-F238E27FC236}">
                <a16:creationId xmlns:a16="http://schemas.microsoft.com/office/drawing/2014/main" xmlns="" id="{58CA33B9-D0BA-4ED1-B10C-9961E1B54FF5}"/>
              </a:ext>
            </a:extLst>
          </p:cNvPr>
          <p:cNvSpPr>
            <a:spLocks noGrp="1"/>
          </p:cNvSpPr>
          <p:nvPr>
            <p:ph type="body" sz="quarter" idx="13"/>
          </p:nvPr>
        </p:nvSpPr>
        <p:spPr>
          <a:xfrm>
            <a:off x="914400" y="2496312"/>
            <a:ext cx="3200400" cy="11887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70" name="Text Placeholder 9">
            <a:extLst>
              <a:ext uri="{FF2B5EF4-FFF2-40B4-BE49-F238E27FC236}">
                <a16:creationId xmlns:a16="http://schemas.microsoft.com/office/drawing/2014/main" xmlns="" id="{C3E5ADF3-741C-452B-9B49-005E753E6E0B}"/>
              </a:ext>
            </a:extLst>
          </p:cNvPr>
          <p:cNvSpPr>
            <a:spLocks noGrp="1"/>
          </p:cNvSpPr>
          <p:nvPr>
            <p:ph type="body" sz="quarter" idx="16" hasCustomPrompt="1"/>
          </p:nvPr>
        </p:nvSpPr>
        <p:spPr>
          <a:xfrm>
            <a:off x="4538277" y="2084832"/>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68" name="Text Placeholder 9">
            <a:extLst>
              <a:ext uri="{FF2B5EF4-FFF2-40B4-BE49-F238E27FC236}">
                <a16:creationId xmlns:a16="http://schemas.microsoft.com/office/drawing/2014/main" xmlns="" id="{2C541281-49BC-4F14-B167-DE14FE3A622C}"/>
              </a:ext>
            </a:extLst>
          </p:cNvPr>
          <p:cNvSpPr>
            <a:spLocks noGrp="1"/>
          </p:cNvSpPr>
          <p:nvPr>
            <p:ph type="body" sz="quarter" idx="14"/>
          </p:nvPr>
        </p:nvSpPr>
        <p:spPr>
          <a:xfrm>
            <a:off x="4535424" y="2496312"/>
            <a:ext cx="3200400" cy="11887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73" name="Text Placeholder 9">
            <a:extLst>
              <a:ext uri="{FF2B5EF4-FFF2-40B4-BE49-F238E27FC236}">
                <a16:creationId xmlns:a16="http://schemas.microsoft.com/office/drawing/2014/main" xmlns="" id="{3B7B080D-47B1-4B65-8638-AD5E3240EDA7}"/>
              </a:ext>
            </a:extLst>
          </p:cNvPr>
          <p:cNvSpPr>
            <a:spLocks noGrp="1"/>
          </p:cNvSpPr>
          <p:nvPr>
            <p:ph type="body" sz="quarter" idx="19" hasCustomPrompt="1"/>
          </p:nvPr>
        </p:nvSpPr>
        <p:spPr>
          <a:xfrm>
            <a:off x="914400" y="3840480"/>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1" name="Text Placeholder 9">
            <a:extLst>
              <a:ext uri="{FF2B5EF4-FFF2-40B4-BE49-F238E27FC236}">
                <a16:creationId xmlns:a16="http://schemas.microsoft.com/office/drawing/2014/main" xmlns="" id="{AA51BCEC-2845-4DF6-8F9A-2B163EC16DD5}"/>
              </a:ext>
            </a:extLst>
          </p:cNvPr>
          <p:cNvSpPr>
            <a:spLocks noGrp="1"/>
          </p:cNvSpPr>
          <p:nvPr>
            <p:ph type="body" sz="quarter" idx="17"/>
          </p:nvPr>
        </p:nvSpPr>
        <p:spPr>
          <a:xfrm>
            <a:off x="914400" y="4251960"/>
            <a:ext cx="3200400" cy="114300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74" name="Text Placeholder 9">
            <a:extLst>
              <a:ext uri="{FF2B5EF4-FFF2-40B4-BE49-F238E27FC236}">
                <a16:creationId xmlns:a16="http://schemas.microsoft.com/office/drawing/2014/main" xmlns="" id="{5B98F8C8-0931-4E43-ABDE-8A700DD269D7}"/>
              </a:ext>
            </a:extLst>
          </p:cNvPr>
          <p:cNvSpPr>
            <a:spLocks noGrp="1"/>
          </p:cNvSpPr>
          <p:nvPr>
            <p:ph type="body" sz="quarter" idx="20" hasCustomPrompt="1"/>
          </p:nvPr>
        </p:nvSpPr>
        <p:spPr>
          <a:xfrm>
            <a:off x="4535424" y="3840480"/>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2" name="Text Placeholder 9">
            <a:extLst>
              <a:ext uri="{FF2B5EF4-FFF2-40B4-BE49-F238E27FC236}">
                <a16:creationId xmlns:a16="http://schemas.microsoft.com/office/drawing/2014/main" xmlns="" id="{126E196B-9448-4FBE-A134-65735F8ED97F}"/>
              </a:ext>
            </a:extLst>
          </p:cNvPr>
          <p:cNvSpPr>
            <a:spLocks noGrp="1"/>
          </p:cNvSpPr>
          <p:nvPr>
            <p:ph type="body" sz="quarter" idx="18"/>
          </p:nvPr>
        </p:nvSpPr>
        <p:spPr>
          <a:xfrm>
            <a:off x="4535424" y="4251960"/>
            <a:ext cx="3200400" cy="114300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65" name="Date Placeholder 3">
            <a:extLst>
              <a:ext uri="{FF2B5EF4-FFF2-40B4-BE49-F238E27FC236}">
                <a16:creationId xmlns:a16="http://schemas.microsoft.com/office/drawing/2014/main" xmlns="" id="{405B8744-A7AF-461F-9103-708D9BFE8947}"/>
              </a:ext>
            </a:extLst>
          </p:cNvPr>
          <p:cNvSpPr>
            <a:spLocks noGrp="1"/>
          </p:cNvSpPr>
          <p:nvPr>
            <p:ph type="dt" sz="half" idx="10"/>
          </p:nvPr>
        </p:nvSpPr>
        <p:spPr>
          <a:xfrm>
            <a:off x="914400" y="6355080"/>
            <a:ext cx="1097280" cy="365125"/>
          </a:xfrm>
        </p:spPr>
        <p:txBody>
          <a:bodyPr/>
          <a:lstStyle>
            <a:lvl1pPr>
              <a:defRPr>
                <a:solidFill>
                  <a:schemeClr val="tx1">
                    <a:lumMod val="75000"/>
                    <a:lumOff val="25000"/>
                  </a:schemeClr>
                </a:solidFill>
              </a:defRPr>
            </a:lvl1pPr>
          </a:lstStyle>
          <a:p>
            <a:r>
              <a:rPr lang="en-US" dirty="0"/>
              <a:t>20XX</a:t>
            </a:r>
          </a:p>
        </p:txBody>
      </p:sp>
      <p:sp>
        <p:nvSpPr>
          <p:cNvPr id="66" name="Footer Placeholder 4">
            <a:extLst>
              <a:ext uri="{FF2B5EF4-FFF2-40B4-BE49-F238E27FC236}">
                <a16:creationId xmlns:a16="http://schemas.microsoft.com/office/drawing/2014/main" xmlns="" id="{C902A11D-5CD4-4561-882F-26EA89ADC0F9}"/>
              </a:ext>
            </a:extLst>
          </p:cNvPr>
          <p:cNvSpPr>
            <a:spLocks noGrp="1"/>
          </p:cNvSpPr>
          <p:nvPr>
            <p:ph type="ftr" sz="quarter" idx="11"/>
          </p:nvPr>
        </p:nvSpPr>
        <p:spPr>
          <a:xfrm>
            <a:off x="5499886" y="635508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67" name="Slide Number Placeholder 5">
            <a:extLst>
              <a:ext uri="{FF2B5EF4-FFF2-40B4-BE49-F238E27FC236}">
                <a16:creationId xmlns:a16="http://schemas.microsoft.com/office/drawing/2014/main" xmlns="" id="{F0739A04-E734-4FCE-954E-0C4FB1A4CA7A}"/>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59404552"/>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lef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xmlns=""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xmlns=""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xmlns="" id="{4CB66576-218C-4236-B125-DD7B03A7848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xmlns=""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914400" y="896112"/>
            <a:ext cx="6800850" cy="1325880"/>
          </a:xfrm>
        </p:spPr>
        <p:txBody>
          <a:bodyPr anchor="t" anchorCtr="0"/>
          <a:lstStyle>
            <a:lvl1pPr>
              <a:defRPr cap="all" baseline="0">
                <a:solidFill>
                  <a:schemeClr val="tx2"/>
                </a:solidFill>
              </a:defRPr>
            </a:lvl1pPr>
          </a:lstStyle>
          <a:p>
            <a:r>
              <a:rPr lang="en-US" dirty="0"/>
              <a:t>CLICK TO ADD TITLE</a:t>
            </a:r>
          </a:p>
        </p:txBody>
      </p:sp>
      <p:sp>
        <p:nvSpPr>
          <p:cNvPr id="10" name="Text Placeholder 9">
            <a:extLst>
              <a:ext uri="{FF2B5EF4-FFF2-40B4-BE49-F238E27FC236}">
                <a16:creationId xmlns:a16="http://schemas.microsoft.com/office/drawing/2014/main" xmlns="" id="{58CA33B9-D0BA-4ED1-B10C-9961E1B54FF5}"/>
              </a:ext>
            </a:extLst>
          </p:cNvPr>
          <p:cNvSpPr>
            <a:spLocks noGrp="1"/>
          </p:cNvSpPr>
          <p:nvPr>
            <p:ph type="body" sz="quarter" idx="13"/>
          </p:nvPr>
        </p:nvSpPr>
        <p:spPr>
          <a:xfrm>
            <a:off x="914400" y="2206377"/>
            <a:ext cx="6800850" cy="3840480"/>
          </a:xfrm>
        </p:spPr>
        <p:txBody>
          <a:bodyPr>
            <a:normAutofit/>
          </a:bodyPr>
          <a:lstStyle>
            <a:lvl1pPr marL="0" indent="0">
              <a:lnSpc>
                <a:spcPts val="2400"/>
              </a:lnSpc>
              <a:buNone/>
              <a:defRPr sz="18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32" name="Rectangle 31">
            <a:extLst>
              <a:ext uri="{FF2B5EF4-FFF2-40B4-BE49-F238E27FC236}">
                <a16:creationId xmlns:a16="http://schemas.microsoft.com/office/drawing/2014/main" xmlns=""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xmlns=""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xmlns=""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xmlns="" id="{6529D2A7-ABB3-4E2D-88CA-F813997011F5}"/>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xmlns=""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xmlns="" id="{051ECE99-ACA6-46AF-98D5-81FBD3F834AC}"/>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xmlns=""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xmlns=""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xmlns=""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xmlns=""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xmlns=""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xmlns=""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xmlns=""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xmlns=""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xmlns=""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xmlns=""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xmlns=""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xmlns=""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xmlns=""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xmlns=""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xmlns=""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xmlns=""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xmlns=""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xmlns=""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xmlns=""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xmlns=""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xmlns=""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xmlns=""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xmlns=""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xmlns=""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xmlns=""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Date Placeholder 3">
            <a:extLst>
              <a:ext uri="{FF2B5EF4-FFF2-40B4-BE49-F238E27FC236}">
                <a16:creationId xmlns:a16="http://schemas.microsoft.com/office/drawing/2014/main" xmlns="" id="{56895315-7883-40AA-AB6E-E7F8B77E5BAC}"/>
              </a:ext>
            </a:extLst>
          </p:cNvPr>
          <p:cNvSpPr>
            <a:spLocks noGrp="1"/>
          </p:cNvSpPr>
          <p:nvPr>
            <p:ph type="dt" sz="half" idx="10"/>
          </p:nvPr>
        </p:nvSpPr>
        <p:spPr>
          <a:xfrm>
            <a:off x="914400" y="6355080"/>
            <a:ext cx="1097280" cy="365125"/>
          </a:xfrm>
        </p:spPr>
        <p:txBody>
          <a:bodyPr/>
          <a:lstStyle>
            <a:lvl1pPr>
              <a:defRPr>
                <a:solidFill>
                  <a:schemeClr val="bg1"/>
                </a:solidFill>
              </a:defRPr>
            </a:lvl1pPr>
          </a:lstStyle>
          <a:p>
            <a:r>
              <a:rPr lang="en-US" dirty="0"/>
              <a:t>20XX</a:t>
            </a:r>
          </a:p>
        </p:txBody>
      </p:sp>
      <p:sp>
        <p:nvSpPr>
          <p:cNvPr id="68" name="Footer Placeholder 4">
            <a:extLst>
              <a:ext uri="{FF2B5EF4-FFF2-40B4-BE49-F238E27FC236}">
                <a16:creationId xmlns:a16="http://schemas.microsoft.com/office/drawing/2014/main" xmlns=""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dirty="0"/>
              <a:t>Pitch deck title</a:t>
            </a:r>
          </a:p>
        </p:txBody>
      </p:sp>
      <p:sp>
        <p:nvSpPr>
          <p:cNvPr id="69" name="Slide Number Placeholder 5">
            <a:extLst>
              <a:ext uri="{FF2B5EF4-FFF2-40B4-BE49-F238E27FC236}">
                <a16:creationId xmlns:a16="http://schemas.microsoft.com/office/drawing/2014/main" xmlns=""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3"/>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xmlns="" id="{D629CA98-D89C-4A69-9A55-8D6C17DCDDF0}"/>
              </a:ext>
            </a:extLst>
          </p:cNvPr>
          <p:cNvSpPr/>
          <p:nvPr userDrawn="1"/>
        </p:nvSpPr>
        <p:spPr>
          <a:xfrm>
            <a:off x="2029040"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6C25C416-A3A2-4CF9-9532-2C0BFB51CFDF}"/>
              </a:ext>
            </a:extLst>
          </p:cNvPr>
          <p:cNvSpPr>
            <a:spLocks noGrp="1"/>
          </p:cNvSpPr>
          <p:nvPr>
            <p:ph type="ctrTitle" hasCustomPrompt="1"/>
          </p:nvPr>
        </p:nvSpPr>
        <p:spPr>
          <a:xfrm>
            <a:off x="6605937" y="1098339"/>
            <a:ext cx="5099392" cy="2264112"/>
          </a:xfrm>
        </p:spPr>
        <p:txBody>
          <a:bodyPr anchor="b"/>
          <a:lstStyle>
            <a:lvl1pPr algn="ctr">
              <a:defRPr sz="6000" cap="all" baseline="0">
                <a:solidFill>
                  <a:schemeClr val="tx2"/>
                </a:solidFill>
              </a:defRPr>
            </a:lvl1pPr>
          </a:lstStyle>
          <a:p>
            <a:r>
              <a:rPr lang="en-US" dirty="0"/>
              <a:t>Click to ADD TITLE</a:t>
            </a:r>
          </a:p>
        </p:txBody>
      </p:sp>
      <p:sp>
        <p:nvSpPr>
          <p:cNvPr id="168" name="Rectangle 9">
            <a:extLst>
              <a:ext uri="{FF2B5EF4-FFF2-40B4-BE49-F238E27FC236}">
                <a16:creationId xmlns:a16="http://schemas.microsoft.com/office/drawing/2014/main" xmlns="" id="{D0B57759-E007-4FD0-9C6B-356DC53050C4}"/>
              </a:ext>
            </a:extLst>
          </p:cNvPr>
          <p:cNvSpPr/>
          <p:nvPr userDrawn="1"/>
        </p:nvSpPr>
        <p:spPr>
          <a:xfrm>
            <a:off x="0" y="4056331"/>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51DA30E2-82DB-4AA1-B134-9482F5CD7689}"/>
              </a:ext>
            </a:extLst>
          </p:cNvPr>
          <p:cNvSpPr/>
          <p:nvPr userDrawn="1"/>
        </p:nvSpPr>
        <p:spPr>
          <a:xfrm>
            <a:off x="0" y="0"/>
            <a:ext cx="2029968"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a:extLst>
              <a:ext uri="{FF2B5EF4-FFF2-40B4-BE49-F238E27FC236}">
                <a16:creationId xmlns:a16="http://schemas.microsoft.com/office/drawing/2014/main" xmlns="" id="{7FF8CD3D-0C64-4277-97B2-200B96EE223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5400000">
            <a:off x="0" y="4069288"/>
            <a:ext cx="2029968" cy="2029968"/>
          </a:xfrm>
          <a:prstGeom prst="rect">
            <a:avLst/>
          </a:prstGeom>
        </p:spPr>
      </p:pic>
      <p:pic>
        <p:nvPicPr>
          <p:cNvPr id="28" name="Graphic 27">
            <a:extLst>
              <a:ext uri="{FF2B5EF4-FFF2-40B4-BE49-F238E27FC236}">
                <a16:creationId xmlns:a16="http://schemas.microsoft.com/office/drawing/2014/main" xmlns="" id="{12C5F573-21FC-4A6F-B46F-5583E20C994E}"/>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rot="10800000">
            <a:off x="2027141" y="-4303"/>
            <a:ext cx="2029968" cy="2029968"/>
          </a:xfrm>
          <a:prstGeom prst="rect">
            <a:avLst/>
          </a:prstGeom>
        </p:spPr>
      </p:pic>
      <p:pic>
        <p:nvPicPr>
          <p:cNvPr id="31" name="Graphic 30">
            <a:extLst>
              <a:ext uri="{FF2B5EF4-FFF2-40B4-BE49-F238E27FC236}">
                <a16:creationId xmlns:a16="http://schemas.microsoft.com/office/drawing/2014/main" xmlns="" id="{C9BCCD2C-CC79-48FF-A486-98ECEAC47989}"/>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0" y="0"/>
            <a:ext cx="2029968" cy="2029968"/>
          </a:xfrm>
          <a:prstGeom prst="rect">
            <a:avLst/>
          </a:prstGeom>
        </p:spPr>
      </p:pic>
      <p:sp>
        <p:nvSpPr>
          <p:cNvPr id="36" name="Rectangle 35">
            <a:extLst>
              <a:ext uri="{FF2B5EF4-FFF2-40B4-BE49-F238E27FC236}">
                <a16:creationId xmlns:a16="http://schemas.microsoft.com/office/drawing/2014/main" xmlns="" id="{03CEE5D2-51CF-4C1A-9AF9-A5B47F445229}"/>
              </a:ext>
            </a:extLst>
          </p:cNvPr>
          <p:cNvSpPr/>
          <p:nvPr userDrawn="1"/>
        </p:nvSpPr>
        <p:spPr>
          <a:xfrm>
            <a:off x="0" y="6098433"/>
            <a:ext cx="2029968" cy="7595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xmlns="" id="{AD276EF4-F1D1-402C-B97B-0FC1233B73CD}"/>
              </a:ext>
            </a:extLst>
          </p:cNvPr>
          <p:cNvSpPr/>
          <p:nvPr userDrawn="1"/>
        </p:nvSpPr>
        <p:spPr>
          <a:xfrm flipH="1">
            <a:off x="0" y="2027186"/>
            <a:ext cx="2032942" cy="20299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8" name="Group 137">
            <a:extLst>
              <a:ext uri="{FF2B5EF4-FFF2-40B4-BE49-F238E27FC236}">
                <a16:creationId xmlns:a16="http://schemas.microsoft.com/office/drawing/2014/main" xmlns="" id="{3D46E3B0-0F8F-4E75-AD2A-BF3A1C38F037}"/>
              </a:ext>
            </a:extLst>
          </p:cNvPr>
          <p:cNvGrpSpPr/>
          <p:nvPr userDrawn="1"/>
        </p:nvGrpSpPr>
        <p:grpSpPr>
          <a:xfrm>
            <a:off x="23853" y="2069719"/>
            <a:ext cx="1965960" cy="1965960"/>
            <a:chOff x="5361924" y="7472790"/>
            <a:chExt cx="1828800" cy="1828800"/>
          </a:xfrm>
        </p:grpSpPr>
        <p:grpSp>
          <p:nvGrpSpPr>
            <p:cNvPr id="139" name="Group 138">
              <a:extLst>
                <a:ext uri="{FF2B5EF4-FFF2-40B4-BE49-F238E27FC236}">
                  <a16:creationId xmlns:a16="http://schemas.microsoft.com/office/drawing/2014/main" xmlns="" id="{B53A840E-AAAC-4D05-88B2-8B4C8FD1EB81}"/>
                </a:ext>
              </a:extLst>
            </p:cNvPr>
            <p:cNvGrpSpPr/>
            <p:nvPr userDrawn="1"/>
          </p:nvGrpSpPr>
          <p:grpSpPr>
            <a:xfrm>
              <a:off x="5361924" y="7472790"/>
              <a:ext cx="1828800" cy="1828800"/>
              <a:chOff x="5361924" y="7472790"/>
              <a:chExt cx="1828800" cy="1828800"/>
            </a:xfrm>
          </p:grpSpPr>
          <p:grpSp>
            <p:nvGrpSpPr>
              <p:cNvPr id="141" name="Group 140">
                <a:extLst>
                  <a:ext uri="{FF2B5EF4-FFF2-40B4-BE49-F238E27FC236}">
                    <a16:creationId xmlns:a16="http://schemas.microsoft.com/office/drawing/2014/main" xmlns="" id="{EC1BCB15-E86F-40CB-912C-0693B61651B5}"/>
                  </a:ext>
                </a:extLst>
              </p:cNvPr>
              <p:cNvGrpSpPr/>
              <p:nvPr userDrawn="1"/>
            </p:nvGrpSpPr>
            <p:grpSpPr>
              <a:xfrm>
                <a:off x="5361924" y="7472790"/>
                <a:ext cx="1828800" cy="1828800"/>
                <a:chOff x="5388428" y="7173291"/>
                <a:chExt cx="1828800" cy="1828800"/>
              </a:xfrm>
            </p:grpSpPr>
            <p:grpSp>
              <p:nvGrpSpPr>
                <p:cNvPr id="147" name="Group 146">
                  <a:extLst>
                    <a:ext uri="{FF2B5EF4-FFF2-40B4-BE49-F238E27FC236}">
                      <a16:creationId xmlns:a16="http://schemas.microsoft.com/office/drawing/2014/main" xmlns="" id="{5B5D7ECD-062C-480C-A3E0-D2E37B0077AB}"/>
                    </a:ext>
                  </a:extLst>
                </p:cNvPr>
                <p:cNvGrpSpPr/>
                <p:nvPr userDrawn="1"/>
              </p:nvGrpSpPr>
              <p:grpSpPr>
                <a:xfrm>
                  <a:off x="5388428" y="7173291"/>
                  <a:ext cx="1828800" cy="1828800"/>
                  <a:chOff x="5388428" y="7173291"/>
                  <a:chExt cx="1828800" cy="1828800"/>
                </a:xfrm>
              </p:grpSpPr>
              <p:grpSp>
                <p:nvGrpSpPr>
                  <p:cNvPr id="149" name="Group 148">
                    <a:extLst>
                      <a:ext uri="{FF2B5EF4-FFF2-40B4-BE49-F238E27FC236}">
                        <a16:creationId xmlns:a16="http://schemas.microsoft.com/office/drawing/2014/main" xmlns="" id="{CCCE649A-9FBD-4E7D-921B-CA0C2263A341}"/>
                      </a:ext>
                    </a:extLst>
                  </p:cNvPr>
                  <p:cNvGrpSpPr/>
                  <p:nvPr userDrawn="1"/>
                </p:nvGrpSpPr>
                <p:grpSpPr>
                  <a:xfrm>
                    <a:off x="5388428" y="7173291"/>
                    <a:ext cx="1828800" cy="1828800"/>
                    <a:chOff x="5579044" y="7049770"/>
                    <a:chExt cx="1828800" cy="1828800"/>
                  </a:xfrm>
                </p:grpSpPr>
                <p:grpSp>
                  <p:nvGrpSpPr>
                    <p:cNvPr id="151" name="Group 150">
                      <a:extLst>
                        <a:ext uri="{FF2B5EF4-FFF2-40B4-BE49-F238E27FC236}">
                          <a16:creationId xmlns:a16="http://schemas.microsoft.com/office/drawing/2014/main" xmlns="" id="{992A05A5-83FF-4AE4-B0EF-FE1964334873}"/>
                        </a:ext>
                      </a:extLst>
                    </p:cNvPr>
                    <p:cNvGrpSpPr/>
                    <p:nvPr userDrawn="1"/>
                  </p:nvGrpSpPr>
                  <p:grpSpPr>
                    <a:xfrm>
                      <a:off x="5579044" y="7049770"/>
                      <a:ext cx="1828800" cy="1828800"/>
                      <a:chOff x="5579044" y="7049770"/>
                      <a:chExt cx="1828800" cy="1828800"/>
                    </a:xfrm>
                  </p:grpSpPr>
                  <p:grpSp>
                    <p:nvGrpSpPr>
                      <p:cNvPr id="153" name="Group 152">
                        <a:extLst>
                          <a:ext uri="{FF2B5EF4-FFF2-40B4-BE49-F238E27FC236}">
                            <a16:creationId xmlns:a16="http://schemas.microsoft.com/office/drawing/2014/main" xmlns="" id="{D56D5269-FA99-4E96-A20D-0DE0E3856751}"/>
                          </a:ext>
                        </a:extLst>
                      </p:cNvPr>
                      <p:cNvGrpSpPr/>
                      <p:nvPr userDrawn="1"/>
                    </p:nvGrpSpPr>
                    <p:grpSpPr>
                      <a:xfrm>
                        <a:off x="5579044" y="7049770"/>
                        <a:ext cx="1828800" cy="1828800"/>
                        <a:chOff x="5579044" y="7049770"/>
                        <a:chExt cx="1828800" cy="1828800"/>
                      </a:xfrm>
                    </p:grpSpPr>
                    <p:grpSp>
                      <p:nvGrpSpPr>
                        <p:cNvPr id="155" name="Group 154">
                          <a:extLst>
                            <a:ext uri="{FF2B5EF4-FFF2-40B4-BE49-F238E27FC236}">
                              <a16:creationId xmlns:a16="http://schemas.microsoft.com/office/drawing/2014/main" xmlns="" id="{87498AF2-DD8D-4309-8328-2E756E3C44E8}"/>
                            </a:ext>
                          </a:extLst>
                        </p:cNvPr>
                        <p:cNvGrpSpPr/>
                        <p:nvPr userDrawn="1"/>
                      </p:nvGrpSpPr>
                      <p:grpSpPr>
                        <a:xfrm>
                          <a:off x="5579044" y="7049770"/>
                          <a:ext cx="1828800" cy="1828800"/>
                          <a:chOff x="5579044" y="7049770"/>
                          <a:chExt cx="1828800" cy="1828800"/>
                        </a:xfrm>
                      </p:grpSpPr>
                      <p:sp>
                        <p:nvSpPr>
                          <p:cNvPr id="157" name="Oval 156">
                            <a:extLst>
                              <a:ext uri="{FF2B5EF4-FFF2-40B4-BE49-F238E27FC236}">
                                <a16:creationId xmlns:a16="http://schemas.microsoft.com/office/drawing/2014/main" xmlns="" id="{ACC35BE0-4D6C-4986-AD7D-BD7C1E25B83D}"/>
                              </a:ext>
                            </a:extLst>
                          </p:cNvPr>
                          <p:cNvSpPr/>
                          <p:nvPr userDrawn="1"/>
                        </p:nvSpPr>
                        <p:spPr>
                          <a:xfrm>
                            <a:off x="5579044" y="7049770"/>
                            <a:ext cx="1828800" cy="18288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58" name="Oval 157">
                            <a:extLst>
                              <a:ext uri="{FF2B5EF4-FFF2-40B4-BE49-F238E27FC236}">
                                <a16:creationId xmlns:a16="http://schemas.microsoft.com/office/drawing/2014/main" xmlns="" id="{7B9715F0-8B83-459F-9ABA-77381FF568DF}"/>
                              </a:ext>
                            </a:extLst>
                          </p:cNvPr>
                          <p:cNvSpPr/>
                          <p:nvPr userDrawn="1"/>
                        </p:nvSpPr>
                        <p:spPr>
                          <a:xfrm>
                            <a:off x="5647624" y="7118350"/>
                            <a:ext cx="1691640" cy="16916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6" name="Oval 155">
                          <a:extLst>
                            <a:ext uri="{FF2B5EF4-FFF2-40B4-BE49-F238E27FC236}">
                              <a16:creationId xmlns:a16="http://schemas.microsoft.com/office/drawing/2014/main" xmlns="" id="{27230BAF-E9FF-4746-8F48-B39560E1B202}"/>
                            </a:ext>
                          </a:extLst>
                        </p:cNvPr>
                        <p:cNvSpPr/>
                        <p:nvPr userDrawn="1"/>
                      </p:nvSpPr>
                      <p:spPr>
                        <a:xfrm>
                          <a:off x="5716204" y="7186930"/>
                          <a:ext cx="1554480" cy="15544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4" name="Oval 153">
                        <a:extLst>
                          <a:ext uri="{FF2B5EF4-FFF2-40B4-BE49-F238E27FC236}">
                            <a16:creationId xmlns:a16="http://schemas.microsoft.com/office/drawing/2014/main" xmlns="" id="{1085FE6C-E5E9-494C-8FA8-625B1312B9AA}"/>
                          </a:ext>
                        </a:extLst>
                      </p:cNvPr>
                      <p:cNvSpPr/>
                      <p:nvPr userDrawn="1"/>
                    </p:nvSpPr>
                    <p:spPr>
                      <a:xfrm>
                        <a:off x="5784784" y="7255510"/>
                        <a:ext cx="1417320" cy="14173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2" name="Oval 151">
                      <a:extLst>
                        <a:ext uri="{FF2B5EF4-FFF2-40B4-BE49-F238E27FC236}">
                          <a16:creationId xmlns:a16="http://schemas.microsoft.com/office/drawing/2014/main" xmlns="" id="{B8D77279-E4F6-4D92-9B0B-8D62F9FE1E8F}"/>
                        </a:ext>
                      </a:extLst>
                    </p:cNvPr>
                    <p:cNvSpPr/>
                    <p:nvPr userDrawn="1"/>
                  </p:nvSpPr>
                  <p:spPr>
                    <a:xfrm>
                      <a:off x="5853364" y="7324090"/>
                      <a:ext cx="1280160" cy="12801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0" name="Oval 149">
                    <a:extLst>
                      <a:ext uri="{FF2B5EF4-FFF2-40B4-BE49-F238E27FC236}">
                        <a16:creationId xmlns:a16="http://schemas.microsoft.com/office/drawing/2014/main" xmlns="" id="{E74AC325-3B12-4159-8AED-4E3E710DAEEF}"/>
                      </a:ext>
                    </a:extLst>
                  </p:cNvPr>
                  <p:cNvSpPr/>
                  <p:nvPr userDrawn="1"/>
                </p:nvSpPr>
                <p:spPr>
                  <a:xfrm>
                    <a:off x="5731328" y="7516191"/>
                    <a:ext cx="1143000" cy="11430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8" name="Oval 147">
                  <a:extLst>
                    <a:ext uri="{FF2B5EF4-FFF2-40B4-BE49-F238E27FC236}">
                      <a16:creationId xmlns:a16="http://schemas.microsoft.com/office/drawing/2014/main" xmlns="" id="{EC1B4FD8-2FC5-40DA-8440-404078550805}"/>
                    </a:ext>
                  </a:extLst>
                </p:cNvPr>
                <p:cNvSpPr/>
                <p:nvPr userDrawn="1"/>
              </p:nvSpPr>
              <p:spPr>
                <a:xfrm>
                  <a:off x="5799908" y="7584771"/>
                  <a:ext cx="1005840" cy="10058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2" name="Oval 141">
                <a:extLst>
                  <a:ext uri="{FF2B5EF4-FFF2-40B4-BE49-F238E27FC236}">
                    <a16:creationId xmlns:a16="http://schemas.microsoft.com/office/drawing/2014/main" xmlns="" id="{DDE43C9A-47FE-47FA-B683-4BEFC34DFA56}"/>
                  </a:ext>
                </a:extLst>
              </p:cNvPr>
              <p:cNvSpPr/>
              <p:nvPr userDrawn="1"/>
            </p:nvSpPr>
            <p:spPr>
              <a:xfrm>
                <a:off x="5841984" y="7952850"/>
                <a:ext cx="868680" cy="8686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3" name="Oval 142">
                <a:extLst>
                  <a:ext uri="{FF2B5EF4-FFF2-40B4-BE49-F238E27FC236}">
                    <a16:creationId xmlns:a16="http://schemas.microsoft.com/office/drawing/2014/main" xmlns="" id="{D323EF77-802B-4532-87E0-12D961E906AE}"/>
                  </a:ext>
                </a:extLst>
              </p:cNvPr>
              <p:cNvSpPr/>
              <p:nvPr userDrawn="1"/>
            </p:nvSpPr>
            <p:spPr>
              <a:xfrm>
                <a:off x="5910564" y="8021430"/>
                <a:ext cx="731520" cy="7315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4" name="Oval 143">
                <a:extLst>
                  <a:ext uri="{FF2B5EF4-FFF2-40B4-BE49-F238E27FC236}">
                    <a16:creationId xmlns:a16="http://schemas.microsoft.com/office/drawing/2014/main" xmlns="" id="{5845FD57-5942-47C9-B349-B3937BE5A454}"/>
                  </a:ext>
                </a:extLst>
              </p:cNvPr>
              <p:cNvSpPr/>
              <p:nvPr userDrawn="1"/>
            </p:nvSpPr>
            <p:spPr>
              <a:xfrm>
                <a:off x="5979144" y="8090010"/>
                <a:ext cx="594360" cy="5943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5" name="Oval 144">
                <a:extLst>
                  <a:ext uri="{FF2B5EF4-FFF2-40B4-BE49-F238E27FC236}">
                    <a16:creationId xmlns:a16="http://schemas.microsoft.com/office/drawing/2014/main" xmlns="" id="{7C426FE0-2810-40DD-934D-F291980CBDE9}"/>
                  </a:ext>
                </a:extLst>
              </p:cNvPr>
              <p:cNvSpPr/>
              <p:nvPr userDrawn="1"/>
            </p:nvSpPr>
            <p:spPr>
              <a:xfrm>
                <a:off x="6047724" y="8158590"/>
                <a:ext cx="457200" cy="4572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6" name="Oval 145">
                <a:extLst>
                  <a:ext uri="{FF2B5EF4-FFF2-40B4-BE49-F238E27FC236}">
                    <a16:creationId xmlns:a16="http://schemas.microsoft.com/office/drawing/2014/main" xmlns="" id="{97A62AD5-3E4C-4375-A938-C7DC05A7F250}"/>
                  </a:ext>
                </a:extLst>
              </p:cNvPr>
              <p:cNvSpPr/>
              <p:nvPr userDrawn="1"/>
            </p:nvSpPr>
            <p:spPr>
              <a:xfrm>
                <a:off x="6116304" y="8227170"/>
                <a:ext cx="320040" cy="3200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0" name="Oval 139">
              <a:extLst>
                <a:ext uri="{FF2B5EF4-FFF2-40B4-BE49-F238E27FC236}">
                  <a16:creationId xmlns:a16="http://schemas.microsoft.com/office/drawing/2014/main" xmlns="" id="{2264E16F-857A-4567-9C09-01F8BA03FE22}"/>
                </a:ext>
              </a:extLst>
            </p:cNvPr>
            <p:cNvSpPr/>
            <p:nvPr userDrawn="1"/>
          </p:nvSpPr>
          <p:spPr>
            <a:xfrm>
              <a:off x="6184884" y="8295750"/>
              <a:ext cx="182880" cy="1828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Freeform: Shape 37">
            <a:extLst>
              <a:ext uri="{FF2B5EF4-FFF2-40B4-BE49-F238E27FC236}">
                <a16:creationId xmlns:a16="http://schemas.microsoft.com/office/drawing/2014/main" xmlns="" id="{73657794-F7A3-4030-9C54-38517D2C6C61}"/>
              </a:ext>
            </a:extLst>
          </p:cNvPr>
          <p:cNvSpPr/>
          <p:nvPr userDrawn="1"/>
        </p:nvSpPr>
        <p:spPr>
          <a:xfrm>
            <a:off x="0" y="2025665"/>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xmlns="" id="{EA65556A-38A5-4BA5-9A40-33F02F960B1E}"/>
              </a:ext>
            </a:extLst>
          </p:cNvPr>
          <p:cNvSpPr/>
          <p:nvPr userDrawn="1"/>
        </p:nvSpPr>
        <p:spPr>
          <a:xfrm>
            <a:off x="2033943"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xmlns="" id="{37900790-71B8-45C8-9B6D-07E23CEA7632}"/>
              </a:ext>
            </a:extLst>
          </p:cNvPr>
          <p:cNvSpPr/>
          <p:nvPr userDrawn="1"/>
        </p:nvSpPr>
        <p:spPr>
          <a:xfrm>
            <a:off x="202996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328AC969-4FA2-44AD-A273-2A0B7839749F}"/>
              </a:ext>
            </a:extLst>
          </p:cNvPr>
          <p:cNvSpPr/>
          <p:nvPr userDrawn="1"/>
        </p:nvSpPr>
        <p:spPr>
          <a:xfrm>
            <a:off x="6101628" y="4053385"/>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xmlns="" id="{91CB31D0-C621-4EF7-AE25-5C3BCD5882C9}"/>
              </a:ext>
            </a:extLst>
          </p:cNvPr>
          <p:cNvPicPr>
            <a:picLocks noChangeAspect="1"/>
          </p:cNvPicPr>
          <p:nvPr userDrawn="1"/>
        </p:nvPicPr>
        <p:blipFill>
          <a:blip r:embed="rId8">
            <a:extLst>
              <a:ext uri="{96DAC541-7B7A-43D3-8B79-37D633B846F1}">
                <asvg:svgBlip xmlns:asvg="http://schemas.microsoft.com/office/drawing/2016/SVG/main" xmlns="" r:embed="rId9"/>
              </a:ext>
            </a:extLst>
          </a:blip>
          <a:stretch>
            <a:fillRect/>
          </a:stretch>
        </p:blipFill>
        <p:spPr>
          <a:xfrm>
            <a:off x="4068239" y="2029625"/>
            <a:ext cx="2029878" cy="2023760"/>
          </a:xfrm>
          <a:prstGeom prst="rect">
            <a:avLst/>
          </a:prstGeom>
        </p:spPr>
      </p:pic>
      <p:pic>
        <p:nvPicPr>
          <p:cNvPr id="69" name="Graphic 68">
            <a:extLst>
              <a:ext uri="{FF2B5EF4-FFF2-40B4-BE49-F238E27FC236}">
                <a16:creationId xmlns:a16="http://schemas.microsoft.com/office/drawing/2014/main" xmlns="" id="{B2CC2F02-F98F-4E69-AA01-CCF96A602E1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064220" y="4055808"/>
            <a:ext cx="2029968" cy="2029968"/>
          </a:xfrm>
          <a:prstGeom prst="rect">
            <a:avLst/>
          </a:prstGeom>
        </p:spPr>
      </p:pic>
      <p:sp>
        <p:nvSpPr>
          <p:cNvPr id="8" name="Rectangle 9">
            <a:extLst>
              <a:ext uri="{FF2B5EF4-FFF2-40B4-BE49-F238E27FC236}">
                <a16:creationId xmlns:a16="http://schemas.microsoft.com/office/drawing/2014/main" xmlns="" id="{FE05B395-CB62-452B-A84F-936AD8EDDA92}"/>
              </a:ext>
            </a:extLst>
          </p:cNvPr>
          <p:cNvSpPr/>
          <p:nvPr userDrawn="1"/>
        </p:nvSpPr>
        <p:spPr>
          <a:xfrm>
            <a:off x="4058754"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xmlns="" id="{2622C30D-68C5-43FD-997F-CFD4DD72E164}"/>
              </a:ext>
            </a:extLst>
          </p:cNvPr>
          <p:cNvPicPr>
            <a:picLocks noChangeAspect="1"/>
          </p:cNvPicPr>
          <p:nvPr userDrawn="1"/>
        </p:nvPicPr>
        <p:blipFill>
          <a:blip r:embed="rId10">
            <a:extLst>
              <a:ext uri="{96DAC541-7B7A-43D3-8B79-37D633B846F1}">
                <asvg:svgBlip xmlns:asvg="http://schemas.microsoft.com/office/drawing/2016/SVG/main" xmlns="" r:embed="rId11"/>
              </a:ext>
            </a:extLst>
          </a:blip>
          <a:stretch>
            <a:fillRect/>
          </a:stretch>
        </p:blipFill>
        <p:spPr>
          <a:xfrm rot="5400000">
            <a:off x="4074136"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xmlns="" id="{AC3CDBDC-6EB4-4B7D-A9F6-4CFA748349B5}"/>
              </a:ext>
            </a:extLst>
          </p:cNvPr>
          <p:cNvPicPr>
            <a:picLocks noChangeAspect="1"/>
          </p:cNvPicPr>
          <p:nvPr userDrawn="1"/>
        </p:nvPicPr>
        <p:blipFill>
          <a:blip r:embed="rId12" cstate="screen">
            <a:extLst>
              <a:ext uri="{28A0092B-C50C-407E-A947-70E740481C1C}">
                <a14:useLocalDpi xmlns:a14="http://schemas.microsoft.com/office/drawing/2010/main" val="0"/>
              </a:ext>
            </a:extLst>
          </a:blip>
          <a:stretch>
            <a:fillRect/>
          </a:stretch>
        </p:blipFill>
        <p:spPr>
          <a:xfrm>
            <a:off x="2031592" y="3062893"/>
            <a:ext cx="2019299" cy="999451"/>
          </a:xfrm>
          <a:prstGeom prst="rect">
            <a:avLst/>
          </a:prstGeom>
        </p:spPr>
      </p:pic>
      <p:grpSp>
        <p:nvGrpSpPr>
          <p:cNvPr id="162" name="Group 161">
            <a:extLst>
              <a:ext uri="{FF2B5EF4-FFF2-40B4-BE49-F238E27FC236}">
                <a16:creationId xmlns:a16="http://schemas.microsoft.com/office/drawing/2014/main" xmlns="" id="{34457344-691C-417A-9C29-5AD8ABC43E5A}"/>
              </a:ext>
            </a:extLst>
          </p:cNvPr>
          <p:cNvGrpSpPr/>
          <p:nvPr userDrawn="1"/>
        </p:nvGrpSpPr>
        <p:grpSpPr>
          <a:xfrm>
            <a:off x="2034619" y="4836676"/>
            <a:ext cx="1965960" cy="1965960"/>
            <a:chOff x="5361924" y="7472790"/>
            <a:chExt cx="1828800" cy="1828800"/>
          </a:xfrm>
        </p:grpSpPr>
        <p:grpSp>
          <p:nvGrpSpPr>
            <p:cNvPr id="163" name="Group 162">
              <a:extLst>
                <a:ext uri="{FF2B5EF4-FFF2-40B4-BE49-F238E27FC236}">
                  <a16:creationId xmlns:a16="http://schemas.microsoft.com/office/drawing/2014/main" xmlns=""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xmlns=""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xmlns=""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xmlns=""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xmlns=""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xmlns=""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xmlns=""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xmlns=""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xmlns=""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xmlns=""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xmlns=""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xmlns=""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xmlns=""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xmlns=""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xmlns=""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xmlns=""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xmlns=""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xmlns=""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xmlns=""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xmlns=""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xmlns="" id="{75F20D6C-6085-4D3F-9186-6895908C97B9}"/>
              </a:ext>
            </a:extLst>
          </p:cNvPr>
          <p:cNvSpPr/>
          <p:nvPr userDrawn="1"/>
        </p:nvSpPr>
        <p:spPr>
          <a:xfrm rot="16200000">
            <a:off x="2537077"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xmlns="" id="{BC56BE23-DE49-4D55-A6A0-DFE2A870120D}"/>
              </a:ext>
            </a:extLst>
          </p:cNvPr>
          <p:cNvSpPr/>
          <p:nvPr userDrawn="1"/>
        </p:nvSpPr>
        <p:spPr>
          <a:xfrm>
            <a:off x="4058844"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Date Placeholder 3">
            <a:extLst>
              <a:ext uri="{FF2B5EF4-FFF2-40B4-BE49-F238E27FC236}">
                <a16:creationId xmlns:a16="http://schemas.microsoft.com/office/drawing/2014/main" xmlns="" id="{2837477B-3D20-4982-86AF-91100FE408D3}"/>
              </a:ext>
            </a:extLst>
          </p:cNvPr>
          <p:cNvSpPr>
            <a:spLocks noGrp="1"/>
          </p:cNvSpPr>
          <p:nvPr>
            <p:ph type="dt" sz="half" idx="10"/>
          </p:nvPr>
        </p:nvSpPr>
        <p:spPr>
          <a:xfrm>
            <a:off x="7519822" y="6353175"/>
            <a:ext cx="1097280" cy="365125"/>
          </a:xfrm>
        </p:spPr>
        <p:txBody>
          <a:bodyPr/>
          <a:lstStyle>
            <a:lvl1pPr>
              <a:defRPr>
                <a:solidFill>
                  <a:schemeClr val="bg1"/>
                </a:solidFill>
              </a:defRPr>
            </a:lvl1pPr>
          </a:lstStyle>
          <a:p>
            <a:r>
              <a:rPr lang="en-US" dirty="0"/>
              <a:t>20XX</a:t>
            </a:r>
          </a:p>
        </p:txBody>
      </p:sp>
      <p:sp>
        <p:nvSpPr>
          <p:cNvPr id="193" name="Footer Placeholder 4">
            <a:extLst>
              <a:ext uri="{FF2B5EF4-FFF2-40B4-BE49-F238E27FC236}">
                <a16:creationId xmlns:a16="http://schemas.microsoft.com/office/drawing/2014/main" xmlns=""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dirty="0"/>
              <a:t>Pitch deck title</a:t>
            </a:r>
          </a:p>
        </p:txBody>
      </p:sp>
      <p:sp>
        <p:nvSpPr>
          <p:cNvPr id="194" name="Slide Number Placeholder 5">
            <a:extLst>
              <a:ext uri="{FF2B5EF4-FFF2-40B4-BE49-F238E27FC236}">
                <a16:creationId xmlns:a16="http://schemas.microsoft.com/office/drawing/2014/main" xmlns="" id="{FB77B535-C760-4E32-8A7E-BF9AD08BBC39}"/>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75" name="Oval 74">
            <a:extLst>
              <a:ext uri="{FF2B5EF4-FFF2-40B4-BE49-F238E27FC236}">
                <a16:creationId xmlns:a16="http://schemas.microsoft.com/office/drawing/2014/main" xmlns="" id="{BCF3BD55-FF25-4CA9-8016-81AEB8AA43E8}"/>
              </a:ext>
            </a:extLst>
          </p:cNvPr>
          <p:cNvSpPr/>
          <p:nvPr userDrawn="1"/>
        </p:nvSpPr>
        <p:spPr>
          <a:xfrm>
            <a:off x="5868264"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xmlns="" id="{DE09EA6C-7AC2-47BE-95B8-4D3412867BA5}"/>
              </a:ext>
            </a:extLst>
          </p:cNvPr>
          <p:cNvCxnSpPr>
            <a:cxnSpLocks/>
            <a:stCxn id="38" idx="4"/>
          </p:cNvCxnSpPr>
          <p:nvPr userDrawn="1"/>
        </p:nvCxnSpPr>
        <p:spPr>
          <a:xfrm flipV="1">
            <a:off x="0" y="1991841"/>
            <a:ext cx="5931799"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xmlns="">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 layout with icon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ACA106-0FC3-4FE9-9338-4AC3D15608E5}"/>
              </a:ext>
            </a:extLst>
          </p:cNvPr>
          <p:cNvSpPr>
            <a:spLocks noGrp="1"/>
          </p:cNvSpPr>
          <p:nvPr>
            <p:ph type="title" hasCustomPrompt="1"/>
          </p:nvPr>
        </p:nvSpPr>
        <p:spPr>
          <a:xfrm>
            <a:off x="1552574" y="896112"/>
            <a:ext cx="9725026" cy="1325880"/>
          </a:xfrm>
        </p:spPr>
        <p:txBody>
          <a:bodyPr anchor="t" anchorCtr="0"/>
          <a:lstStyle>
            <a:lvl1pPr>
              <a:defRPr cap="all" baseline="0">
                <a:solidFill>
                  <a:schemeClr val="accent1"/>
                </a:solidFill>
              </a:defRPr>
            </a:lvl1pPr>
          </a:lstStyle>
          <a:p>
            <a:r>
              <a:rPr lang="en-US" dirty="0"/>
              <a:t>CLICK TO ADD TITLE</a:t>
            </a:r>
          </a:p>
        </p:txBody>
      </p:sp>
      <p:sp>
        <p:nvSpPr>
          <p:cNvPr id="60" name="Online Image Placeholder 59">
            <a:extLst>
              <a:ext uri="{FF2B5EF4-FFF2-40B4-BE49-F238E27FC236}">
                <a16:creationId xmlns:a16="http://schemas.microsoft.com/office/drawing/2014/main" xmlns="" id="{F2FF0A87-B95D-4E75-86C6-E701CBFD4305}"/>
              </a:ext>
            </a:extLst>
          </p:cNvPr>
          <p:cNvSpPr>
            <a:spLocks noGrp="1"/>
          </p:cNvSpPr>
          <p:nvPr>
            <p:ph type="clipArt" sz="quarter" idx="18"/>
          </p:nvPr>
        </p:nvSpPr>
        <p:spPr>
          <a:xfrm>
            <a:off x="2469641" y="2184400"/>
            <a:ext cx="914400" cy="914400"/>
          </a:xfrm>
        </p:spPr>
        <p:txBody>
          <a:bodyPr>
            <a:normAutofit/>
          </a:bodyPr>
          <a:lstStyle>
            <a:lvl1pPr>
              <a:defRPr sz="1200"/>
            </a:lvl1pPr>
          </a:lstStyle>
          <a:p>
            <a:endParaRPr lang="en-US" dirty="0"/>
          </a:p>
        </p:txBody>
      </p:sp>
      <p:sp>
        <p:nvSpPr>
          <p:cNvPr id="61" name="Online Image Placeholder 59">
            <a:extLst>
              <a:ext uri="{FF2B5EF4-FFF2-40B4-BE49-F238E27FC236}">
                <a16:creationId xmlns:a16="http://schemas.microsoft.com/office/drawing/2014/main" xmlns="" id="{EFF0D2F8-0092-4566-A98C-DE7F11F1CC35}"/>
              </a:ext>
            </a:extLst>
          </p:cNvPr>
          <p:cNvSpPr>
            <a:spLocks noGrp="1"/>
          </p:cNvSpPr>
          <p:nvPr>
            <p:ph type="clipArt" sz="quarter" idx="19"/>
          </p:nvPr>
        </p:nvSpPr>
        <p:spPr>
          <a:xfrm>
            <a:off x="5960930" y="2184654"/>
            <a:ext cx="914400" cy="914400"/>
          </a:xfrm>
        </p:spPr>
        <p:txBody>
          <a:bodyPr>
            <a:normAutofit/>
          </a:bodyPr>
          <a:lstStyle>
            <a:lvl1pPr>
              <a:defRPr sz="1200"/>
            </a:lvl1pPr>
          </a:lstStyle>
          <a:p>
            <a:endParaRPr lang="en-US" dirty="0"/>
          </a:p>
        </p:txBody>
      </p:sp>
      <p:sp>
        <p:nvSpPr>
          <p:cNvPr id="62" name="Online Image Placeholder 59">
            <a:extLst>
              <a:ext uri="{FF2B5EF4-FFF2-40B4-BE49-F238E27FC236}">
                <a16:creationId xmlns:a16="http://schemas.microsoft.com/office/drawing/2014/main" xmlns="" id="{C673B15F-D120-4C48-8834-4E87C6CCDE2C}"/>
              </a:ext>
            </a:extLst>
          </p:cNvPr>
          <p:cNvSpPr>
            <a:spLocks noGrp="1"/>
          </p:cNvSpPr>
          <p:nvPr>
            <p:ph type="clipArt" sz="quarter" idx="20"/>
          </p:nvPr>
        </p:nvSpPr>
        <p:spPr>
          <a:xfrm>
            <a:off x="9439445" y="2184400"/>
            <a:ext cx="914400" cy="914400"/>
          </a:xfrm>
        </p:spPr>
        <p:txBody>
          <a:bodyPr>
            <a:normAutofit/>
          </a:bodyPr>
          <a:lstStyle>
            <a:lvl1pPr>
              <a:defRPr sz="1200"/>
            </a:lvl1pPr>
          </a:lstStyle>
          <a:p>
            <a:endParaRPr lang="en-US" dirty="0"/>
          </a:p>
        </p:txBody>
      </p:sp>
      <p:sp>
        <p:nvSpPr>
          <p:cNvPr id="17" name="Text Placeholder 2">
            <a:extLst>
              <a:ext uri="{FF2B5EF4-FFF2-40B4-BE49-F238E27FC236}">
                <a16:creationId xmlns:a16="http://schemas.microsoft.com/office/drawing/2014/main" xmlns="" id="{52AD81DC-207F-4541-B02D-802D3D5B2813}"/>
              </a:ext>
            </a:extLst>
          </p:cNvPr>
          <p:cNvSpPr>
            <a:spLocks noGrp="1"/>
          </p:cNvSpPr>
          <p:nvPr>
            <p:ph type="body" idx="13" hasCustomPrompt="1"/>
          </p:nvPr>
        </p:nvSpPr>
        <p:spPr>
          <a:xfrm>
            <a:off x="1555241" y="3366741"/>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xmlns="" id="{02BF6510-D603-481E-B685-9095150A2891}"/>
              </a:ext>
            </a:extLst>
          </p:cNvPr>
          <p:cNvSpPr>
            <a:spLocks noGrp="1"/>
          </p:cNvSpPr>
          <p:nvPr>
            <p:ph sz="half" idx="1"/>
          </p:nvPr>
        </p:nvSpPr>
        <p:spPr>
          <a:xfrm>
            <a:off x="1555241" y="3901419"/>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2">
            <a:extLst>
              <a:ext uri="{FF2B5EF4-FFF2-40B4-BE49-F238E27FC236}">
                <a16:creationId xmlns:a16="http://schemas.microsoft.com/office/drawing/2014/main" xmlns="" id="{D13E526C-A314-4221-BF6F-A27491DFB8F8}"/>
              </a:ext>
            </a:extLst>
          </p:cNvPr>
          <p:cNvSpPr>
            <a:spLocks noGrp="1"/>
          </p:cNvSpPr>
          <p:nvPr>
            <p:ph type="body" idx="15" hasCustomPrompt="1"/>
          </p:nvPr>
        </p:nvSpPr>
        <p:spPr>
          <a:xfrm>
            <a:off x="5046530" y="3359890"/>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16" name="Content Placeholder 2">
            <a:extLst>
              <a:ext uri="{FF2B5EF4-FFF2-40B4-BE49-F238E27FC236}">
                <a16:creationId xmlns:a16="http://schemas.microsoft.com/office/drawing/2014/main" xmlns="" id="{F8BF0048-EF4E-483F-8467-041ED0818280}"/>
              </a:ext>
            </a:extLst>
          </p:cNvPr>
          <p:cNvSpPr>
            <a:spLocks noGrp="1"/>
          </p:cNvSpPr>
          <p:nvPr>
            <p:ph sz="half" idx="14"/>
          </p:nvPr>
        </p:nvSpPr>
        <p:spPr>
          <a:xfrm>
            <a:off x="5046530" y="3894568"/>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xmlns="" id="{F7289E8E-D34A-4BA8-A21D-2D40A211CB9B}"/>
              </a:ext>
            </a:extLst>
          </p:cNvPr>
          <p:cNvSpPr>
            <a:spLocks noGrp="1"/>
          </p:cNvSpPr>
          <p:nvPr>
            <p:ph type="body" sz="quarter" idx="3" hasCustomPrompt="1"/>
          </p:nvPr>
        </p:nvSpPr>
        <p:spPr>
          <a:xfrm>
            <a:off x="8525045" y="3364836"/>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xmlns="" id="{9A743757-ABC3-44BF-87D3-5E323E9B00D9}"/>
              </a:ext>
            </a:extLst>
          </p:cNvPr>
          <p:cNvSpPr>
            <a:spLocks noGrp="1"/>
          </p:cNvSpPr>
          <p:nvPr>
            <p:ph sz="half" idx="2"/>
          </p:nvPr>
        </p:nvSpPr>
        <p:spPr>
          <a:xfrm>
            <a:off x="8525045" y="3901419"/>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xmlns="" id="{4F4AB913-E6BC-42AA-956F-BE8B54570B15}"/>
              </a:ext>
              <a:ext uri="{C183D7F6-B498-43B3-948B-1728B52AA6E4}">
                <adec:decorative xmlns:adec="http://schemas.microsoft.com/office/drawing/2017/decorative" xmlns="" val="1"/>
              </a:ext>
            </a:extLst>
          </p:cNvPr>
          <p:cNvGrpSpPr/>
          <p:nvPr userDrawn="1"/>
        </p:nvGrpSpPr>
        <p:grpSpPr>
          <a:xfrm>
            <a:off x="-1000" y="0"/>
            <a:ext cx="1015984" cy="6858000"/>
            <a:chOff x="-1000" y="0"/>
            <a:chExt cx="1015984" cy="6858000"/>
          </a:xfrm>
        </p:grpSpPr>
        <p:sp>
          <p:nvSpPr>
            <p:cNvPr id="13" name="Rectangle 12">
              <a:extLst>
                <a:ext uri="{FF2B5EF4-FFF2-40B4-BE49-F238E27FC236}">
                  <a16:creationId xmlns:a16="http://schemas.microsoft.com/office/drawing/2014/main" xmlns="" id="{39C870B4-B099-4311-A8C7-2C72CD4D74E5}"/>
                </a:ext>
                <a:ext uri="{C183D7F6-B498-43B3-948B-1728B52AA6E4}">
                  <adec:decorative xmlns:adec="http://schemas.microsoft.com/office/drawing/2017/decorative" xmlns="" val="1"/>
                </a:ext>
              </a:extLst>
            </p:cNvPr>
            <p:cNvSpPr/>
            <p:nvPr userDrawn="1"/>
          </p:nvSpPr>
          <p:spPr>
            <a:xfrm>
              <a:off x="0" y="4828032"/>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40BFE83D-371B-498A-B5E9-347973288684}"/>
                </a:ext>
                <a:ext uri="{C183D7F6-B498-43B3-948B-1728B52AA6E4}">
                  <adec:decorative xmlns:adec="http://schemas.microsoft.com/office/drawing/2017/decorative" xmlns=""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9866C73-B970-43C4-A474-D1203C4A3343}"/>
                </a:ext>
                <a:ext uri="{C183D7F6-B498-43B3-948B-1728B52AA6E4}">
                  <adec:decorative xmlns:adec="http://schemas.microsoft.com/office/drawing/2017/decorative" xmlns=""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xmlns="" id="{C0C1F8BB-C13B-4B90-91D2-C95CB1363F08}"/>
                </a:ext>
                <a:ext uri="{C183D7F6-B498-43B3-948B-1728B52AA6E4}">
                  <adec:decorative xmlns:adec="http://schemas.microsoft.com/office/drawing/2017/decorative" xmlns=""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23" name="Rectangle 22">
              <a:extLst>
                <a:ext uri="{FF2B5EF4-FFF2-40B4-BE49-F238E27FC236}">
                  <a16:creationId xmlns:a16="http://schemas.microsoft.com/office/drawing/2014/main" xmlns="" id="{266F531E-E93E-4E5C-9674-1B9C610CDF5F}"/>
                </a:ext>
                <a:ext uri="{C183D7F6-B498-43B3-948B-1728B52AA6E4}">
                  <adec:decorative xmlns:adec="http://schemas.microsoft.com/office/drawing/2017/decorative" xmlns=""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xmlns="" id="{3E3AD939-EB0C-4B1E-9A4E-04D6BE504D40}"/>
                </a:ext>
                <a:ext uri="{C183D7F6-B498-43B3-948B-1728B52AA6E4}">
                  <adec:decorative xmlns:adec="http://schemas.microsoft.com/office/drawing/2017/decorative" xmlns=""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3" name="Graphic 52">
              <a:extLst>
                <a:ext uri="{FF2B5EF4-FFF2-40B4-BE49-F238E27FC236}">
                  <a16:creationId xmlns:a16="http://schemas.microsoft.com/office/drawing/2014/main" xmlns="" id="{0C939296-0EC5-4504-B10B-2AA1A2F60A91}"/>
                </a:ext>
                <a:ext uri="{C183D7F6-B498-43B3-948B-1728B52AA6E4}">
                  <adec:decorative xmlns:adec="http://schemas.microsoft.com/office/drawing/2017/decorative" xmlns="" val="1"/>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rot="5400000">
              <a:off x="-457200" y="5380762"/>
              <a:ext cx="1828800" cy="914400"/>
            </a:xfrm>
            <a:prstGeom prst="rect">
              <a:avLst/>
            </a:prstGeom>
          </p:spPr>
        </p:pic>
      </p:grpSp>
      <p:sp>
        <p:nvSpPr>
          <p:cNvPr id="63" name="Date Placeholder 3">
            <a:extLst>
              <a:ext uri="{FF2B5EF4-FFF2-40B4-BE49-F238E27FC236}">
                <a16:creationId xmlns:a16="http://schemas.microsoft.com/office/drawing/2014/main" xmlns="" id="{834AD064-B2F1-4462-89CD-E6E2F6B06EA2}"/>
              </a:ext>
            </a:extLst>
          </p:cNvPr>
          <p:cNvSpPr>
            <a:spLocks noGrp="1"/>
          </p:cNvSpPr>
          <p:nvPr>
            <p:ph type="dt" sz="half" idx="10"/>
          </p:nvPr>
        </p:nvSpPr>
        <p:spPr>
          <a:xfrm>
            <a:off x="1554480" y="6353175"/>
            <a:ext cx="1097280" cy="365125"/>
          </a:xfrm>
        </p:spPr>
        <p:txBody>
          <a:bodyPr/>
          <a:lstStyle>
            <a:lvl1pPr>
              <a:defRPr>
                <a:solidFill>
                  <a:schemeClr val="tx1">
                    <a:lumMod val="75000"/>
                    <a:lumOff val="25000"/>
                  </a:schemeClr>
                </a:solidFill>
              </a:defRPr>
            </a:lvl1pPr>
          </a:lstStyle>
          <a:p>
            <a:r>
              <a:rPr lang="en-US" dirty="0"/>
              <a:t>20XX</a:t>
            </a:r>
          </a:p>
        </p:txBody>
      </p:sp>
      <p:sp>
        <p:nvSpPr>
          <p:cNvPr id="64" name="Footer Placeholder 4">
            <a:extLst>
              <a:ext uri="{FF2B5EF4-FFF2-40B4-BE49-F238E27FC236}">
                <a16:creationId xmlns:a16="http://schemas.microsoft.com/office/drawing/2014/main" xmlns="" id="{201E0480-817D-41A9-8CC8-A0AFF1B9B41C}"/>
              </a:ext>
            </a:extLst>
          </p:cNvPr>
          <p:cNvSpPr>
            <a:spLocks noGrp="1"/>
          </p:cNvSpPr>
          <p:nvPr>
            <p:ph type="ftr" sz="quarter" idx="11"/>
          </p:nvPr>
        </p:nvSpPr>
        <p:spPr>
          <a:xfrm>
            <a:off x="574452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65" name="Slide Number Placeholder 5">
            <a:extLst>
              <a:ext uri="{FF2B5EF4-FFF2-40B4-BE49-F238E27FC236}">
                <a16:creationId xmlns:a16="http://schemas.microsoft.com/office/drawing/2014/main" xmlns="" id="{01D21600-5A92-452F-96FB-F6BC365A44BB}"/>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31323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3044952" y="898524"/>
            <a:ext cx="8232648" cy="1325880"/>
          </a:xfrm>
        </p:spPr>
        <p:txBody>
          <a:bodyPr anchor="t" anchorCtr="0"/>
          <a:lstStyle>
            <a:lvl1pPr>
              <a:defRPr cap="all" baseline="0">
                <a:solidFill>
                  <a:schemeClr val="accent1"/>
                </a:solidFill>
              </a:defRPr>
            </a:lvl1pPr>
          </a:lstStyle>
          <a:p>
            <a:r>
              <a:rPr lang="en-US" dirty="0"/>
              <a:t>CLICK TO ADD TITLE</a:t>
            </a:r>
          </a:p>
        </p:txBody>
      </p:sp>
      <p:grpSp>
        <p:nvGrpSpPr>
          <p:cNvPr id="3" name="Group 2">
            <a:extLst>
              <a:ext uri="{FF2B5EF4-FFF2-40B4-BE49-F238E27FC236}">
                <a16:creationId xmlns:a16="http://schemas.microsoft.com/office/drawing/2014/main" xmlns="" id="{11529D7C-E220-400B-93DB-76E3FF912E01}"/>
              </a:ext>
              <a:ext uri="{C183D7F6-B498-43B3-948B-1728B52AA6E4}">
                <adec:decorative xmlns:adec="http://schemas.microsoft.com/office/drawing/2017/decorative" xmlns="" val="1"/>
              </a:ext>
            </a:extLst>
          </p:cNvPr>
          <p:cNvGrpSpPr/>
          <p:nvPr userDrawn="1"/>
        </p:nvGrpSpPr>
        <p:grpSpPr>
          <a:xfrm>
            <a:off x="0" y="0"/>
            <a:ext cx="2160614" cy="6858000"/>
            <a:chOff x="0" y="0"/>
            <a:chExt cx="2160614" cy="6858000"/>
          </a:xfrm>
        </p:grpSpPr>
        <p:sp>
          <p:nvSpPr>
            <p:cNvPr id="7" name="Rectangle 6">
              <a:extLst>
                <a:ext uri="{FF2B5EF4-FFF2-40B4-BE49-F238E27FC236}">
                  <a16:creationId xmlns:a16="http://schemas.microsoft.com/office/drawing/2014/main" xmlns="" id="{E557D1F3-8C55-47FE-B39A-86D30F8FFEA1}"/>
                </a:ext>
              </a:extLst>
            </p:cNvPr>
            <p:cNvSpPr/>
            <p:nvPr userDrawn="1"/>
          </p:nvSpPr>
          <p:spPr>
            <a:xfrm>
              <a:off x="0" y="0"/>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xmlns="" id="{F4EB6F2E-2621-4EB5-A04D-906FD08CED87}"/>
                </a:ext>
              </a:extLst>
            </p:cNvPr>
            <p:cNvSpPr/>
            <p:nvPr userDrawn="1"/>
          </p:nvSpPr>
          <p:spPr>
            <a:xfrm flipH="1">
              <a:off x="0" y="4828032"/>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Graphic 35">
              <a:extLst>
                <a:ext uri="{FF2B5EF4-FFF2-40B4-BE49-F238E27FC236}">
                  <a16:creationId xmlns:a16="http://schemas.microsoft.com/office/drawing/2014/main" xmlns="" id="{6529D2A7-ABB3-4E2D-88CA-F813997011F5}"/>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0" y="13172"/>
              <a:ext cx="2029968" cy="2029968"/>
            </a:xfrm>
            <a:prstGeom prst="rect">
              <a:avLst/>
            </a:prstGeom>
          </p:spPr>
        </p:pic>
        <p:pic>
          <p:nvPicPr>
            <p:cNvPr id="38" name="Graphic 37">
              <a:extLst>
                <a:ext uri="{FF2B5EF4-FFF2-40B4-BE49-F238E27FC236}">
                  <a16:creationId xmlns:a16="http://schemas.microsoft.com/office/drawing/2014/main" xmlns="" id="{051ECE99-ACA6-46AF-98D5-81FBD3F834AC}"/>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4828032"/>
              <a:ext cx="2029968" cy="2029968"/>
            </a:xfrm>
            <a:prstGeom prst="rect">
              <a:avLst/>
            </a:prstGeom>
          </p:spPr>
        </p:pic>
        <p:sp>
          <p:nvSpPr>
            <p:cNvPr id="39" name="Rectangle 38">
              <a:extLst>
                <a:ext uri="{FF2B5EF4-FFF2-40B4-BE49-F238E27FC236}">
                  <a16:creationId xmlns:a16="http://schemas.microsoft.com/office/drawing/2014/main" xmlns="" id="{9837D25D-BADF-40E0-B7F9-1288B53AA656}"/>
                </a:ext>
              </a:extLst>
            </p:cNvPr>
            <p:cNvSpPr/>
            <p:nvPr userDrawn="1"/>
          </p:nvSpPr>
          <p:spPr>
            <a:xfrm flipH="1">
              <a:off x="0" y="1995685"/>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xmlns="" id="{3A847BA4-24DF-47BE-BE28-02415C2A2D3C}"/>
                </a:ext>
              </a:extLst>
            </p:cNvPr>
            <p:cNvGrpSpPr/>
            <p:nvPr userDrawn="1"/>
          </p:nvGrpSpPr>
          <p:grpSpPr>
            <a:xfrm>
              <a:off x="56351" y="2064569"/>
              <a:ext cx="1920240" cy="1920240"/>
              <a:chOff x="5361924" y="7472790"/>
              <a:chExt cx="1828800" cy="1828800"/>
            </a:xfrm>
          </p:grpSpPr>
          <p:grpSp>
            <p:nvGrpSpPr>
              <p:cNvPr id="41" name="Group 40">
                <a:extLst>
                  <a:ext uri="{FF2B5EF4-FFF2-40B4-BE49-F238E27FC236}">
                    <a16:creationId xmlns:a16="http://schemas.microsoft.com/office/drawing/2014/main" xmlns=""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xmlns=""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xmlns=""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xmlns=""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xmlns=""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xmlns=""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xmlns=""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xmlns=""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xmlns=""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xmlns=""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xmlns=""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xmlns=""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xmlns=""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xmlns=""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xmlns=""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xmlns=""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xmlns=""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xmlns=""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xmlns=""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xmlns=""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xmlns="" id="{D1189D1C-85ED-4EF1-A384-7C4590ED50FD}"/>
                </a:ext>
              </a:extLst>
            </p:cNvPr>
            <p:cNvSpPr/>
            <p:nvPr userDrawn="1"/>
          </p:nvSpPr>
          <p:spPr>
            <a:xfrm>
              <a:off x="0" y="4022308"/>
              <a:ext cx="2033751" cy="805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xmlns="" id="{445306C5-E470-4A93-9C9F-5D066F760D16}"/>
                </a:ext>
              </a:extLst>
            </p:cNvPr>
            <p:cNvSpPr/>
            <p:nvPr userDrawn="1"/>
          </p:nvSpPr>
          <p:spPr>
            <a:xfrm>
              <a:off x="0" y="2065206"/>
              <a:ext cx="1014984" cy="192024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xmlns="" id="{B31C374B-40F2-4B1E-A9D8-6E5C932FF170}"/>
                </a:ext>
              </a:extLst>
            </p:cNvPr>
            <p:cNvCxnSpPr>
              <a:cxnSpLocks/>
              <a:endCxn id="64" idx="6"/>
            </p:cNvCxnSpPr>
            <p:nvPr userDrawn="1"/>
          </p:nvCxnSpPr>
          <p:spPr>
            <a:xfrm>
              <a:off x="0" y="2008397"/>
              <a:ext cx="2160614"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xmlns="" id="{1C668341-39BE-4448-B29D-2594AE6D75C2}"/>
                </a:ext>
              </a:extLst>
            </p:cNvPr>
            <p:cNvSpPr/>
            <p:nvPr userDrawn="1"/>
          </p:nvSpPr>
          <p:spPr>
            <a:xfrm>
              <a:off x="1886294"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Text Placeholder 2">
            <a:extLst>
              <a:ext uri="{FF2B5EF4-FFF2-40B4-BE49-F238E27FC236}">
                <a16:creationId xmlns:a16="http://schemas.microsoft.com/office/drawing/2014/main" xmlns="" id="{7FB5CF9E-DFF1-49F6-9EF8-EDA1F1E293C7}"/>
              </a:ext>
            </a:extLst>
          </p:cNvPr>
          <p:cNvSpPr>
            <a:spLocks noGrp="1"/>
          </p:cNvSpPr>
          <p:nvPr>
            <p:ph type="body" idx="13" hasCustomPrompt="1"/>
          </p:nvPr>
        </p:nvSpPr>
        <p:spPr>
          <a:xfrm>
            <a:off x="3044952"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Text Placeholder 3">
            <a:extLst>
              <a:ext uri="{FF2B5EF4-FFF2-40B4-BE49-F238E27FC236}">
                <a16:creationId xmlns:a16="http://schemas.microsoft.com/office/drawing/2014/main" xmlns="" id="{5C2828A1-5E2B-4E4E-A1F7-2C356780F547}"/>
              </a:ext>
            </a:extLst>
          </p:cNvPr>
          <p:cNvSpPr>
            <a:spLocks noGrp="1"/>
          </p:cNvSpPr>
          <p:nvPr>
            <p:ph type="body" sz="quarter" idx="16"/>
          </p:nvPr>
        </p:nvSpPr>
        <p:spPr>
          <a:xfrm>
            <a:off x="3048000"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dirty="0"/>
              <a:t>Click to edit Master text styles</a:t>
            </a:r>
          </a:p>
        </p:txBody>
      </p:sp>
      <p:sp>
        <p:nvSpPr>
          <p:cNvPr id="78" name="Text Placeholder 2">
            <a:extLst>
              <a:ext uri="{FF2B5EF4-FFF2-40B4-BE49-F238E27FC236}">
                <a16:creationId xmlns:a16="http://schemas.microsoft.com/office/drawing/2014/main" xmlns="" id="{6B7FC992-8079-42D9-8481-2B5075C195E1}"/>
              </a:ext>
            </a:extLst>
          </p:cNvPr>
          <p:cNvSpPr>
            <a:spLocks noGrp="1"/>
          </p:cNvSpPr>
          <p:nvPr>
            <p:ph type="body" idx="15" hasCustomPrompt="1"/>
          </p:nvPr>
        </p:nvSpPr>
        <p:spPr>
          <a:xfrm>
            <a:off x="5926836"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79" name="Text Placeholder 3">
            <a:extLst>
              <a:ext uri="{FF2B5EF4-FFF2-40B4-BE49-F238E27FC236}">
                <a16:creationId xmlns:a16="http://schemas.microsoft.com/office/drawing/2014/main" xmlns="" id="{7B255ED8-3C11-4BF0-B064-0623B23B0B72}"/>
              </a:ext>
            </a:extLst>
          </p:cNvPr>
          <p:cNvSpPr>
            <a:spLocks noGrp="1"/>
          </p:cNvSpPr>
          <p:nvPr>
            <p:ph type="body" sz="quarter" idx="17"/>
          </p:nvPr>
        </p:nvSpPr>
        <p:spPr>
          <a:xfrm>
            <a:off x="5926836"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dirty="0"/>
              <a:t>Click to edit Master text styles</a:t>
            </a:r>
          </a:p>
        </p:txBody>
      </p:sp>
      <p:sp>
        <p:nvSpPr>
          <p:cNvPr id="68" name="Text Placeholder 4">
            <a:extLst>
              <a:ext uri="{FF2B5EF4-FFF2-40B4-BE49-F238E27FC236}">
                <a16:creationId xmlns:a16="http://schemas.microsoft.com/office/drawing/2014/main" xmlns="" id="{CE356C04-FB22-4541-9D39-D5C0676F66BC}"/>
              </a:ext>
            </a:extLst>
          </p:cNvPr>
          <p:cNvSpPr>
            <a:spLocks noGrp="1"/>
          </p:cNvSpPr>
          <p:nvPr>
            <p:ph type="body" sz="quarter" idx="3" hasCustomPrompt="1"/>
          </p:nvPr>
        </p:nvSpPr>
        <p:spPr>
          <a:xfrm>
            <a:off x="8808720"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81" name="Text Placeholder 3">
            <a:extLst>
              <a:ext uri="{FF2B5EF4-FFF2-40B4-BE49-F238E27FC236}">
                <a16:creationId xmlns:a16="http://schemas.microsoft.com/office/drawing/2014/main" xmlns="" id="{BA0F0565-F3E0-4B3E-A99B-282A6236532C}"/>
              </a:ext>
            </a:extLst>
          </p:cNvPr>
          <p:cNvSpPr>
            <a:spLocks noGrp="1"/>
          </p:cNvSpPr>
          <p:nvPr>
            <p:ph type="body" sz="quarter" idx="18"/>
          </p:nvPr>
        </p:nvSpPr>
        <p:spPr>
          <a:xfrm>
            <a:off x="8808720"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dirty="0"/>
              <a:t>Click to edit Master text styles</a:t>
            </a:r>
          </a:p>
        </p:txBody>
      </p:sp>
      <p:sp>
        <p:nvSpPr>
          <p:cNvPr id="69" name="Date Placeholder 3">
            <a:extLst>
              <a:ext uri="{FF2B5EF4-FFF2-40B4-BE49-F238E27FC236}">
                <a16:creationId xmlns:a16="http://schemas.microsoft.com/office/drawing/2014/main" xmlns="" id="{E2B0C6B8-E2CB-460E-BBC8-AC4339C89DB2}"/>
              </a:ext>
            </a:extLst>
          </p:cNvPr>
          <p:cNvSpPr>
            <a:spLocks noGrp="1"/>
          </p:cNvSpPr>
          <p:nvPr>
            <p:ph type="dt" sz="half" idx="10"/>
          </p:nvPr>
        </p:nvSpPr>
        <p:spPr>
          <a:xfrm>
            <a:off x="3044952" y="6353175"/>
            <a:ext cx="1097280" cy="365125"/>
          </a:xfrm>
        </p:spPr>
        <p:txBody>
          <a:bodyPr/>
          <a:lstStyle>
            <a:lvl1pPr>
              <a:defRPr>
                <a:solidFill>
                  <a:schemeClr val="tx1">
                    <a:lumMod val="75000"/>
                    <a:lumOff val="25000"/>
                  </a:schemeClr>
                </a:solidFill>
              </a:defRPr>
            </a:lvl1pPr>
          </a:lstStyle>
          <a:p>
            <a:r>
              <a:rPr lang="en-US" dirty="0"/>
              <a:t>20XX</a:t>
            </a:r>
          </a:p>
        </p:txBody>
      </p:sp>
      <p:sp>
        <p:nvSpPr>
          <p:cNvPr id="70" name="Footer Placeholder 4">
            <a:extLst>
              <a:ext uri="{FF2B5EF4-FFF2-40B4-BE49-F238E27FC236}">
                <a16:creationId xmlns:a16="http://schemas.microsoft.com/office/drawing/2014/main" xmlns="" id="{433844D3-0FDA-4C97-9B21-5021A38E4FC2}"/>
              </a:ext>
            </a:extLst>
          </p:cNvPr>
          <p:cNvSpPr>
            <a:spLocks noGrp="1"/>
          </p:cNvSpPr>
          <p:nvPr>
            <p:ph type="ftr" sz="quarter" idx="11"/>
          </p:nvPr>
        </p:nvSpPr>
        <p:spPr>
          <a:xfrm>
            <a:off x="6489763"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71" name="Slide Number Placeholder 5">
            <a:extLst>
              <a:ext uri="{FF2B5EF4-FFF2-40B4-BE49-F238E27FC236}">
                <a16:creationId xmlns:a16="http://schemas.microsoft.com/office/drawing/2014/main" xmlns="" id="{EC059538-F80F-46C9-80EB-AC9B56DD05C3}"/>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47610492"/>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ACA106-0FC3-4FE9-9338-4AC3D15608E5}"/>
              </a:ext>
            </a:extLst>
          </p:cNvPr>
          <p:cNvSpPr>
            <a:spLocks noGrp="1"/>
          </p:cNvSpPr>
          <p:nvPr>
            <p:ph type="title" hasCustomPrompt="1"/>
          </p:nvPr>
        </p:nvSpPr>
        <p:spPr>
          <a:xfrm>
            <a:off x="1552574" y="896111"/>
            <a:ext cx="10182226" cy="1325880"/>
          </a:xfrm>
        </p:spPr>
        <p:txBody>
          <a:bodyPr anchor="t" anchorCtr="0"/>
          <a:lstStyle>
            <a:lvl1pPr>
              <a:defRPr cap="all" baseline="0">
                <a:solidFill>
                  <a:schemeClr val="tx2"/>
                </a:solidFill>
              </a:defRPr>
            </a:lvl1pPr>
          </a:lstStyle>
          <a:p>
            <a:r>
              <a:rPr lang="en-US" dirty="0"/>
              <a:t>CLICK TO ADD TITLE</a:t>
            </a:r>
          </a:p>
        </p:txBody>
      </p:sp>
      <p:sp>
        <p:nvSpPr>
          <p:cNvPr id="9" name="Text Placeholder 8">
            <a:extLst>
              <a:ext uri="{FF2B5EF4-FFF2-40B4-BE49-F238E27FC236}">
                <a16:creationId xmlns:a16="http://schemas.microsoft.com/office/drawing/2014/main" xmlns="" id="{E2785225-FC1B-45E9-82D0-A13EF8F061A6}"/>
              </a:ext>
            </a:extLst>
          </p:cNvPr>
          <p:cNvSpPr>
            <a:spLocks noGrp="1"/>
          </p:cNvSpPr>
          <p:nvPr>
            <p:ph type="body" sz="quarter" idx="21" hasCustomPrompt="1"/>
          </p:nvPr>
        </p:nvSpPr>
        <p:spPr>
          <a:xfrm>
            <a:off x="1380744" y="2203704"/>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30" name="Text Placeholder 8">
            <a:extLst>
              <a:ext uri="{FF2B5EF4-FFF2-40B4-BE49-F238E27FC236}">
                <a16:creationId xmlns:a16="http://schemas.microsoft.com/office/drawing/2014/main" xmlns="" id="{70F3FFA0-BD69-4D83-ABB7-496D4AF91AD5}"/>
              </a:ext>
            </a:extLst>
          </p:cNvPr>
          <p:cNvSpPr>
            <a:spLocks noGrp="1"/>
          </p:cNvSpPr>
          <p:nvPr>
            <p:ph type="body" sz="quarter" idx="22" hasCustomPrompt="1"/>
          </p:nvPr>
        </p:nvSpPr>
        <p:spPr>
          <a:xfrm>
            <a:off x="1325880" y="3465576"/>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32" name="Text Placeholder 8">
            <a:extLst>
              <a:ext uri="{FF2B5EF4-FFF2-40B4-BE49-F238E27FC236}">
                <a16:creationId xmlns:a16="http://schemas.microsoft.com/office/drawing/2014/main" xmlns="" id="{49AF8CA2-03BC-4B43-978A-2B68EABFDC47}"/>
              </a:ext>
            </a:extLst>
          </p:cNvPr>
          <p:cNvSpPr>
            <a:spLocks noGrp="1"/>
          </p:cNvSpPr>
          <p:nvPr>
            <p:ph type="body" sz="quarter" idx="23" hasCustomPrompt="1"/>
          </p:nvPr>
        </p:nvSpPr>
        <p:spPr>
          <a:xfrm>
            <a:off x="1325880" y="4745736"/>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63" name="Date Placeholder 3">
            <a:extLst>
              <a:ext uri="{FF2B5EF4-FFF2-40B4-BE49-F238E27FC236}">
                <a16:creationId xmlns:a16="http://schemas.microsoft.com/office/drawing/2014/main" xmlns=""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dirty="0"/>
              <a:t>20XX</a:t>
            </a:r>
          </a:p>
        </p:txBody>
      </p:sp>
      <p:sp>
        <p:nvSpPr>
          <p:cNvPr id="15" name="Text Placeholder 14">
            <a:extLst>
              <a:ext uri="{FF2B5EF4-FFF2-40B4-BE49-F238E27FC236}">
                <a16:creationId xmlns:a16="http://schemas.microsoft.com/office/drawing/2014/main" xmlns="" id="{96833738-63D7-4DAA-92B0-C4286C4F8361}"/>
              </a:ext>
            </a:extLst>
          </p:cNvPr>
          <p:cNvSpPr>
            <a:spLocks noGrp="1"/>
          </p:cNvSpPr>
          <p:nvPr>
            <p:ph type="body" sz="quarter" idx="24"/>
          </p:nvPr>
        </p:nvSpPr>
        <p:spPr>
          <a:xfrm>
            <a:off x="4489704" y="2624328"/>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dirty="0"/>
              <a:t>Click to edit Master text styles</a:t>
            </a:r>
          </a:p>
        </p:txBody>
      </p:sp>
      <p:sp>
        <p:nvSpPr>
          <p:cNvPr id="36" name="Text Placeholder 14">
            <a:extLst>
              <a:ext uri="{FF2B5EF4-FFF2-40B4-BE49-F238E27FC236}">
                <a16:creationId xmlns:a16="http://schemas.microsoft.com/office/drawing/2014/main" xmlns="" id="{EAF6FAB7-3D8F-43EF-801E-D9E6948A8409}"/>
              </a:ext>
            </a:extLst>
          </p:cNvPr>
          <p:cNvSpPr>
            <a:spLocks noGrp="1"/>
          </p:cNvSpPr>
          <p:nvPr>
            <p:ph type="body" sz="quarter" idx="26"/>
          </p:nvPr>
        </p:nvSpPr>
        <p:spPr>
          <a:xfrm>
            <a:off x="4489704" y="3904488"/>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dirty="0"/>
              <a:t>Click to edit Master text styles</a:t>
            </a:r>
          </a:p>
        </p:txBody>
      </p:sp>
      <p:sp>
        <p:nvSpPr>
          <p:cNvPr id="38" name="Text Placeholder 14">
            <a:extLst>
              <a:ext uri="{FF2B5EF4-FFF2-40B4-BE49-F238E27FC236}">
                <a16:creationId xmlns:a16="http://schemas.microsoft.com/office/drawing/2014/main" xmlns="" id="{13A498D1-E978-4C02-8712-EA7A16D153FE}"/>
              </a:ext>
            </a:extLst>
          </p:cNvPr>
          <p:cNvSpPr>
            <a:spLocks noGrp="1"/>
          </p:cNvSpPr>
          <p:nvPr>
            <p:ph type="body" sz="quarter" idx="28"/>
          </p:nvPr>
        </p:nvSpPr>
        <p:spPr>
          <a:xfrm>
            <a:off x="4489704" y="5157216"/>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dirty="0"/>
              <a:t>Click to edit Master text styles</a:t>
            </a:r>
          </a:p>
        </p:txBody>
      </p:sp>
      <p:grpSp>
        <p:nvGrpSpPr>
          <p:cNvPr id="10" name="Group 9">
            <a:extLst>
              <a:ext uri="{FF2B5EF4-FFF2-40B4-BE49-F238E27FC236}">
                <a16:creationId xmlns:a16="http://schemas.microsoft.com/office/drawing/2014/main" xmlns="" id="{D9F1898E-3E74-4E43-A202-1A6640227466}"/>
              </a:ext>
              <a:ext uri="{C183D7F6-B498-43B3-948B-1728B52AA6E4}">
                <adec:decorative xmlns:adec="http://schemas.microsoft.com/office/drawing/2017/decorative" xmlns=""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xmlns=""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xmlns=""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xmlns=""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xmlns=""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xmlns=""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xmlns="" id="{31EB8EE7-3843-4CA8-879D-5D985DAA0D1C}"/>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xmlns="" id="{5FF0EEFD-0038-4A2F-AD3B-01A98EFF5CF9}"/>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rot="5400000">
              <a:off x="-457200" y="563329"/>
              <a:ext cx="1828800" cy="914400"/>
            </a:xfrm>
            <a:prstGeom prst="rect">
              <a:avLst/>
            </a:prstGeom>
          </p:spPr>
        </p:pic>
      </p:grpSp>
      <p:cxnSp>
        <p:nvCxnSpPr>
          <p:cNvPr id="3" name="Straight Connector 2">
            <a:extLst>
              <a:ext uri="{FF2B5EF4-FFF2-40B4-BE49-F238E27FC236}">
                <a16:creationId xmlns:a16="http://schemas.microsoft.com/office/drawing/2014/main" xmlns="" id="{AF8E4D1E-5580-4429-B822-B0ACA17BF2DE}"/>
              </a:ext>
              <a:ext uri="{C183D7F6-B498-43B3-948B-1728B52AA6E4}">
                <adec:decorative xmlns:adec="http://schemas.microsoft.com/office/drawing/2017/decorative" xmlns="" val="1"/>
              </a:ext>
            </a:extLst>
          </p:cNvPr>
          <p:cNvCxnSpPr>
            <a:cxnSpLocks/>
          </p:cNvCxnSpPr>
          <p:nvPr userDrawn="1"/>
        </p:nvCxnSpPr>
        <p:spPr>
          <a:xfrm>
            <a:off x="1704025" y="285325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xmlns="" id="{628EFE5A-E7ED-42E0-B4F7-CD6FB9AC0BE3}"/>
              </a:ext>
              <a:ext uri="{C183D7F6-B498-43B3-948B-1728B52AA6E4}">
                <adec:decorative xmlns:adec="http://schemas.microsoft.com/office/drawing/2017/decorative" xmlns="" val="1"/>
              </a:ext>
            </a:extLst>
          </p:cNvPr>
          <p:cNvSpPr/>
          <p:nvPr userDrawn="1"/>
        </p:nvSpPr>
        <p:spPr>
          <a:xfrm>
            <a:off x="3982733" y="274464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xmlns="" id="{A99E5560-6CE0-4494-96B0-E58711D435AA}"/>
              </a:ext>
              <a:ext uri="{C183D7F6-B498-43B3-948B-1728B52AA6E4}">
                <adec:decorative xmlns:adec="http://schemas.microsoft.com/office/drawing/2017/decorative" xmlns="" val="1"/>
              </a:ext>
            </a:extLst>
          </p:cNvPr>
          <p:cNvGrpSpPr/>
          <p:nvPr userDrawn="1"/>
        </p:nvGrpSpPr>
        <p:grpSpPr>
          <a:xfrm>
            <a:off x="1717361" y="4002156"/>
            <a:ext cx="2495929" cy="1480420"/>
            <a:chOff x="1717361" y="4002156"/>
            <a:chExt cx="2495929" cy="1480420"/>
          </a:xfrm>
        </p:grpSpPr>
        <p:cxnSp>
          <p:nvCxnSpPr>
            <p:cNvPr id="5" name="Straight Connector 4">
              <a:extLst>
                <a:ext uri="{FF2B5EF4-FFF2-40B4-BE49-F238E27FC236}">
                  <a16:creationId xmlns:a16="http://schemas.microsoft.com/office/drawing/2014/main" xmlns="" id="{F242903C-0FC5-4F7E-A59A-1B57A8012CD8}"/>
                </a:ext>
              </a:extLst>
            </p:cNvPr>
            <p:cNvCxnSpPr>
              <a:cxnSpLocks/>
            </p:cNvCxnSpPr>
            <p:nvPr userDrawn="1"/>
          </p:nvCxnSpPr>
          <p:spPr>
            <a:xfrm>
              <a:off x="1717361" y="411076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502427F1-9BD1-40C4-8447-54CA2F762B28}"/>
                </a:ext>
              </a:extLst>
            </p:cNvPr>
            <p:cNvSpPr/>
            <p:nvPr userDrawn="1"/>
          </p:nvSpPr>
          <p:spPr>
            <a:xfrm>
              <a:off x="3996069" y="400215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xmlns="" id="{9D896F91-3D1D-4BF4-B726-B6B1034E68C1}"/>
                </a:ext>
              </a:extLst>
            </p:cNvPr>
            <p:cNvCxnSpPr>
              <a:cxnSpLocks/>
            </p:cNvCxnSpPr>
            <p:nvPr userDrawn="1"/>
          </p:nvCxnSpPr>
          <p:spPr>
            <a:xfrm>
              <a:off x="1717361" y="5373966"/>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xmlns="" id="{72AAC415-7A20-4A4D-80B1-B4AD3D514249}"/>
                </a:ext>
              </a:extLst>
            </p:cNvPr>
            <p:cNvSpPr/>
            <p:nvPr userDrawn="1"/>
          </p:nvSpPr>
          <p:spPr>
            <a:xfrm>
              <a:off x="3996069" y="5265355"/>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4" name="Footer Placeholder 4">
            <a:extLst>
              <a:ext uri="{FF2B5EF4-FFF2-40B4-BE49-F238E27FC236}">
                <a16:creationId xmlns:a16="http://schemas.microsoft.com/office/drawing/2014/main" xmlns=""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dirty="0"/>
              <a:t>Pitch deck title</a:t>
            </a:r>
          </a:p>
        </p:txBody>
      </p:sp>
      <p:sp>
        <p:nvSpPr>
          <p:cNvPr id="65" name="Slide Number Placeholder 5">
            <a:extLst>
              <a:ext uri="{FF2B5EF4-FFF2-40B4-BE49-F238E27FC236}">
                <a16:creationId xmlns:a16="http://schemas.microsoft.com/office/drawing/2014/main" xmlns=""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xmlns="">
        <p15:guide id="1" pos="739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ACA106-0FC3-4FE9-9338-4AC3D15608E5}"/>
              </a:ext>
            </a:extLst>
          </p:cNvPr>
          <p:cNvSpPr>
            <a:spLocks noGrp="1"/>
          </p:cNvSpPr>
          <p:nvPr>
            <p:ph type="title" hasCustomPrompt="1"/>
          </p:nvPr>
        </p:nvSpPr>
        <p:spPr>
          <a:xfrm>
            <a:off x="914400" y="896112"/>
            <a:ext cx="9124951" cy="1362456"/>
          </a:xfrm>
        </p:spPr>
        <p:txBody>
          <a:bodyPr anchor="t" anchorCtr="0"/>
          <a:lstStyle>
            <a:lvl1pPr>
              <a:defRPr cap="all" baseline="0">
                <a:solidFill>
                  <a:schemeClr val="accent1"/>
                </a:solidFill>
              </a:defRPr>
            </a:lvl1pPr>
          </a:lstStyle>
          <a:p>
            <a:r>
              <a:rPr lang="en-US" dirty="0"/>
              <a:t>CLICK TO ADD TITLE</a:t>
            </a:r>
          </a:p>
        </p:txBody>
      </p:sp>
      <p:sp>
        <p:nvSpPr>
          <p:cNvPr id="17" name="Text Placeholder 2">
            <a:extLst>
              <a:ext uri="{FF2B5EF4-FFF2-40B4-BE49-F238E27FC236}">
                <a16:creationId xmlns:a16="http://schemas.microsoft.com/office/drawing/2014/main" xmlns="" id="{52AD81DC-207F-4541-B02D-802D3D5B2813}"/>
              </a:ext>
            </a:extLst>
          </p:cNvPr>
          <p:cNvSpPr>
            <a:spLocks noGrp="1"/>
          </p:cNvSpPr>
          <p:nvPr>
            <p:ph type="body" idx="13" hasCustomPrompt="1"/>
          </p:nvPr>
        </p:nvSpPr>
        <p:spPr>
          <a:xfrm>
            <a:off x="914400" y="2354580"/>
            <a:ext cx="4297679" cy="455295"/>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xmlns="" id="{02BF6510-D603-481E-B685-9095150A2891}"/>
              </a:ext>
            </a:extLst>
          </p:cNvPr>
          <p:cNvSpPr>
            <a:spLocks noGrp="1"/>
          </p:cNvSpPr>
          <p:nvPr>
            <p:ph sz="half" idx="1"/>
          </p:nvPr>
        </p:nvSpPr>
        <p:spPr>
          <a:xfrm>
            <a:off x="914400"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xmlns="" id="{F7289E8E-D34A-4BA8-A21D-2D40A211CB9B}"/>
              </a:ext>
            </a:extLst>
          </p:cNvPr>
          <p:cNvSpPr>
            <a:spLocks noGrp="1"/>
          </p:cNvSpPr>
          <p:nvPr>
            <p:ph type="body" sz="quarter" idx="3" hasCustomPrompt="1"/>
          </p:nvPr>
        </p:nvSpPr>
        <p:spPr>
          <a:xfrm>
            <a:off x="5864487" y="2352675"/>
            <a:ext cx="4297680" cy="457200"/>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xmlns="" id="{9A743757-ABC3-44BF-87D3-5E323E9B00D9}"/>
              </a:ext>
            </a:extLst>
          </p:cNvPr>
          <p:cNvSpPr>
            <a:spLocks noGrp="1"/>
          </p:cNvSpPr>
          <p:nvPr>
            <p:ph sz="half" idx="2"/>
          </p:nvPr>
        </p:nvSpPr>
        <p:spPr>
          <a:xfrm>
            <a:off x="5863344"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xmlns="" id="{E88DF45F-9FEA-47BE-AC15-52BE148E1814}"/>
              </a:ext>
              <a:ext uri="{C183D7F6-B498-43B3-948B-1728B52AA6E4}">
                <adec:decorative xmlns:adec="http://schemas.microsoft.com/office/drawing/2017/decorative" xmlns=""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xmlns=""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xmlns=""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xmlns=""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xmlns=""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xmlns=""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xmlns="" id="{E9AA5A01-9E59-4C92-9634-32DB51F9182B}"/>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xmlns=""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xmlns="" id="{F50D01F0-AD27-490F-8044-37B2D9E23326}"/>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xmlns="" id="{417A4AF6-C906-4001-BDD2-33E11631858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33" name="Footer Placeholder 4">
            <a:extLst>
              <a:ext uri="{FF2B5EF4-FFF2-40B4-BE49-F238E27FC236}">
                <a16:creationId xmlns:a16="http://schemas.microsoft.com/office/drawing/2014/main" xmlns=""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34" name="Slide Number Placeholder 5">
            <a:extLst>
              <a:ext uri="{FF2B5EF4-FFF2-40B4-BE49-F238E27FC236}">
                <a16:creationId xmlns:a16="http://schemas.microsoft.com/office/drawing/2014/main" xmlns=""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988813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etition char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C626A5-4FF6-42BD-858A-AE4B2C23A6BC}"/>
              </a:ext>
            </a:extLst>
          </p:cNvPr>
          <p:cNvSpPr>
            <a:spLocks noGrp="1"/>
          </p:cNvSpPr>
          <p:nvPr>
            <p:ph type="title" hasCustomPrompt="1"/>
          </p:nvPr>
        </p:nvSpPr>
        <p:spPr>
          <a:xfrm>
            <a:off x="914400" y="896112"/>
            <a:ext cx="10515600" cy="1325563"/>
          </a:xfrm>
        </p:spPr>
        <p:txBody>
          <a:bodyPr anchor="t" anchorCtr="0"/>
          <a:lstStyle>
            <a:lvl1pPr>
              <a:defRPr cap="all" baseline="0">
                <a:solidFill>
                  <a:schemeClr val="accent1"/>
                </a:solidFill>
              </a:defRPr>
            </a:lvl1pPr>
          </a:lstStyle>
          <a:p>
            <a:r>
              <a:rPr lang="en-US" dirty="0"/>
              <a:t>CLICK TO ADD TITLE</a:t>
            </a:r>
            <a:endParaRPr lang="en-ZA" dirty="0"/>
          </a:p>
        </p:txBody>
      </p:sp>
      <p:sp>
        <p:nvSpPr>
          <p:cNvPr id="10" name="Text Placeholder 5">
            <a:extLst>
              <a:ext uri="{FF2B5EF4-FFF2-40B4-BE49-F238E27FC236}">
                <a16:creationId xmlns:a16="http://schemas.microsoft.com/office/drawing/2014/main" xmlns="" id="{6CD52AD9-4495-432B-B01C-26AAF0EAA89F}"/>
              </a:ext>
            </a:extLst>
          </p:cNvPr>
          <p:cNvSpPr>
            <a:spLocks noGrp="1"/>
          </p:cNvSpPr>
          <p:nvPr>
            <p:ph type="body" sz="quarter" idx="12" hasCustomPrompt="1"/>
          </p:nvPr>
        </p:nvSpPr>
        <p:spPr>
          <a:xfrm>
            <a:off x="5271896" y="2355182"/>
            <a:ext cx="1980000" cy="365760"/>
          </a:xfrm>
        </p:spPr>
        <p:txBody>
          <a:bodyPr>
            <a:noAutofit/>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2" name="Text Placeholder 5">
            <a:extLst>
              <a:ext uri="{FF2B5EF4-FFF2-40B4-BE49-F238E27FC236}">
                <a16:creationId xmlns:a16="http://schemas.microsoft.com/office/drawing/2014/main" xmlns="" id="{AF9EB7E7-72B3-4FD3-B153-815A53CB1B7D}"/>
              </a:ext>
            </a:extLst>
          </p:cNvPr>
          <p:cNvSpPr>
            <a:spLocks noGrp="1"/>
          </p:cNvSpPr>
          <p:nvPr>
            <p:ph type="body" sz="quarter" idx="14" hasCustomPrompt="1"/>
          </p:nvPr>
        </p:nvSpPr>
        <p:spPr>
          <a:xfrm>
            <a:off x="1070771" y="3383280"/>
            <a:ext cx="1980000" cy="365760"/>
          </a:xfrm>
        </p:spPr>
        <p:txBody>
          <a:bodyPr>
            <a:noAutofit/>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3" name="Text Placeholder 5">
            <a:extLst>
              <a:ext uri="{FF2B5EF4-FFF2-40B4-BE49-F238E27FC236}">
                <a16:creationId xmlns:a16="http://schemas.microsoft.com/office/drawing/2014/main" xmlns="" id="{139AE34A-A4BE-43AA-9A69-9A18D5FC53D8}"/>
              </a:ext>
            </a:extLst>
          </p:cNvPr>
          <p:cNvSpPr>
            <a:spLocks noGrp="1"/>
          </p:cNvSpPr>
          <p:nvPr>
            <p:ph type="body" sz="quarter" idx="15" hasCustomPrompt="1"/>
          </p:nvPr>
        </p:nvSpPr>
        <p:spPr>
          <a:xfrm>
            <a:off x="9171870" y="3383280"/>
            <a:ext cx="1980000" cy="365760"/>
          </a:xfrm>
        </p:spPr>
        <p:txBody>
          <a:bodyPr>
            <a:noAutofit/>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1" name="Text Placeholder 5">
            <a:extLst>
              <a:ext uri="{FF2B5EF4-FFF2-40B4-BE49-F238E27FC236}">
                <a16:creationId xmlns:a16="http://schemas.microsoft.com/office/drawing/2014/main" xmlns="" id="{23E8F54F-C5BD-4FE6-BB69-FEC69BC0FDDD}"/>
              </a:ext>
            </a:extLst>
          </p:cNvPr>
          <p:cNvSpPr>
            <a:spLocks noGrp="1"/>
          </p:cNvSpPr>
          <p:nvPr>
            <p:ph type="body" sz="quarter" idx="13" hasCustomPrompt="1"/>
          </p:nvPr>
        </p:nvSpPr>
        <p:spPr>
          <a:xfrm>
            <a:off x="5264750" y="4933275"/>
            <a:ext cx="1980000" cy="365760"/>
          </a:xfrm>
        </p:spPr>
        <p:txBody>
          <a:bodyPr>
            <a:noAutofit/>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pic>
        <p:nvPicPr>
          <p:cNvPr id="5" name="Graphic 4">
            <a:extLst>
              <a:ext uri="{FF2B5EF4-FFF2-40B4-BE49-F238E27FC236}">
                <a16:creationId xmlns:a16="http://schemas.microsoft.com/office/drawing/2014/main" xmlns="" id="{6FBF4C06-0880-4F64-AC8F-328C5513CDB3}"/>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11177016" y="0"/>
            <a:ext cx="1014984" cy="1014984"/>
          </a:xfrm>
          <a:prstGeom prst="rect">
            <a:avLst/>
          </a:prstGeom>
        </p:spPr>
      </p:pic>
      <p:cxnSp>
        <p:nvCxnSpPr>
          <p:cNvPr id="6" name="Straight Connector 5">
            <a:extLst>
              <a:ext uri="{FF2B5EF4-FFF2-40B4-BE49-F238E27FC236}">
                <a16:creationId xmlns:a16="http://schemas.microsoft.com/office/drawing/2014/main" xmlns="" id="{7056531B-7079-455E-BCF7-DB094C331221}"/>
              </a:ext>
              <a:ext uri="{C183D7F6-B498-43B3-948B-1728B52AA6E4}">
                <adec:decorative xmlns:adec="http://schemas.microsoft.com/office/drawing/2017/decorative" xmlns="" val="1"/>
              </a:ext>
            </a:extLst>
          </p:cNvPr>
          <p:cNvCxnSpPr>
            <a:cxnSpLocks/>
          </p:cNvCxnSpPr>
          <p:nvPr userDrawn="1"/>
        </p:nvCxnSpPr>
        <p:spPr>
          <a:xfrm>
            <a:off x="1066800" y="3771900"/>
            <a:ext cx="10058400" cy="0"/>
          </a:xfrm>
          <a:prstGeom prst="line">
            <a:avLst/>
          </a:prstGeom>
          <a:ln w="38100" cap="sq">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F61F2D70-0FC3-41BD-9F38-7F41F01349A9}"/>
              </a:ext>
              <a:ext uri="{C183D7F6-B498-43B3-948B-1728B52AA6E4}">
                <adec:decorative xmlns:adec="http://schemas.microsoft.com/office/drawing/2017/decorative" xmlns="" val="1"/>
              </a:ext>
            </a:extLst>
          </p:cNvPr>
          <p:cNvCxnSpPr>
            <a:cxnSpLocks/>
          </p:cNvCxnSpPr>
          <p:nvPr userDrawn="1"/>
        </p:nvCxnSpPr>
        <p:spPr>
          <a:xfrm>
            <a:off x="6254750" y="2743200"/>
            <a:ext cx="0" cy="206692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xmlns="" id="{17210727-8680-449A-9AC7-094F823C71B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18" name="Footer Placeholder 4">
            <a:extLst>
              <a:ext uri="{FF2B5EF4-FFF2-40B4-BE49-F238E27FC236}">
                <a16:creationId xmlns:a16="http://schemas.microsoft.com/office/drawing/2014/main" xmlns="" id="{C53C0381-DF18-4C74-B221-4703565029CC}"/>
              </a:ext>
            </a:extLst>
          </p:cNvPr>
          <p:cNvSpPr>
            <a:spLocks noGrp="1"/>
          </p:cNvSpPr>
          <p:nvPr>
            <p:ph type="ftr" sz="quarter" idx="11"/>
          </p:nvPr>
        </p:nvSpPr>
        <p:spPr>
          <a:xfrm>
            <a:off x="5424488"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9" name="Slide Number Placeholder 5">
            <a:extLst>
              <a:ext uri="{FF2B5EF4-FFF2-40B4-BE49-F238E27FC236}">
                <a16:creationId xmlns:a16="http://schemas.microsoft.com/office/drawing/2014/main" xmlns="" id="{6338C9D5-18F2-4E98-9B4B-F691BC24D017}"/>
              </a:ext>
            </a:extLst>
          </p:cNvPr>
          <p:cNvSpPr>
            <a:spLocks noGrp="1"/>
          </p:cNvSpPr>
          <p:nvPr>
            <p:ph type="sldNum" sz="quarter" idx="16"/>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86500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action">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4937760" y="898524"/>
            <a:ext cx="6800850" cy="1325880"/>
          </a:xfrm>
        </p:spPr>
        <p:txBody>
          <a:bodyPr anchor="t" anchorCtr="0"/>
          <a:lstStyle>
            <a:lvl1pPr>
              <a:defRPr cap="all" baseline="0">
                <a:solidFill>
                  <a:schemeClr val="accent1"/>
                </a:solidFill>
              </a:defRPr>
            </a:lvl1pPr>
          </a:lstStyle>
          <a:p>
            <a:r>
              <a:rPr lang="en-US" dirty="0"/>
              <a:t>CLICK TO ADD TITLE</a:t>
            </a:r>
          </a:p>
        </p:txBody>
      </p:sp>
      <p:grpSp>
        <p:nvGrpSpPr>
          <p:cNvPr id="4" name="Group 3">
            <a:extLst>
              <a:ext uri="{FF2B5EF4-FFF2-40B4-BE49-F238E27FC236}">
                <a16:creationId xmlns:a16="http://schemas.microsoft.com/office/drawing/2014/main" xmlns="" id="{0CBECFE1-9F80-4EFE-9699-3A240475EEDE}"/>
              </a:ext>
              <a:ext uri="{C183D7F6-B498-43B3-948B-1728B52AA6E4}">
                <adec:decorative xmlns:adec="http://schemas.microsoft.com/office/drawing/2017/decorative" xmlns="" val="1"/>
              </a:ext>
            </a:extLst>
          </p:cNvPr>
          <p:cNvGrpSpPr/>
          <p:nvPr userDrawn="1"/>
        </p:nvGrpSpPr>
        <p:grpSpPr>
          <a:xfrm>
            <a:off x="-193623" y="-983359"/>
            <a:ext cx="5242592" cy="7843456"/>
            <a:chOff x="-193623" y="-983359"/>
            <a:chExt cx="5242592" cy="7843456"/>
          </a:xfrm>
        </p:grpSpPr>
        <p:pic>
          <p:nvPicPr>
            <p:cNvPr id="26" name="Graphic 25">
              <a:extLst>
                <a:ext uri="{FF2B5EF4-FFF2-40B4-BE49-F238E27FC236}">
                  <a16:creationId xmlns:a16="http://schemas.microsoft.com/office/drawing/2014/main" xmlns="" id="{E1BC9BFE-80C0-4DA9-92DB-070C41E412BC}"/>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8097646">
              <a:off x="1569916" y="-983359"/>
              <a:ext cx="2029968" cy="2029968"/>
            </a:xfrm>
            <a:prstGeom prst="rect">
              <a:avLst/>
            </a:prstGeom>
          </p:spPr>
        </p:pic>
        <p:pic>
          <p:nvPicPr>
            <p:cNvPr id="13" name="Graphic 12">
              <a:extLst>
                <a:ext uri="{FF2B5EF4-FFF2-40B4-BE49-F238E27FC236}">
                  <a16:creationId xmlns:a16="http://schemas.microsoft.com/office/drawing/2014/main" xmlns="" id="{3B73C61F-3D48-4791-8280-D98D2C01E0C1}"/>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rot="13489227">
              <a:off x="3019001" y="3357927"/>
              <a:ext cx="2029968" cy="2029968"/>
            </a:xfrm>
            <a:prstGeom prst="rect">
              <a:avLst/>
            </a:prstGeom>
          </p:spPr>
        </p:pic>
        <p:grpSp>
          <p:nvGrpSpPr>
            <p:cNvPr id="3" name="Group 2">
              <a:extLst>
                <a:ext uri="{FF2B5EF4-FFF2-40B4-BE49-F238E27FC236}">
                  <a16:creationId xmlns:a16="http://schemas.microsoft.com/office/drawing/2014/main" xmlns="" id="{E5E36EA0-9B77-4A31-A56A-93DEC2F87C2C}"/>
                </a:ext>
              </a:extLst>
            </p:cNvPr>
            <p:cNvGrpSpPr/>
            <p:nvPr userDrawn="1"/>
          </p:nvGrpSpPr>
          <p:grpSpPr>
            <a:xfrm>
              <a:off x="-193623" y="458228"/>
              <a:ext cx="4229571" cy="6401869"/>
              <a:chOff x="-193623" y="458228"/>
              <a:chExt cx="4229571" cy="6401869"/>
            </a:xfrm>
          </p:grpSpPr>
          <p:sp>
            <p:nvSpPr>
              <p:cNvPr id="8" name="Rectangle 23">
                <a:extLst>
                  <a:ext uri="{FF2B5EF4-FFF2-40B4-BE49-F238E27FC236}">
                    <a16:creationId xmlns:a16="http://schemas.microsoft.com/office/drawing/2014/main" xmlns=""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xmlns="" id="{B7E6DD28-C71B-4484-973A-D12A27730009}"/>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xmlns=""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xmlns="" id="{EB06A536-5FCB-4761-9EFF-D54BE44B1FD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2708786">
                <a:off x="145529" y="3355869"/>
                <a:ext cx="2029968" cy="2029968"/>
              </a:xfrm>
              <a:prstGeom prst="rect">
                <a:avLst/>
              </a:prstGeom>
            </p:spPr>
          </p:pic>
          <p:grpSp>
            <p:nvGrpSpPr>
              <p:cNvPr id="21" name="Group 20">
                <a:extLst>
                  <a:ext uri="{FF2B5EF4-FFF2-40B4-BE49-F238E27FC236}">
                    <a16:creationId xmlns:a16="http://schemas.microsoft.com/office/drawing/2014/main" xmlns=""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xmlns=""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xmlns=""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xmlns=""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xmlns=""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xmlns=""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xmlns=""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xmlns=""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xmlns=""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xmlns=""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xmlns=""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xmlns=""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xmlns=""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xmlns=""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xmlns=""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xmlns=""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xmlns=""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xmlns=""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xmlns=""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xmlns=""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xmlns=""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xmlns=""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xmlns=""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xmlns=""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xmlns=""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xmlns=""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xmlns=""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xmlns=""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xmlns=""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xmlns=""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xmlns=""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xmlns=""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xmlns=""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xmlns=""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xmlns=""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xmlns=""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xmlns=""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xmlns=""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xmlns=""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xmlns=""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xmlns=""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xmlns=""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xmlns=""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xmlns=""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xmlns=""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xmlns=""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xmlns=""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xmlns=""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xmlns=""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xmlns=""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xmlns=""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xmlns=""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xmlns=""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xmlns=""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xmlns=""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xmlns=""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xmlns=""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xmlns=""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94" name="Text Placeholder 9">
            <a:extLst>
              <a:ext uri="{FF2B5EF4-FFF2-40B4-BE49-F238E27FC236}">
                <a16:creationId xmlns:a16="http://schemas.microsoft.com/office/drawing/2014/main" xmlns="" id="{32E9F26D-470A-4D61-B420-B2AE034ED8A0}"/>
              </a:ext>
            </a:extLst>
          </p:cNvPr>
          <p:cNvSpPr>
            <a:spLocks noGrp="1"/>
          </p:cNvSpPr>
          <p:nvPr>
            <p:ph type="body" sz="quarter" idx="20"/>
          </p:nvPr>
        </p:nvSpPr>
        <p:spPr>
          <a:xfrm>
            <a:off x="4932208" y="1818208"/>
            <a:ext cx="6336792" cy="539812"/>
          </a:xfrm>
        </p:spPr>
        <p:txBody>
          <a:bodyPr>
            <a:normAutofit/>
          </a:bodyPr>
          <a:lstStyle>
            <a:lvl1pPr marL="0" indent="0">
              <a:lnSpc>
                <a:spcPts val="2400"/>
              </a:lnSpc>
              <a:buNone/>
              <a:defRPr sz="18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72" name="Text Placeholder 9">
            <a:extLst>
              <a:ext uri="{FF2B5EF4-FFF2-40B4-BE49-F238E27FC236}">
                <a16:creationId xmlns:a16="http://schemas.microsoft.com/office/drawing/2014/main" xmlns="" id="{1955D76A-22F6-4027-BBB2-B9D632FFEF26}"/>
              </a:ext>
            </a:extLst>
          </p:cNvPr>
          <p:cNvSpPr>
            <a:spLocks noGrp="1"/>
          </p:cNvSpPr>
          <p:nvPr>
            <p:ph type="body" sz="quarter" idx="15" hasCustomPrompt="1"/>
          </p:nvPr>
        </p:nvSpPr>
        <p:spPr>
          <a:xfrm>
            <a:off x="4937760" y="2606040"/>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1" name="Text Placeholder 9">
            <a:extLst>
              <a:ext uri="{FF2B5EF4-FFF2-40B4-BE49-F238E27FC236}">
                <a16:creationId xmlns:a16="http://schemas.microsoft.com/office/drawing/2014/main" xmlns="" id="{B4867646-E605-4DCE-A193-DD63E54B12D1}"/>
              </a:ext>
            </a:extLst>
          </p:cNvPr>
          <p:cNvSpPr>
            <a:spLocks noGrp="1"/>
          </p:cNvSpPr>
          <p:nvPr>
            <p:ph type="body" sz="quarter" idx="13"/>
          </p:nvPr>
        </p:nvSpPr>
        <p:spPr>
          <a:xfrm>
            <a:off x="4937760" y="2907792"/>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75" name="Text Placeholder 9">
            <a:extLst>
              <a:ext uri="{FF2B5EF4-FFF2-40B4-BE49-F238E27FC236}">
                <a16:creationId xmlns:a16="http://schemas.microsoft.com/office/drawing/2014/main" xmlns="" id="{A5839152-B87E-4F7A-AF8F-37F412A6F61A}"/>
              </a:ext>
            </a:extLst>
          </p:cNvPr>
          <p:cNvSpPr>
            <a:spLocks noGrp="1"/>
          </p:cNvSpPr>
          <p:nvPr>
            <p:ph type="body" sz="quarter" idx="17" hasCustomPrompt="1"/>
          </p:nvPr>
        </p:nvSpPr>
        <p:spPr>
          <a:xfrm>
            <a:off x="4937760" y="3895344"/>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4" name="Text Placeholder 9">
            <a:extLst>
              <a:ext uri="{FF2B5EF4-FFF2-40B4-BE49-F238E27FC236}">
                <a16:creationId xmlns:a16="http://schemas.microsoft.com/office/drawing/2014/main" xmlns="" id="{4914385C-D888-405F-A9D8-61CC2E9F72C0}"/>
              </a:ext>
            </a:extLst>
          </p:cNvPr>
          <p:cNvSpPr>
            <a:spLocks noGrp="1"/>
          </p:cNvSpPr>
          <p:nvPr>
            <p:ph type="body" sz="quarter" idx="16"/>
          </p:nvPr>
        </p:nvSpPr>
        <p:spPr>
          <a:xfrm>
            <a:off x="4937760" y="4206240"/>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93" name="Text Placeholder 9">
            <a:extLst>
              <a:ext uri="{FF2B5EF4-FFF2-40B4-BE49-F238E27FC236}">
                <a16:creationId xmlns:a16="http://schemas.microsoft.com/office/drawing/2014/main" xmlns="" id="{C2F11BC9-5663-4641-AFD6-EF2749EDDAED}"/>
              </a:ext>
            </a:extLst>
          </p:cNvPr>
          <p:cNvSpPr>
            <a:spLocks noGrp="1"/>
          </p:cNvSpPr>
          <p:nvPr>
            <p:ph type="body" sz="quarter" idx="19" hasCustomPrompt="1"/>
          </p:nvPr>
        </p:nvSpPr>
        <p:spPr>
          <a:xfrm>
            <a:off x="4933747" y="5221224"/>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2" name="Text Placeholder 9">
            <a:extLst>
              <a:ext uri="{FF2B5EF4-FFF2-40B4-BE49-F238E27FC236}">
                <a16:creationId xmlns:a16="http://schemas.microsoft.com/office/drawing/2014/main" xmlns="" id="{963F6C91-7F9C-4273-8FDE-92A9BA3B8DE4}"/>
              </a:ext>
            </a:extLst>
          </p:cNvPr>
          <p:cNvSpPr>
            <a:spLocks noGrp="1"/>
          </p:cNvSpPr>
          <p:nvPr>
            <p:ph type="body" sz="quarter" idx="18"/>
          </p:nvPr>
        </p:nvSpPr>
        <p:spPr>
          <a:xfrm>
            <a:off x="4933747" y="5541264"/>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sp>
        <p:nvSpPr>
          <p:cNvPr id="209" name="Date Placeholder 3">
            <a:extLst>
              <a:ext uri="{FF2B5EF4-FFF2-40B4-BE49-F238E27FC236}">
                <a16:creationId xmlns:a16="http://schemas.microsoft.com/office/drawing/2014/main" xmlns=""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xmlns=""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xmlns=""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13579987"/>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with sub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ACA106-0FC3-4FE9-9338-4AC3D15608E5}"/>
              </a:ext>
            </a:extLst>
          </p:cNvPr>
          <p:cNvSpPr>
            <a:spLocks noGrp="1"/>
          </p:cNvSpPr>
          <p:nvPr>
            <p:ph type="title" hasCustomPrompt="1"/>
          </p:nvPr>
        </p:nvSpPr>
        <p:spPr>
          <a:xfrm>
            <a:off x="914400" y="896112"/>
            <a:ext cx="9124951" cy="1325563"/>
          </a:xfrm>
        </p:spPr>
        <p:txBody>
          <a:bodyPr anchor="t" anchorCtr="0"/>
          <a:lstStyle>
            <a:lvl1pPr>
              <a:defRPr cap="all" baseline="0">
                <a:solidFill>
                  <a:schemeClr val="accent1"/>
                </a:solidFill>
              </a:defRPr>
            </a:lvl1pPr>
          </a:lstStyle>
          <a:p>
            <a:r>
              <a:rPr lang="en-US" dirty="0"/>
              <a:t>CLICK TO ADD TITLE</a:t>
            </a:r>
          </a:p>
        </p:txBody>
      </p:sp>
      <p:sp>
        <p:nvSpPr>
          <p:cNvPr id="22" name="Text Placeholder 21">
            <a:extLst>
              <a:ext uri="{FF2B5EF4-FFF2-40B4-BE49-F238E27FC236}">
                <a16:creationId xmlns:a16="http://schemas.microsoft.com/office/drawing/2014/main" xmlns="" id="{AD170077-B4B3-49F8-9FCD-908C81278926}"/>
              </a:ext>
            </a:extLst>
          </p:cNvPr>
          <p:cNvSpPr>
            <a:spLocks noGrp="1"/>
          </p:cNvSpPr>
          <p:nvPr>
            <p:ph type="body" sz="quarter" idx="14"/>
          </p:nvPr>
        </p:nvSpPr>
        <p:spPr>
          <a:xfrm>
            <a:off x="914400" y="1595438"/>
            <a:ext cx="9124950" cy="60007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1"/>
            <a:endParaRPr lang="en-US" dirty="0"/>
          </a:p>
        </p:txBody>
      </p:sp>
      <p:sp>
        <p:nvSpPr>
          <p:cNvPr id="17" name="Text Placeholder 2">
            <a:extLst>
              <a:ext uri="{FF2B5EF4-FFF2-40B4-BE49-F238E27FC236}">
                <a16:creationId xmlns:a16="http://schemas.microsoft.com/office/drawing/2014/main" xmlns="" id="{52AD81DC-207F-4541-B02D-802D3D5B2813}"/>
              </a:ext>
            </a:extLst>
          </p:cNvPr>
          <p:cNvSpPr>
            <a:spLocks noGrp="1"/>
          </p:cNvSpPr>
          <p:nvPr>
            <p:ph type="body" idx="13" hasCustomPrompt="1"/>
          </p:nvPr>
        </p:nvSpPr>
        <p:spPr>
          <a:xfrm>
            <a:off x="914400" y="2354580"/>
            <a:ext cx="4297679" cy="455295"/>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xmlns="" id="{02BF6510-D603-481E-B685-9095150A2891}"/>
              </a:ext>
            </a:extLst>
          </p:cNvPr>
          <p:cNvSpPr>
            <a:spLocks noGrp="1"/>
          </p:cNvSpPr>
          <p:nvPr>
            <p:ph sz="half" idx="1"/>
          </p:nvPr>
        </p:nvSpPr>
        <p:spPr>
          <a:xfrm>
            <a:off x="914400"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xmlns="" id="{F7289E8E-D34A-4BA8-A21D-2D40A211CB9B}"/>
              </a:ext>
            </a:extLst>
          </p:cNvPr>
          <p:cNvSpPr>
            <a:spLocks noGrp="1"/>
          </p:cNvSpPr>
          <p:nvPr>
            <p:ph type="body" sz="quarter" idx="3" hasCustomPrompt="1"/>
          </p:nvPr>
        </p:nvSpPr>
        <p:spPr>
          <a:xfrm>
            <a:off x="6373368" y="2352675"/>
            <a:ext cx="4297680" cy="457200"/>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xmlns="" id="{9A743757-ABC3-44BF-87D3-5E323E9B00D9}"/>
              </a:ext>
            </a:extLst>
          </p:cNvPr>
          <p:cNvSpPr>
            <a:spLocks noGrp="1"/>
          </p:cNvSpPr>
          <p:nvPr>
            <p:ph sz="half" idx="2"/>
          </p:nvPr>
        </p:nvSpPr>
        <p:spPr>
          <a:xfrm>
            <a:off x="6372225"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xmlns="" id="{E245CE27-BF50-45D1-92DF-3CC2CC341A7C}"/>
              </a:ext>
              <a:ext uri="{C183D7F6-B498-43B3-948B-1728B52AA6E4}">
                <adec:decorative xmlns:adec="http://schemas.microsoft.com/office/drawing/2017/decorative" xmlns=""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xmlns=""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xmlns=""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xmlns=""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xmlns=""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xmlns=""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xmlns="" id="{E9AA5A01-9E59-4C92-9634-32DB51F9182B}"/>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xmlns=""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xmlns="" id="{F50D01F0-AD27-490F-8044-37B2D9E23326}"/>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xmlns="" id="{417A4AF6-C906-4001-BDD2-33E11631858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33" name="Footer Placeholder 4">
            <a:extLst>
              <a:ext uri="{FF2B5EF4-FFF2-40B4-BE49-F238E27FC236}">
                <a16:creationId xmlns:a16="http://schemas.microsoft.com/office/drawing/2014/main" xmlns=""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34" name="Slide Number Placeholder 5">
            <a:extLst>
              <a:ext uri="{FF2B5EF4-FFF2-40B4-BE49-F238E27FC236}">
                <a16:creationId xmlns:a16="http://schemas.microsoft.com/office/drawing/2014/main" xmlns=""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75606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C626A5-4FF6-42BD-858A-AE4B2C23A6BC}"/>
              </a:ext>
            </a:extLst>
          </p:cNvPr>
          <p:cNvSpPr>
            <a:spLocks noGrp="1"/>
          </p:cNvSpPr>
          <p:nvPr>
            <p:ph type="title" hasCustomPrompt="1"/>
          </p:nvPr>
        </p:nvSpPr>
        <p:spPr>
          <a:xfrm>
            <a:off x="838200" y="896112"/>
            <a:ext cx="10515600" cy="1325563"/>
          </a:xfrm>
        </p:spPr>
        <p:txBody>
          <a:bodyPr anchor="t" anchorCtr="0"/>
          <a:lstStyle>
            <a:lvl1pPr>
              <a:defRPr cap="all" baseline="0">
                <a:solidFill>
                  <a:schemeClr val="tx2"/>
                </a:solidFill>
              </a:defRPr>
            </a:lvl1pPr>
          </a:lstStyle>
          <a:p>
            <a:r>
              <a:rPr lang="en-US" dirty="0"/>
              <a:t>Click to ADD TITLE</a:t>
            </a:r>
            <a:endParaRPr lang="en-ZA" dirty="0"/>
          </a:p>
        </p:txBody>
      </p:sp>
      <p:sp>
        <p:nvSpPr>
          <p:cNvPr id="35" name="Text Placeholder 3">
            <a:extLst>
              <a:ext uri="{FF2B5EF4-FFF2-40B4-BE49-F238E27FC236}">
                <a16:creationId xmlns:a16="http://schemas.microsoft.com/office/drawing/2014/main" xmlns="" id="{EC5BA522-ACA2-41E7-8167-4CAD19A343D4}"/>
              </a:ext>
            </a:extLst>
          </p:cNvPr>
          <p:cNvSpPr>
            <a:spLocks noGrp="1"/>
          </p:cNvSpPr>
          <p:nvPr>
            <p:ph type="body" sz="quarter" idx="59" hasCustomPrompt="1"/>
          </p:nvPr>
        </p:nvSpPr>
        <p:spPr>
          <a:xfrm>
            <a:off x="2258568" y="230428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36" name="Text Placeholder 36">
            <a:extLst>
              <a:ext uri="{FF2B5EF4-FFF2-40B4-BE49-F238E27FC236}">
                <a16:creationId xmlns:a16="http://schemas.microsoft.com/office/drawing/2014/main" xmlns="" id="{3FE4D07D-18EE-4015-BE1A-670EF5502FD5}"/>
              </a:ext>
            </a:extLst>
          </p:cNvPr>
          <p:cNvSpPr>
            <a:spLocks noGrp="1"/>
          </p:cNvSpPr>
          <p:nvPr>
            <p:ph type="body" sz="quarter" idx="60" hasCustomPrompt="1"/>
          </p:nvPr>
        </p:nvSpPr>
        <p:spPr>
          <a:xfrm>
            <a:off x="2313432" y="261518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59" name="Text Placeholder 3">
            <a:extLst>
              <a:ext uri="{FF2B5EF4-FFF2-40B4-BE49-F238E27FC236}">
                <a16:creationId xmlns:a16="http://schemas.microsoft.com/office/drawing/2014/main" xmlns="" id="{6962D0AF-583F-4670-BC13-F7BAE6B6974D}"/>
              </a:ext>
            </a:extLst>
          </p:cNvPr>
          <p:cNvSpPr>
            <a:spLocks noGrp="1"/>
          </p:cNvSpPr>
          <p:nvPr>
            <p:ph type="body" sz="quarter" idx="61" hasCustomPrompt="1"/>
          </p:nvPr>
        </p:nvSpPr>
        <p:spPr>
          <a:xfrm>
            <a:off x="4667859" y="230254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0" name="Text Placeholder 36">
            <a:extLst>
              <a:ext uri="{FF2B5EF4-FFF2-40B4-BE49-F238E27FC236}">
                <a16:creationId xmlns:a16="http://schemas.microsoft.com/office/drawing/2014/main" xmlns="" id="{C689AF3A-9B30-404A-B454-562D375F9B93}"/>
              </a:ext>
            </a:extLst>
          </p:cNvPr>
          <p:cNvSpPr>
            <a:spLocks noGrp="1"/>
          </p:cNvSpPr>
          <p:nvPr>
            <p:ph type="body" sz="quarter" idx="62" hasCustomPrompt="1"/>
          </p:nvPr>
        </p:nvSpPr>
        <p:spPr>
          <a:xfrm>
            <a:off x="4722723" y="261344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1" name="Text Placeholder 3">
            <a:extLst>
              <a:ext uri="{FF2B5EF4-FFF2-40B4-BE49-F238E27FC236}">
                <a16:creationId xmlns:a16="http://schemas.microsoft.com/office/drawing/2014/main" xmlns="" id="{3352E813-A80F-4AEB-908D-C58B76F95B15}"/>
              </a:ext>
            </a:extLst>
          </p:cNvPr>
          <p:cNvSpPr>
            <a:spLocks noGrp="1"/>
          </p:cNvSpPr>
          <p:nvPr>
            <p:ph type="body" sz="quarter" idx="63" hasCustomPrompt="1"/>
          </p:nvPr>
        </p:nvSpPr>
        <p:spPr>
          <a:xfrm>
            <a:off x="8577756" y="231969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2" name="Text Placeholder 36">
            <a:extLst>
              <a:ext uri="{FF2B5EF4-FFF2-40B4-BE49-F238E27FC236}">
                <a16:creationId xmlns:a16="http://schemas.microsoft.com/office/drawing/2014/main" xmlns="" id="{58E04D07-1AA8-4C7D-A594-AD4587E5077E}"/>
              </a:ext>
            </a:extLst>
          </p:cNvPr>
          <p:cNvSpPr>
            <a:spLocks noGrp="1"/>
          </p:cNvSpPr>
          <p:nvPr>
            <p:ph type="body" sz="quarter" idx="64" hasCustomPrompt="1"/>
          </p:nvPr>
        </p:nvSpPr>
        <p:spPr>
          <a:xfrm>
            <a:off x="8632620" y="263059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9" name="Text Placeholder 10">
            <a:extLst>
              <a:ext uri="{FF2B5EF4-FFF2-40B4-BE49-F238E27FC236}">
                <a16:creationId xmlns:a16="http://schemas.microsoft.com/office/drawing/2014/main" xmlns="" id="{7811C96E-0DEE-4C3C-914D-3D8E37D685D8}"/>
              </a:ext>
            </a:extLst>
          </p:cNvPr>
          <p:cNvSpPr>
            <a:spLocks noGrp="1"/>
          </p:cNvSpPr>
          <p:nvPr>
            <p:ph type="body" sz="quarter" idx="33" hasCustomPrompt="1"/>
          </p:nvPr>
        </p:nvSpPr>
        <p:spPr>
          <a:xfrm>
            <a:off x="914399" y="3354712"/>
            <a:ext cx="731520" cy="457200"/>
          </a:xfrm>
        </p:spPr>
        <p:txBody>
          <a:bodyPr anchor="ctr"/>
          <a:lstStyle>
            <a:lvl1pPr marL="0" indent="0" algn="ctr">
              <a:buNone/>
              <a:defRPr sz="1400" b="1">
                <a:solidFill>
                  <a:schemeClr val="tx2"/>
                </a:solidFill>
                <a:latin typeface="+mj-lt"/>
              </a:defRPr>
            </a:lvl1pPr>
          </a:lstStyle>
          <a:p>
            <a:pPr lvl="0"/>
            <a:r>
              <a:rPr lang="en-US" dirty="0"/>
              <a:t>Year</a:t>
            </a:r>
            <a:endParaRPr lang="en-ZA" dirty="0"/>
          </a:p>
        </p:txBody>
      </p:sp>
      <p:sp>
        <p:nvSpPr>
          <p:cNvPr id="10" name="Text Placeholder 10">
            <a:extLst>
              <a:ext uri="{FF2B5EF4-FFF2-40B4-BE49-F238E27FC236}">
                <a16:creationId xmlns:a16="http://schemas.microsoft.com/office/drawing/2014/main" xmlns="" id="{401495E4-6A47-4169-8AF4-736F7CF55C37}"/>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1" name="Text Placeholder 10">
            <a:extLst>
              <a:ext uri="{FF2B5EF4-FFF2-40B4-BE49-F238E27FC236}">
                <a16:creationId xmlns:a16="http://schemas.microsoft.com/office/drawing/2014/main" xmlns="" id="{4A350147-917D-4020-B9C3-CE41143A103A}"/>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2" name="Text Placeholder 10">
            <a:extLst>
              <a:ext uri="{FF2B5EF4-FFF2-40B4-BE49-F238E27FC236}">
                <a16:creationId xmlns:a16="http://schemas.microsoft.com/office/drawing/2014/main" xmlns="" id="{595A6F9E-88A2-46C6-B4B4-642D65C42C1E}"/>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3" name="Text Placeholder 10">
            <a:extLst>
              <a:ext uri="{FF2B5EF4-FFF2-40B4-BE49-F238E27FC236}">
                <a16:creationId xmlns:a16="http://schemas.microsoft.com/office/drawing/2014/main" xmlns="" id="{11C0F1C3-D7E3-418A-8706-CD257C1F5B6A}"/>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5" name="Text Placeholder 10">
            <a:extLst>
              <a:ext uri="{FF2B5EF4-FFF2-40B4-BE49-F238E27FC236}">
                <a16:creationId xmlns:a16="http://schemas.microsoft.com/office/drawing/2014/main" xmlns="" id="{8715823E-52F8-49ED-9EC8-E99ED0915BDD}"/>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6" name="Text Placeholder 10">
            <a:extLst>
              <a:ext uri="{FF2B5EF4-FFF2-40B4-BE49-F238E27FC236}">
                <a16:creationId xmlns:a16="http://schemas.microsoft.com/office/drawing/2014/main" xmlns="" id="{7DF700D5-2F9B-4B15-92CF-1052851D5E1B}"/>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7" name="Text Placeholder 10">
            <a:extLst>
              <a:ext uri="{FF2B5EF4-FFF2-40B4-BE49-F238E27FC236}">
                <a16:creationId xmlns:a16="http://schemas.microsoft.com/office/drawing/2014/main" xmlns="" id="{BB40768A-A2DB-44AA-89F5-071BCE4D9F91}"/>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9" name="Text Placeholder 10">
            <a:extLst>
              <a:ext uri="{FF2B5EF4-FFF2-40B4-BE49-F238E27FC236}">
                <a16:creationId xmlns:a16="http://schemas.microsoft.com/office/drawing/2014/main" xmlns="" id="{105B8381-43DD-41A0-A705-D1255AC449AE}"/>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0" name="Text Placeholder 10">
            <a:extLst>
              <a:ext uri="{FF2B5EF4-FFF2-40B4-BE49-F238E27FC236}">
                <a16:creationId xmlns:a16="http://schemas.microsoft.com/office/drawing/2014/main" xmlns="" id="{C178CB7C-93FB-40C1-9170-B99EF8EE9E8F}"/>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8" name="Text Placeholder 10">
            <a:extLst>
              <a:ext uri="{FF2B5EF4-FFF2-40B4-BE49-F238E27FC236}">
                <a16:creationId xmlns:a16="http://schemas.microsoft.com/office/drawing/2014/main" xmlns="" id="{16D07EB6-011E-4F65-9F28-20CAB54640E8}"/>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1" name="Text Placeholder 10">
            <a:extLst>
              <a:ext uri="{FF2B5EF4-FFF2-40B4-BE49-F238E27FC236}">
                <a16:creationId xmlns:a16="http://schemas.microsoft.com/office/drawing/2014/main" xmlns="" id="{A2B65EAF-1F60-417C-B138-F72EFEBF6D81}"/>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2" name="Text Placeholder 10">
            <a:extLst>
              <a:ext uri="{FF2B5EF4-FFF2-40B4-BE49-F238E27FC236}">
                <a16:creationId xmlns:a16="http://schemas.microsoft.com/office/drawing/2014/main" xmlns="" id="{76D120F4-A640-421C-B1F8-406158CFBC8E}"/>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4" name="Text Placeholder 10">
            <a:extLst>
              <a:ext uri="{FF2B5EF4-FFF2-40B4-BE49-F238E27FC236}">
                <a16:creationId xmlns:a16="http://schemas.microsoft.com/office/drawing/2014/main" xmlns="" id="{105D759B-EB6D-4560-B0B8-1F7EB7D1B841}"/>
              </a:ext>
            </a:extLst>
          </p:cNvPr>
          <p:cNvSpPr>
            <a:spLocks noGrp="1"/>
          </p:cNvSpPr>
          <p:nvPr>
            <p:ph type="body" sz="quarter" idx="38" hasCustomPrompt="1"/>
          </p:nvPr>
        </p:nvSpPr>
        <p:spPr>
          <a:xfrm>
            <a:off x="914400" y="4292468"/>
            <a:ext cx="731520" cy="457200"/>
          </a:xfrm>
        </p:spPr>
        <p:txBody>
          <a:bodyPr anchor="ctr"/>
          <a:lstStyle>
            <a:lvl1pPr marL="0" indent="0" algn="ctr">
              <a:buNone/>
              <a:defRPr sz="1400" b="1">
                <a:solidFill>
                  <a:schemeClr val="tx2"/>
                </a:solidFill>
                <a:latin typeface="+mj-lt"/>
              </a:defRPr>
            </a:lvl1pPr>
          </a:lstStyle>
          <a:p>
            <a:pPr lvl="0"/>
            <a:r>
              <a:rPr lang="en-US" dirty="0"/>
              <a:t>Year</a:t>
            </a:r>
            <a:endParaRPr lang="en-ZA" dirty="0"/>
          </a:p>
        </p:txBody>
      </p:sp>
      <p:sp>
        <p:nvSpPr>
          <p:cNvPr id="23" name="Text Placeholder 10">
            <a:extLst>
              <a:ext uri="{FF2B5EF4-FFF2-40B4-BE49-F238E27FC236}">
                <a16:creationId xmlns:a16="http://schemas.microsoft.com/office/drawing/2014/main" xmlns="" id="{BBD14391-1DC8-4D56-951F-25C5BDB3921C}"/>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4" name="Text Placeholder 10">
            <a:extLst>
              <a:ext uri="{FF2B5EF4-FFF2-40B4-BE49-F238E27FC236}">
                <a16:creationId xmlns:a16="http://schemas.microsoft.com/office/drawing/2014/main" xmlns="" id="{93FC04C9-D1DE-47BA-8D50-6D762B72B8FC}"/>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5" name="Text Placeholder 10">
            <a:extLst>
              <a:ext uri="{FF2B5EF4-FFF2-40B4-BE49-F238E27FC236}">
                <a16:creationId xmlns:a16="http://schemas.microsoft.com/office/drawing/2014/main" xmlns="" id="{B8FB174F-BC80-4817-90C7-42F90C7978E5}"/>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6" name="Text Placeholder 10">
            <a:extLst>
              <a:ext uri="{FF2B5EF4-FFF2-40B4-BE49-F238E27FC236}">
                <a16:creationId xmlns:a16="http://schemas.microsoft.com/office/drawing/2014/main" xmlns="" id="{E896FB65-5B08-4993-8523-822688BB2A9B}"/>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7" name="Text Placeholder 10">
            <a:extLst>
              <a:ext uri="{FF2B5EF4-FFF2-40B4-BE49-F238E27FC236}">
                <a16:creationId xmlns:a16="http://schemas.microsoft.com/office/drawing/2014/main" xmlns="" id="{DBAF247D-367F-4524-9E85-4B66631D5309}"/>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8" name="Text Placeholder 10">
            <a:extLst>
              <a:ext uri="{FF2B5EF4-FFF2-40B4-BE49-F238E27FC236}">
                <a16:creationId xmlns:a16="http://schemas.microsoft.com/office/drawing/2014/main" xmlns="" id="{4F9BFDEC-4D89-4C8E-A3D9-A6DF0297F780}"/>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9" name="Text Placeholder 10">
            <a:extLst>
              <a:ext uri="{FF2B5EF4-FFF2-40B4-BE49-F238E27FC236}">
                <a16:creationId xmlns:a16="http://schemas.microsoft.com/office/drawing/2014/main" xmlns="" id="{9C08EC58-18EC-4890-94D6-2422A6BBA8D5}"/>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1" name="Text Placeholder 10">
            <a:extLst>
              <a:ext uri="{FF2B5EF4-FFF2-40B4-BE49-F238E27FC236}">
                <a16:creationId xmlns:a16="http://schemas.microsoft.com/office/drawing/2014/main" xmlns="" id="{5F5960EF-7F51-41A0-9E73-D2F727AB3F0D}"/>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2" name="Text Placeholder 10">
            <a:extLst>
              <a:ext uri="{FF2B5EF4-FFF2-40B4-BE49-F238E27FC236}">
                <a16:creationId xmlns:a16="http://schemas.microsoft.com/office/drawing/2014/main" xmlns="" id="{9F81D711-9D82-42A4-8AB2-12D1F4490AAD}"/>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0" name="Text Placeholder 10">
            <a:extLst>
              <a:ext uri="{FF2B5EF4-FFF2-40B4-BE49-F238E27FC236}">
                <a16:creationId xmlns:a16="http://schemas.microsoft.com/office/drawing/2014/main" xmlns="" id="{D360A36A-7282-4045-B0DF-503E6A97BA47}"/>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3" name="Text Placeholder 10">
            <a:extLst>
              <a:ext uri="{FF2B5EF4-FFF2-40B4-BE49-F238E27FC236}">
                <a16:creationId xmlns:a16="http://schemas.microsoft.com/office/drawing/2014/main" xmlns="" id="{0A2E5DCC-5FCD-4396-9980-17ECD06BB370}"/>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4" name="Text Placeholder 10">
            <a:extLst>
              <a:ext uri="{FF2B5EF4-FFF2-40B4-BE49-F238E27FC236}">
                <a16:creationId xmlns:a16="http://schemas.microsoft.com/office/drawing/2014/main" xmlns="" id="{A3860367-6AF8-4009-AE8B-33DEE49D1773}"/>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7" name="Arrow: Right 36">
            <a:extLst>
              <a:ext uri="{FF2B5EF4-FFF2-40B4-BE49-F238E27FC236}">
                <a16:creationId xmlns:a16="http://schemas.microsoft.com/office/drawing/2014/main" xmlns="" id="{A21A7A3E-FAE9-412E-9085-C5396DD58558}"/>
              </a:ext>
              <a:ext uri="{C183D7F6-B498-43B3-948B-1728B52AA6E4}">
                <adec:decorative xmlns:adec="http://schemas.microsoft.com/office/drawing/2017/decorative" xmlns="" val="1"/>
              </a:ext>
            </a:extLst>
          </p:cNvPr>
          <p:cNvSpPr/>
          <p:nvPr userDrawn="1"/>
        </p:nvSpPr>
        <p:spPr>
          <a:xfrm>
            <a:off x="929640" y="3981445"/>
            <a:ext cx="10332720" cy="168656"/>
          </a:xfrm>
          <a:prstGeom prst="rightArrow">
            <a:avLst>
              <a:gd name="adj1" fmla="val 100000"/>
              <a:gd name="adj2" fmla="val 8593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lumMod val="75000"/>
                  <a:lumOff val="25000"/>
                </a:schemeClr>
              </a:solidFill>
            </a:endParaRPr>
          </a:p>
        </p:txBody>
      </p:sp>
      <p:pic>
        <p:nvPicPr>
          <p:cNvPr id="4" name="Graphic 3">
            <a:extLst>
              <a:ext uri="{FF2B5EF4-FFF2-40B4-BE49-F238E27FC236}">
                <a16:creationId xmlns:a16="http://schemas.microsoft.com/office/drawing/2014/main" xmlns="" id="{53DC4F1A-B4E3-468C-B5D4-1171E63EFA17}"/>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10162032" y="1"/>
            <a:ext cx="2029968" cy="2029968"/>
          </a:xfrm>
          <a:prstGeom prst="rect">
            <a:avLst/>
          </a:prstGeom>
        </p:spPr>
      </p:pic>
      <p:cxnSp>
        <p:nvCxnSpPr>
          <p:cNvPr id="38" name="Straight Connector 37">
            <a:extLst>
              <a:ext uri="{FF2B5EF4-FFF2-40B4-BE49-F238E27FC236}">
                <a16:creationId xmlns:a16="http://schemas.microsoft.com/office/drawing/2014/main" xmlns="" id="{2DB417EF-A4F1-45A2-ACA0-5C82104244A7}"/>
              </a:ext>
              <a:ext uri="{C183D7F6-B498-43B3-948B-1728B52AA6E4}">
                <adec:decorative xmlns:adec="http://schemas.microsoft.com/office/drawing/2017/decorative" xmlns="" val="1"/>
              </a:ext>
            </a:extLst>
          </p:cNvPr>
          <p:cNvCxnSpPr>
            <a:cxnSpLocks/>
          </p:cNvCxnSpPr>
          <p:nvPr userDrawn="1"/>
        </p:nvCxnSpPr>
        <p:spPr>
          <a:xfrm>
            <a:off x="3044816" y="2697432"/>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5E81057A-21E4-4E98-BFE7-5B870E5EAA41}"/>
              </a:ext>
              <a:ext uri="{C183D7F6-B498-43B3-948B-1728B52AA6E4}">
                <adec:decorative xmlns:adec="http://schemas.microsoft.com/office/drawing/2017/decorative" xmlns="" val="1"/>
              </a:ext>
            </a:extLst>
          </p:cNvPr>
          <p:cNvCxnSpPr>
            <a:cxnSpLocks/>
          </p:cNvCxnSpPr>
          <p:nvPr userDrawn="1"/>
        </p:nvCxnSpPr>
        <p:spPr>
          <a:xfrm>
            <a:off x="5423645" y="2697480"/>
            <a:ext cx="0" cy="733425"/>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xmlns="" id="{0E7D18C9-8D44-4323-B6BF-BF76C2381281}"/>
              </a:ext>
              <a:ext uri="{C183D7F6-B498-43B3-948B-1728B52AA6E4}">
                <adec:decorative xmlns:adec="http://schemas.microsoft.com/office/drawing/2017/decorative" xmlns="" val="1"/>
              </a:ext>
            </a:extLst>
          </p:cNvPr>
          <p:cNvCxnSpPr>
            <a:cxnSpLocks/>
          </p:cNvCxnSpPr>
          <p:nvPr userDrawn="1"/>
        </p:nvCxnSpPr>
        <p:spPr>
          <a:xfrm>
            <a:off x="9354996" y="269748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xmlns="" id="{7201D3F8-FF19-44BC-9EE7-6B58CD82BBD1}"/>
              </a:ext>
              <a:ext uri="{C183D7F6-B498-43B3-948B-1728B52AA6E4}">
                <adec:decorative xmlns:adec="http://schemas.microsoft.com/office/drawing/2017/decorative" xmlns="" val="1"/>
              </a:ext>
            </a:extLst>
          </p:cNvPr>
          <p:cNvCxnSpPr>
            <a:cxnSpLocks/>
          </p:cNvCxnSpPr>
          <p:nvPr userDrawn="1"/>
        </p:nvCxnSpPr>
        <p:spPr>
          <a:xfrm rot="10800000">
            <a:off x="3049258"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xmlns="" id="{E6ACB076-AF56-41FE-9380-E9AD0CF40394}"/>
              </a:ext>
              <a:ext uri="{C183D7F6-B498-43B3-948B-1728B52AA6E4}">
                <adec:decorative xmlns:adec="http://schemas.microsoft.com/office/drawing/2017/decorative" xmlns="" val="1"/>
              </a:ext>
            </a:extLst>
          </p:cNvPr>
          <p:cNvCxnSpPr>
            <a:cxnSpLocks/>
          </p:cNvCxnSpPr>
          <p:nvPr userDrawn="1"/>
        </p:nvCxnSpPr>
        <p:spPr>
          <a:xfrm rot="10800000">
            <a:off x="7014003"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xmlns="" id="{401BD79D-A068-4E2B-A576-16599ECD33DF}"/>
              </a:ext>
              <a:ext uri="{C183D7F6-B498-43B3-948B-1728B52AA6E4}">
                <adec:decorative xmlns:adec="http://schemas.microsoft.com/office/drawing/2017/decorative" xmlns="" val="1"/>
              </a:ext>
            </a:extLst>
          </p:cNvPr>
          <p:cNvCxnSpPr>
            <a:cxnSpLocks/>
          </p:cNvCxnSpPr>
          <p:nvPr userDrawn="1"/>
        </p:nvCxnSpPr>
        <p:spPr>
          <a:xfrm rot="10800000">
            <a:off x="10949479"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63" name="Text Placeholder 3">
            <a:extLst>
              <a:ext uri="{FF2B5EF4-FFF2-40B4-BE49-F238E27FC236}">
                <a16:creationId xmlns:a16="http://schemas.microsoft.com/office/drawing/2014/main" xmlns="" id="{28F6AF7C-04EA-4C94-9ADB-02F18DEF5A67}"/>
              </a:ext>
            </a:extLst>
          </p:cNvPr>
          <p:cNvSpPr>
            <a:spLocks noGrp="1"/>
          </p:cNvSpPr>
          <p:nvPr>
            <p:ph type="body" sz="quarter" idx="65" hasCustomPrompt="1"/>
          </p:nvPr>
        </p:nvSpPr>
        <p:spPr>
          <a:xfrm>
            <a:off x="2302341" y="526963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4" name="Text Placeholder 36">
            <a:extLst>
              <a:ext uri="{FF2B5EF4-FFF2-40B4-BE49-F238E27FC236}">
                <a16:creationId xmlns:a16="http://schemas.microsoft.com/office/drawing/2014/main" xmlns="" id="{DBC1E942-B2AC-4A1B-A9BF-207F48444E69}"/>
              </a:ext>
            </a:extLst>
          </p:cNvPr>
          <p:cNvSpPr>
            <a:spLocks noGrp="1"/>
          </p:cNvSpPr>
          <p:nvPr>
            <p:ph type="body" sz="quarter" idx="66" hasCustomPrompt="1"/>
          </p:nvPr>
        </p:nvSpPr>
        <p:spPr>
          <a:xfrm>
            <a:off x="2357205" y="558053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5" name="Text Placeholder 3">
            <a:extLst>
              <a:ext uri="{FF2B5EF4-FFF2-40B4-BE49-F238E27FC236}">
                <a16:creationId xmlns:a16="http://schemas.microsoft.com/office/drawing/2014/main" xmlns="" id="{236CF734-307C-46DF-9F1B-B7B348E8AFEC}"/>
              </a:ext>
            </a:extLst>
          </p:cNvPr>
          <p:cNvSpPr>
            <a:spLocks noGrp="1"/>
          </p:cNvSpPr>
          <p:nvPr>
            <p:ph type="body" sz="quarter" idx="67" hasCustomPrompt="1"/>
          </p:nvPr>
        </p:nvSpPr>
        <p:spPr>
          <a:xfrm>
            <a:off x="6222339" y="527294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6" name="Text Placeholder 36">
            <a:extLst>
              <a:ext uri="{FF2B5EF4-FFF2-40B4-BE49-F238E27FC236}">
                <a16:creationId xmlns:a16="http://schemas.microsoft.com/office/drawing/2014/main" xmlns="" id="{A797E2F6-E10E-4B32-8496-AC4E0B14B3F7}"/>
              </a:ext>
            </a:extLst>
          </p:cNvPr>
          <p:cNvSpPr>
            <a:spLocks noGrp="1"/>
          </p:cNvSpPr>
          <p:nvPr>
            <p:ph type="body" sz="quarter" idx="68" hasCustomPrompt="1"/>
          </p:nvPr>
        </p:nvSpPr>
        <p:spPr>
          <a:xfrm>
            <a:off x="6277203" y="558384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7" name="Text Placeholder 3">
            <a:extLst>
              <a:ext uri="{FF2B5EF4-FFF2-40B4-BE49-F238E27FC236}">
                <a16:creationId xmlns:a16="http://schemas.microsoft.com/office/drawing/2014/main" xmlns="" id="{FE2C824F-3FEC-4436-8D89-71417F95C4CA}"/>
              </a:ext>
            </a:extLst>
          </p:cNvPr>
          <p:cNvSpPr>
            <a:spLocks noGrp="1"/>
          </p:cNvSpPr>
          <p:nvPr>
            <p:ph type="body" sz="quarter" idx="69" hasCustomPrompt="1"/>
          </p:nvPr>
        </p:nvSpPr>
        <p:spPr>
          <a:xfrm>
            <a:off x="10161393" y="527294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8" name="Text Placeholder 36">
            <a:extLst>
              <a:ext uri="{FF2B5EF4-FFF2-40B4-BE49-F238E27FC236}">
                <a16:creationId xmlns:a16="http://schemas.microsoft.com/office/drawing/2014/main" xmlns="" id="{A789A2A0-3ABC-41EA-A65B-C158812FD38D}"/>
              </a:ext>
            </a:extLst>
          </p:cNvPr>
          <p:cNvSpPr>
            <a:spLocks noGrp="1"/>
          </p:cNvSpPr>
          <p:nvPr>
            <p:ph type="body" sz="quarter" idx="70" hasCustomPrompt="1"/>
          </p:nvPr>
        </p:nvSpPr>
        <p:spPr>
          <a:xfrm>
            <a:off x="10216257" y="558384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40" name="Date Placeholder 3">
            <a:extLst>
              <a:ext uri="{FF2B5EF4-FFF2-40B4-BE49-F238E27FC236}">
                <a16:creationId xmlns:a16="http://schemas.microsoft.com/office/drawing/2014/main" xmlns="" id="{F15C78F9-B77F-44BB-9DD3-7FD6042F4D4F}"/>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41" name="Footer Placeholder 4">
            <a:extLst>
              <a:ext uri="{FF2B5EF4-FFF2-40B4-BE49-F238E27FC236}">
                <a16:creationId xmlns:a16="http://schemas.microsoft.com/office/drawing/2014/main" xmlns="" id="{7A2CE885-91AB-475D-937A-12B9D463D401}"/>
              </a:ext>
            </a:extLst>
          </p:cNvPr>
          <p:cNvSpPr>
            <a:spLocks noGrp="1"/>
          </p:cNvSpPr>
          <p:nvPr>
            <p:ph type="ftr" sz="quarter" idx="11"/>
          </p:nvPr>
        </p:nvSpPr>
        <p:spPr>
          <a:xfrm>
            <a:off x="5424487" y="6350000"/>
            <a:ext cx="2286000" cy="365125"/>
          </a:xfrm>
        </p:spPr>
        <p:txBody>
          <a:bodyPr/>
          <a:lstStyle>
            <a:lvl1pPr>
              <a:defRPr>
                <a:solidFill>
                  <a:schemeClr val="tx2"/>
                </a:solidFill>
              </a:defRPr>
            </a:lvl1pPr>
          </a:lstStyle>
          <a:p>
            <a:r>
              <a:rPr lang="en-US" dirty="0"/>
              <a:t>Pitch deck title</a:t>
            </a:r>
          </a:p>
        </p:txBody>
      </p:sp>
      <p:sp>
        <p:nvSpPr>
          <p:cNvPr id="42" name="Slide Number Placeholder 5">
            <a:extLst>
              <a:ext uri="{FF2B5EF4-FFF2-40B4-BE49-F238E27FC236}">
                <a16:creationId xmlns:a16="http://schemas.microsoft.com/office/drawing/2014/main" xmlns="" id="{AF0A068C-26D9-4FC8-AD91-8B62AA304C4A}"/>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65061128"/>
      </p:ext>
    </p:extLst>
  </p:cSld>
  <p:clrMapOvr>
    <a:masterClrMapping/>
  </p:clrMapOvr>
  <p:extLst>
    <p:ext uri="{DCECCB84-F9BA-43D5-87BE-67443E8EF086}">
      <p15:sldGuideLst xmlns:p15="http://schemas.microsoft.com/office/powerpoint/2012/main" xmlns="">
        <p15:guide id="1" orient="horz" pos="230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914400" y="896112"/>
            <a:ext cx="10515600" cy="1325563"/>
          </a:xfrm>
        </p:spPr>
        <p:txBody>
          <a:bodyPr anchor="t" anchorCtr="0"/>
          <a:lstStyle>
            <a:lvl1pPr>
              <a:defRPr cap="all" baseline="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xmlns="" id="{BF8F5A6A-E29E-401A-801A-8FD9CAABA7A5}"/>
              </a:ext>
            </a:extLst>
          </p:cNvPr>
          <p:cNvSpPr>
            <a:spLocks noGrp="1"/>
          </p:cNvSpPr>
          <p:nvPr>
            <p:ph idx="1"/>
          </p:nvPr>
        </p:nvSpPr>
        <p:spPr>
          <a:xfrm>
            <a:off x="1021080" y="1825625"/>
            <a:ext cx="10515600" cy="4351338"/>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3">
            <a:extLst>
              <a:ext uri="{FF2B5EF4-FFF2-40B4-BE49-F238E27FC236}">
                <a16:creationId xmlns:a16="http://schemas.microsoft.com/office/drawing/2014/main" xmlns="" id="{AB92D86A-5036-415A-B056-A55CB2E0C2C9}"/>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ate Placeholder 3">
            <a:extLst>
              <a:ext uri="{FF2B5EF4-FFF2-40B4-BE49-F238E27FC236}">
                <a16:creationId xmlns:a16="http://schemas.microsoft.com/office/drawing/2014/main" xmlns="" id="{0C761AA1-7048-41AE-AA8B-1FD077C849B2}"/>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12" name="Footer Placeholder 4">
            <a:extLst>
              <a:ext uri="{FF2B5EF4-FFF2-40B4-BE49-F238E27FC236}">
                <a16:creationId xmlns:a16="http://schemas.microsoft.com/office/drawing/2014/main" xmlns="" id="{36439D65-6A92-4B4C-8307-6CB811F976A3}"/>
              </a:ext>
            </a:extLst>
          </p:cNvPr>
          <p:cNvSpPr>
            <a:spLocks noGrp="1"/>
          </p:cNvSpPr>
          <p:nvPr>
            <p:ph type="ftr" sz="quarter" idx="11"/>
          </p:nvPr>
        </p:nvSpPr>
        <p:spPr>
          <a:xfrm>
            <a:off x="5424488"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3" name="Slide Number Placeholder 5">
            <a:extLst>
              <a:ext uri="{FF2B5EF4-FFF2-40B4-BE49-F238E27FC236}">
                <a16:creationId xmlns:a16="http://schemas.microsoft.com/office/drawing/2014/main" xmlns="" id="{2AB85375-9E39-4BEF-908C-531D02526826}"/>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 4 up">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F8C642-49FB-4E16-A3A0-B2ACBEABFFD6}"/>
              </a:ext>
            </a:extLst>
          </p:cNvPr>
          <p:cNvSpPr>
            <a:spLocks noGrp="1"/>
          </p:cNvSpPr>
          <p:nvPr>
            <p:ph type="title" hasCustomPrompt="1"/>
          </p:nvPr>
        </p:nvSpPr>
        <p:spPr>
          <a:xfrm>
            <a:off x="914400" y="896112"/>
            <a:ext cx="10363200" cy="1325880"/>
          </a:xfrm>
        </p:spPr>
        <p:txBody>
          <a:bodyPr anchor="t" anchorCtr="0"/>
          <a:lstStyle>
            <a:lvl1pPr>
              <a:defRPr cap="all" baseline="0">
                <a:solidFill>
                  <a:schemeClr val="tx2"/>
                </a:solidFill>
              </a:defRPr>
            </a:lvl1pPr>
          </a:lstStyle>
          <a:p>
            <a:r>
              <a:rPr lang="en-US" dirty="0"/>
              <a:t>CLICK TO ADD TITLE</a:t>
            </a:r>
          </a:p>
        </p:txBody>
      </p:sp>
      <p:sp>
        <p:nvSpPr>
          <p:cNvPr id="9" name="Picture Placeholder 8">
            <a:extLst>
              <a:ext uri="{FF2B5EF4-FFF2-40B4-BE49-F238E27FC236}">
                <a16:creationId xmlns:a16="http://schemas.microsoft.com/office/drawing/2014/main" xmlns="" id="{AA40526D-DB50-43D0-90D5-E6FB281419DB}"/>
              </a:ext>
            </a:extLst>
          </p:cNvPr>
          <p:cNvSpPr>
            <a:spLocks noGrp="1"/>
          </p:cNvSpPr>
          <p:nvPr>
            <p:ph type="pic" sz="quarter" idx="13"/>
          </p:nvPr>
        </p:nvSpPr>
        <p:spPr>
          <a:xfrm>
            <a:off x="914400" y="1993392"/>
            <a:ext cx="2286000" cy="2286000"/>
          </a:xfrm>
          <a:solidFill>
            <a:schemeClr val="tx2">
              <a:lumMod val="90000"/>
            </a:schemeClr>
          </a:solidFill>
        </p:spPr>
        <p:txBody>
          <a:bodyPr/>
          <a:lstStyle/>
          <a:p>
            <a:endParaRPr lang="en-US" dirty="0"/>
          </a:p>
        </p:txBody>
      </p:sp>
      <p:sp>
        <p:nvSpPr>
          <p:cNvPr id="11" name="Text Placeholder 10">
            <a:extLst>
              <a:ext uri="{FF2B5EF4-FFF2-40B4-BE49-F238E27FC236}">
                <a16:creationId xmlns:a16="http://schemas.microsoft.com/office/drawing/2014/main" xmlns="" id="{1FCCE554-7DC7-4A2A-BD55-8E86A3B4AD6D}"/>
              </a:ext>
            </a:extLst>
          </p:cNvPr>
          <p:cNvSpPr>
            <a:spLocks noGrp="1"/>
          </p:cNvSpPr>
          <p:nvPr>
            <p:ph type="body" sz="quarter" idx="14" hasCustomPrompt="1"/>
          </p:nvPr>
        </p:nvSpPr>
        <p:spPr>
          <a:xfrm>
            <a:off x="838200" y="4507992"/>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2" name="Text Placeholder 10">
            <a:extLst>
              <a:ext uri="{FF2B5EF4-FFF2-40B4-BE49-F238E27FC236}">
                <a16:creationId xmlns:a16="http://schemas.microsoft.com/office/drawing/2014/main" xmlns="" id="{4C379AB9-816A-48B0-8040-51C116DF5D57}"/>
              </a:ext>
            </a:extLst>
          </p:cNvPr>
          <p:cNvSpPr>
            <a:spLocks noGrp="1"/>
          </p:cNvSpPr>
          <p:nvPr>
            <p:ph type="body" sz="quarter" idx="15" hasCustomPrompt="1"/>
          </p:nvPr>
        </p:nvSpPr>
        <p:spPr>
          <a:xfrm>
            <a:off x="838200" y="4837176"/>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3" name="Picture Placeholder 8">
            <a:extLst>
              <a:ext uri="{FF2B5EF4-FFF2-40B4-BE49-F238E27FC236}">
                <a16:creationId xmlns:a16="http://schemas.microsoft.com/office/drawing/2014/main" xmlns="" id="{EB148D33-9D3D-4F09-AD3D-5478787F73F8}"/>
              </a:ext>
            </a:extLst>
          </p:cNvPr>
          <p:cNvSpPr>
            <a:spLocks noGrp="1"/>
          </p:cNvSpPr>
          <p:nvPr>
            <p:ph type="pic" sz="quarter" idx="16"/>
          </p:nvPr>
        </p:nvSpPr>
        <p:spPr>
          <a:xfrm>
            <a:off x="3610808" y="1993392"/>
            <a:ext cx="2286000" cy="2286000"/>
          </a:xfrm>
          <a:solidFill>
            <a:schemeClr val="tx2">
              <a:lumMod val="90000"/>
            </a:schemeClr>
          </a:solidFill>
        </p:spPr>
        <p:txBody>
          <a:bodyPr/>
          <a:lstStyle/>
          <a:p>
            <a:endParaRPr lang="en-US" dirty="0"/>
          </a:p>
        </p:txBody>
      </p:sp>
      <p:sp>
        <p:nvSpPr>
          <p:cNvPr id="14" name="Text Placeholder 10">
            <a:extLst>
              <a:ext uri="{FF2B5EF4-FFF2-40B4-BE49-F238E27FC236}">
                <a16:creationId xmlns:a16="http://schemas.microsoft.com/office/drawing/2014/main" xmlns="" id="{41C6DB7F-D21E-454A-8816-7C20215E176C}"/>
              </a:ext>
            </a:extLst>
          </p:cNvPr>
          <p:cNvSpPr>
            <a:spLocks noGrp="1"/>
          </p:cNvSpPr>
          <p:nvPr>
            <p:ph type="body" sz="quarter" idx="17" hasCustomPrompt="1"/>
          </p:nvPr>
        </p:nvSpPr>
        <p:spPr>
          <a:xfrm>
            <a:off x="3535680" y="4511617"/>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5" name="Text Placeholder 10">
            <a:extLst>
              <a:ext uri="{FF2B5EF4-FFF2-40B4-BE49-F238E27FC236}">
                <a16:creationId xmlns:a16="http://schemas.microsoft.com/office/drawing/2014/main" xmlns="" id="{D0C4D301-6FD0-45BF-8011-A4984ED664E0}"/>
              </a:ext>
            </a:extLst>
          </p:cNvPr>
          <p:cNvSpPr>
            <a:spLocks noGrp="1"/>
          </p:cNvSpPr>
          <p:nvPr>
            <p:ph type="body" sz="quarter" idx="18" hasCustomPrompt="1"/>
          </p:nvPr>
        </p:nvSpPr>
        <p:spPr>
          <a:xfrm>
            <a:off x="3535680" y="4839223"/>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9" name="Picture Placeholder 8">
            <a:extLst>
              <a:ext uri="{FF2B5EF4-FFF2-40B4-BE49-F238E27FC236}">
                <a16:creationId xmlns:a16="http://schemas.microsoft.com/office/drawing/2014/main" xmlns="" id="{CB5FD37A-EE86-444D-9C60-101D10C1C6A3}"/>
              </a:ext>
            </a:extLst>
          </p:cNvPr>
          <p:cNvSpPr>
            <a:spLocks noGrp="1"/>
          </p:cNvSpPr>
          <p:nvPr>
            <p:ph type="pic" sz="quarter" idx="22"/>
          </p:nvPr>
        </p:nvSpPr>
        <p:spPr>
          <a:xfrm>
            <a:off x="6307216" y="1993392"/>
            <a:ext cx="2286000" cy="2286000"/>
          </a:xfrm>
          <a:solidFill>
            <a:schemeClr val="tx2">
              <a:lumMod val="90000"/>
            </a:schemeClr>
          </a:solidFill>
        </p:spPr>
        <p:txBody>
          <a:bodyPr/>
          <a:lstStyle/>
          <a:p>
            <a:endParaRPr lang="en-US" dirty="0"/>
          </a:p>
        </p:txBody>
      </p:sp>
      <p:sp>
        <p:nvSpPr>
          <p:cNvPr id="20" name="Text Placeholder 10">
            <a:extLst>
              <a:ext uri="{FF2B5EF4-FFF2-40B4-BE49-F238E27FC236}">
                <a16:creationId xmlns:a16="http://schemas.microsoft.com/office/drawing/2014/main" xmlns="" id="{77DCE814-41FD-4D48-8120-139ED978660B}"/>
              </a:ext>
            </a:extLst>
          </p:cNvPr>
          <p:cNvSpPr>
            <a:spLocks noGrp="1"/>
          </p:cNvSpPr>
          <p:nvPr>
            <p:ph type="body" sz="quarter" idx="23" hasCustomPrompt="1"/>
          </p:nvPr>
        </p:nvSpPr>
        <p:spPr>
          <a:xfrm>
            <a:off x="6233160" y="4511617"/>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21" name="Text Placeholder 10">
            <a:extLst>
              <a:ext uri="{FF2B5EF4-FFF2-40B4-BE49-F238E27FC236}">
                <a16:creationId xmlns:a16="http://schemas.microsoft.com/office/drawing/2014/main" xmlns="" id="{142BD72F-73D4-46DC-B184-801565CDC961}"/>
              </a:ext>
            </a:extLst>
          </p:cNvPr>
          <p:cNvSpPr>
            <a:spLocks noGrp="1"/>
          </p:cNvSpPr>
          <p:nvPr>
            <p:ph type="body" sz="quarter" idx="24" hasCustomPrompt="1"/>
          </p:nvPr>
        </p:nvSpPr>
        <p:spPr>
          <a:xfrm>
            <a:off x="6233160" y="4839223"/>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6" name="Picture Placeholder 8">
            <a:extLst>
              <a:ext uri="{FF2B5EF4-FFF2-40B4-BE49-F238E27FC236}">
                <a16:creationId xmlns:a16="http://schemas.microsoft.com/office/drawing/2014/main" xmlns="" id="{97508F04-3E2E-41F2-9326-8B0362A83AB8}"/>
              </a:ext>
            </a:extLst>
          </p:cNvPr>
          <p:cNvSpPr>
            <a:spLocks noGrp="1"/>
          </p:cNvSpPr>
          <p:nvPr>
            <p:ph type="pic" sz="quarter" idx="19"/>
          </p:nvPr>
        </p:nvSpPr>
        <p:spPr>
          <a:xfrm>
            <a:off x="9003624" y="1993392"/>
            <a:ext cx="2286000" cy="2286000"/>
          </a:xfrm>
          <a:solidFill>
            <a:schemeClr val="tx2">
              <a:lumMod val="90000"/>
            </a:schemeClr>
          </a:solidFill>
        </p:spPr>
        <p:txBody>
          <a:bodyPr/>
          <a:lstStyle/>
          <a:p>
            <a:endParaRPr lang="en-US" dirty="0"/>
          </a:p>
        </p:txBody>
      </p:sp>
      <p:sp>
        <p:nvSpPr>
          <p:cNvPr id="17" name="Text Placeholder 10">
            <a:extLst>
              <a:ext uri="{FF2B5EF4-FFF2-40B4-BE49-F238E27FC236}">
                <a16:creationId xmlns:a16="http://schemas.microsoft.com/office/drawing/2014/main" xmlns="" id="{D5ACD767-F8EC-4D73-8CC0-DC4C23BBB2B2}"/>
              </a:ext>
            </a:extLst>
          </p:cNvPr>
          <p:cNvSpPr>
            <a:spLocks noGrp="1"/>
          </p:cNvSpPr>
          <p:nvPr>
            <p:ph type="body" sz="quarter" idx="20" hasCustomPrompt="1"/>
          </p:nvPr>
        </p:nvSpPr>
        <p:spPr>
          <a:xfrm>
            <a:off x="8927973" y="4507992"/>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8" name="Text Placeholder 10">
            <a:extLst>
              <a:ext uri="{FF2B5EF4-FFF2-40B4-BE49-F238E27FC236}">
                <a16:creationId xmlns:a16="http://schemas.microsoft.com/office/drawing/2014/main" xmlns="" id="{4736BB1A-851C-4D31-90C7-CDC5DBAEE1CE}"/>
              </a:ext>
            </a:extLst>
          </p:cNvPr>
          <p:cNvSpPr>
            <a:spLocks noGrp="1"/>
          </p:cNvSpPr>
          <p:nvPr>
            <p:ph type="body" sz="quarter" idx="21" hasCustomPrompt="1"/>
          </p:nvPr>
        </p:nvSpPr>
        <p:spPr>
          <a:xfrm>
            <a:off x="8927973" y="4837176"/>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pic>
        <p:nvPicPr>
          <p:cNvPr id="6" name="Graphic 5">
            <a:extLst>
              <a:ext uri="{FF2B5EF4-FFF2-40B4-BE49-F238E27FC236}">
                <a16:creationId xmlns:a16="http://schemas.microsoft.com/office/drawing/2014/main" xmlns="" id="{B2402DAC-DB2C-47BE-AE78-07846291BB8E}"/>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10162032" y="1"/>
            <a:ext cx="2029968" cy="2029968"/>
          </a:xfrm>
          <a:prstGeom prst="rect">
            <a:avLst/>
          </a:prstGeom>
        </p:spPr>
      </p:pic>
      <p:sp>
        <p:nvSpPr>
          <p:cNvPr id="32" name="Date Placeholder 3">
            <a:extLst>
              <a:ext uri="{FF2B5EF4-FFF2-40B4-BE49-F238E27FC236}">
                <a16:creationId xmlns:a16="http://schemas.microsoft.com/office/drawing/2014/main" xmlns="" id="{B459F3AA-94CC-42D0-8666-6ACC47E3DE37}"/>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33" name="Footer Placeholder 4">
            <a:extLst>
              <a:ext uri="{FF2B5EF4-FFF2-40B4-BE49-F238E27FC236}">
                <a16:creationId xmlns:a16="http://schemas.microsoft.com/office/drawing/2014/main" xmlns="" id="{FD28A03E-E672-4334-B8F0-0D3497967637}"/>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46" name="Slide Number Placeholder 5">
            <a:extLst>
              <a:ext uri="{FF2B5EF4-FFF2-40B4-BE49-F238E27FC236}">
                <a16:creationId xmlns:a16="http://schemas.microsoft.com/office/drawing/2014/main" xmlns="" id="{985153C5-B300-4F05-832B-67E58EF5A308}"/>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0711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 8 up">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F8C642-49FB-4E16-A3A0-B2ACBEABFFD6}"/>
              </a:ext>
            </a:extLst>
          </p:cNvPr>
          <p:cNvSpPr>
            <a:spLocks noGrp="1"/>
          </p:cNvSpPr>
          <p:nvPr>
            <p:ph type="title" hasCustomPrompt="1"/>
          </p:nvPr>
        </p:nvSpPr>
        <p:spPr>
          <a:xfrm>
            <a:off x="914400" y="896112"/>
            <a:ext cx="10515600" cy="1325880"/>
          </a:xfrm>
        </p:spPr>
        <p:txBody>
          <a:bodyPr anchor="t" anchorCtr="0"/>
          <a:lstStyle>
            <a:lvl1pPr>
              <a:defRPr cap="all" baseline="0">
                <a:solidFill>
                  <a:schemeClr val="tx2"/>
                </a:solidFill>
              </a:defRPr>
            </a:lvl1pPr>
          </a:lstStyle>
          <a:p>
            <a:r>
              <a:rPr lang="en-US" dirty="0"/>
              <a:t>CLICK TO ADD TITLE</a:t>
            </a:r>
          </a:p>
        </p:txBody>
      </p:sp>
      <p:sp>
        <p:nvSpPr>
          <p:cNvPr id="9" name="Picture Placeholder 8">
            <a:extLst>
              <a:ext uri="{FF2B5EF4-FFF2-40B4-BE49-F238E27FC236}">
                <a16:creationId xmlns:a16="http://schemas.microsoft.com/office/drawing/2014/main" xmlns="" id="{AA40526D-DB50-43D0-90D5-E6FB281419DB}"/>
              </a:ext>
            </a:extLst>
          </p:cNvPr>
          <p:cNvSpPr>
            <a:spLocks noGrp="1"/>
          </p:cNvSpPr>
          <p:nvPr>
            <p:ph type="pic" sz="quarter" idx="13"/>
          </p:nvPr>
        </p:nvSpPr>
        <p:spPr>
          <a:xfrm>
            <a:off x="914400" y="1975104"/>
            <a:ext cx="2057400" cy="1371600"/>
          </a:xfrm>
          <a:solidFill>
            <a:schemeClr val="tx2">
              <a:lumMod val="90000"/>
            </a:schemeClr>
          </a:solidFill>
        </p:spPr>
        <p:txBody>
          <a:bodyPr/>
          <a:lstStyle/>
          <a:p>
            <a:endParaRPr lang="en-US" dirty="0"/>
          </a:p>
        </p:txBody>
      </p:sp>
      <p:sp>
        <p:nvSpPr>
          <p:cNvPr id="11" name="Text Placeholder 10">
            <a:extLst>
              <a:ext uri="{FF2B5EF4-FFF2-40B4-BE49-F238E27FC236}">
                <a16:creationId xmlns:a16="http://schemas.microsoft.com/office/drawing/2014/main" xmlns="" id="{1FCCE554-7DC7-4A2A-BD55-8E86A3B4AD6D}"/>
              </a:ext>
            </a:extLst>
          </p:cNvPr>
          <p:cNvSpPr>
            <a:spLocks noGrp="1"/>
          </p:cNvSpPr>
          <p:nvPr>
            <p:ph type="body" sz="quarter" idx="14" hasCustomPrompt="1"/>
          </p:nvPr>
        </p:nvSpPr>
        <p:spPr>
          <a:xfrm>
            <a:off x="838200"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2" name="Text Placeholder 10">
            <a:extLst>
              <a:ext uri="{FF2B5EF4-FFF2-40B4-BE49-F238E27FC236}">
                <a16:creationId xmlns:a16="http://schemas.microsoft.com/office/drawing/2014/main" xmlns="" id="{4C379AB9-816A-48B0-8040-51C116DF5D57}"/>
              </a:ext>
            </a:extLst>
          </p:cNvPr>
          <p:cNvSpPr>
            <a:spLocks noGrp="1"/>
          </p:cNvSpPr>
          <p:nvPr>
            <p:ph type="body" sz="quarter" idx="15" hasCustomPrompt="1"/>
          </p:nvPr>
        </p:nvSpPr>
        <p:spPr>
          <a:xfrm>
            <a:off x="838200"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3" name="Picture Placeholder 8">
            <a:extLst>
              <a:ext uri="{FF2B5EF4-FFF2-40B4-BE49-F238E27FC236}">
                <a16:creationId xmlns:a16="http://schemas.microsoft.com/office/drawing/2014/main" xmlns="" id="{EB148D33-9D3D-4F09-AD3D-5478787F73F8}"/>
              </a:ext>
            </a:extLst>
          </p:cNvPr>
          <p:cNvSpPr>
            <a:spLocks noGrp="1"/>
          </p:cNvSpPr>
          <p:nvPr>
            <p:ph type="pic" sz="quarter" idx="16"/>
          </p:nvPr>
        </p:nvSpPr>
        <p:spPr>
          <a:xfrm>
            <a:off x="3682999" y="1975104"/>
            <a:ext cx="2057400" cy="1371600"/>
          </a:xfrm>
          <a:solidFill>
            <a:schemeClr val="tx2">
              <a:lumMod val="90000"/>
            </a:schemeClr>
          </a:solidFill>
        </p:spPr>
        <p:txBody>
          <a:bodyPr/>
          <a:lstStyle/>
          <a:p>
            <a:endParaRPr lang="en-US" dirty="0"/>
          </a:p>
        </p:txBody>
      </p:sp>
      <p:sp>
        <p:nvSpPr>
          <p:cNvPr id="14" name="Text Placeholder 10">
            <a:extLst>
              <a:ext uri="{FF2B5EF4-FFF2-40B4-BE49-F238E27FC236}">
                <a16:creationId xmlns:a16="http://schemas.microsoft.com/office/drawing/2014/main" xmlns="" id="{41C6DB7F-D21E-454A-8816-7C20215E176C}"/>
              </a:ext>
            </a:extLst>
          </p:cNvPr>
          <p:cNvSpPr>
            <a:spLocks noGrp="1"/>
          </p:cNvSpPr>
          <p:nvPr>
            <p:ph type="body" sz="quarter" idx="17" hasCustomPrompt="1"/>
          </p:nvPr>
        </p:nvSpPr>
        <p:spPr>
          <a:xfrm>
            <a:off x="3608832"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5" name="Text Placeholder 10">
            <a:extLst>
              <a:ext uri="{FF2B5EF4-FFF2-40B4-BE49-F238E27FC236}">
                <a16:creationId xmlns:a16="http://schemas.microsoft.com/office/drawing/2014/main" xmlns="" id="{D0C4D301-6FD0-45BF-8011-A4984ED664E0}"/>
              </a:ext>
            </a:extLst>
          </p:cNvPr>
          <p:cNvSpPr>
            <a:spLocks noGrp="1"/>
          </p:cNvSpPr>
          <p:nvPr>
            <p:ph type="body" sz="quarter" idx="18" hasCustomPrompt="1"/>
          </p:nvPr>
        </p:nvSpPr>
        <p:spPr>
          <a:xfrm>
            <a:off x="3608832"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9" name="Picture Placeholder 8">
            <a:extLst>
              <a:ext uri="{FF2B5EF4-FFF2-40B4-BE49-F238E27FC236}">
                <a16:creationId xmlns:a16="http://schemas.microsoft.com/office/drawing/2014/main" xmlns="" id="{CB5FD37A-EE86-444D-9C60-101D10C1C6A3}"/>
              </a:ext>
            </a:extLst>
          </p:cNvPr>
          <p:cNvSpPr>
            <a:spLocks noGrp="1"/>
          </p:cNvSpPr>
          <p:nvPr>
            <p:ph type="pic" sz="quarter" idx="22"/>
          </p:nvPr>
        </p:nvSpPr>
        <p:spPr>
          <a:xfrm>
            <a:off x="6451598" y="1975104"/>
            <a:ext cx="2057400" cy="1371600"/>
          </a:xfrm>
          <a:solidFill>
            <a:schemeClr val="tx2">
              <a:lumMod val="90000"/>
            </a:schemeClr>
          </a:solidFill>
        </p:spPr>
        <p:txBody>
          <a:bodyPr/>
          <a:lstStyle/>
          <a:p>
            <a:endParaRPr lang="en-US" dirty="0"/>
          </a:p>
        </p:txBody>
      </p:sp>
      <p:sp>
        <p:nvSpPr>
          <p:cNvPr id="20" name="Text Placeholder 10">
            <a:extLst>
              <a:ext uri="{FF2B5EF4-FFF2-40B4-BE49-F238E27FC236}">
                <a16:creationId xmlns:a16="http://schemas.microsoft.com/office/drawing/2014/main" xmlns="" id="{77DCE814-41FD-4D48-8120-139ED978660B}"/>
              </a:ext>
            </a:extLst>
          </p:cNvPr>
          <p:cNvSpPr>
            <a:spLocks noGrp="1"/>
          </p:cNvSpPr>
          <p:nvPr>
            <p:ph type="body" sz="quarter" idx="23" hasCustomPrompt="1"/>
          </p:nvPr>
        </p:nvSpPr>
        <p:spPr>
          <a:xfrm>
            <a:off x="6379464"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21" name="Text Placeholder 10">
            <a:extLst>
              <a:ext uri="{FF2B5EF4-FFF2-40B4-BE49-F238E27FC236}">
                <a16:creationId xmlns:a16="http://schemas.microsoft.com/office/drawing/2014/main" xmlns="" id="{142BD72F-73D4-46DC-B184-801565CDC961}"/>
              </a:ext>
            </a:extLst>
          </p:cNvPr>
          <p:cNvSpPr>
            <a:spLocks noGrp="1"/>
          </p:cNvSpPr>
          <p:nvPr>
            <p:ph type="body" sz="quarter" idx="24" hasCustomPrompt="1"/>
          </p:nvPr>
        </p:nvSpPr>
        <p:spPr>
          <a:xfrm>
            <a:off x="6379464"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6" name="Picture Placeholder 8">
            <a:extLst>
              <a:ext uri="{FF2B5EF4-FFF2-40B4-BE49-F238E27FC236}">
                <a16:creationId xmlns:a16="http://schemas.microsoft.com/office/drawing/2014/main" xmlns="" id="{97508F04-3E2E-41F2-9326-8B0362A83AB8}"/>
              </a:ext>
            </a:extLst>
          </p:cNvPr>
          <p:cNvSpPr>
            <a:spLocks noGrp="1"/>
          </p:cNvSpPr>
          <p:nvPr>
            <p:ph type="pic" sz="quarter" idx="19"/>
          </p:nvPr>
        </p:nvSpPr>
        <p:spPr>
          <a:xfrm>
            <a:off x="9220198" y="1975104"/>
            <a:ext cx="2057400" cy="1371600"/>
          </a:xfrm>
          <a:solidFill>
            <a:schemeClr val="tx2">
              <a:lumMod val="90000"/>
            </a:schemeClr>
          </a:solidFill>
        </p:spPr>
        <p:txBody>
          <a:bodyPr/>
          <a:lstStyle/>
          <a:p>
            <a:endParaRPr lang="en-US" dirty="0"/>
          </a:p>
        </p:txBody>
      </p:sp>
      <p:sp>
        <p:nvSpPr>
          <p:cNvPr id="17" name="Text Placeholder 10">
            <a:extLst>
              <a:ext uri="{FF2B5EF4-FFF2-40B4-BE49-F238E27FC236}">
                <a16:creationId xmlns:a16="http://schemas.microsoft.com/office/drawing/2014/main" xmlns="" id="{D5ACD767-F8EC-4D73-8CC0-DC4C23BBB2B2}"/>
              </a:ext>
            </a:extLst>
          </p:cNvPr>
          <p:cNvSpPr>
            <a:spLocks noGrp="1"/>
          </p:cNvSpPr>
          <p:nvPr>
            <p:ph type="body" sz="quarter" idx="20" hasCustomPrompt="1"/>
          </p:nvPr>
        </p:nvSpPr>
        <p:spPr>
          <a:xfrm>
            <a:off x="9140952"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8" name="Text Placeholder 10">
            <a:extLst>
              <a:ext uri="{FF2B5EF4-FFF2-40B4-BE49-F238E27FC236}">
                <a16:creationId xmlns:a16="http://schemas.microsoft.com/office/drawing/2014/main" xmlns="" id="{4736BB1A-851C-4D31-90C7-CDC5DBAEE1CE}"/>
              </a:ext>
            </a:extLst>
          </p:cNvPr>
          <p:cNvSpPr>
            <a:spLocks noGrp="1"/>
          </p:cNvSpPr>
          <p:nvPr>
            <p:ph type="body" sz="quarter" idx="21" hasCustomPrompt="1"/>
          </p:nvPr>
        </p:nvSpPr>
        <p:spPr>
          <a:xfrm>
            <a:off x="9140952"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34" name="Picture Placeholder 8">
            <a:extLst>
              <a:ext uri="{FF2B5EF4-FFF2-40B4-BE49-F238E27FC236}">
                <a16:creationId xmlns:a16="http://schemas.microsoft.com/office/drawing/2014/main" xmlns="" id="{7B2E434D-5BFF-4F4E-89CC-2A0B72618AF8}"/>
              </a:ext>
            </a:extLst>
          </p:cNvPr>
          <p:cNvSpPr>
            <a:spLocks noGrp="1"/>
          </p:cNvSpPr>
          <p:nvPr>
            <p:ph type="pic" sz="quarter" idx="25"/>
          </p:nvPr>
        </p:nvSpPr>
        <p:spPr>
          <a:xfrm>
            <a:off x="914400" y="4160520"/>
            <a:ext cx="2057400" cy="1371600"/>
          </a:xfrm>
          <a:solidFill>
            <a:schemeClr val="tx2">
              <a:lumMod val="90000"/>
            </a:schemeClr>
          </a:solidFill>
        </p:spPr>
        <p:txBody>
          <a:bodyPr/>
          <a:lstStyle/>
          <a:p>
            <a:endParaRPr lang="en-US" dirty="0"/>
          </a:p>
        </p:txBody>
      </p:sp>
      <p:sp>
        <p:nvSpPr>
          <p:cNvPr id="35" name="Text Placeholder 10">
            <a:extLst>
              <a:ext uri="{FF2B5EF4-FFF2-40B4-BE49-F238E27FC236}">
                <a16:creationId xmlns:a16="http://schemas.microsoft.com/office/drawing/2014/main" xmlns="" id="{54BF5D0F-83F6-4B5E-82FB-FB9D4A47682D}"/>
              </a:ext>
            </a:extLst>
          </p:cNvPr>
          <p:cNvSpPr>
            <a:spLocks noGrp="1"/>
          </p:cNvSpPr>
          <p:nvPr>
            <p:ph type="body" sz="quarter" idx="26" hasCustomPrompt="1"/>
          </p:nvPr>
        </p:nvSpPr>
        <p:spPr>
          <a:xfrm>
            <a:off x="838200"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36" name="Text Placeholder 10">
            <a:extLst>
              <a:ext uri="{FF2B5EF4-FFF2-40B4-BE49-F238E27FC236}">
                <a16:creationId xmlns:a16="http://schemas.microsoft.com/office/drawing/2014/main" xmlns="" id="{2989D348-84C3-4684-A67D-DBE303776B2B}"/>
              </a:ext>
            </a:extLst>
          </p:cNvPr>
          <p:cNvSpPr>
            <a:spLocks noGrp="1"/>
          </p:cNvSpPr>
          <p:nvPr>
            <p:ph type="body" sz="quarter" idx="27" hasCustomPrompt="1"/>
          </p:nvPr>
        </p:nvSpPr>
        <p:spPr>
          <a:xfrm>
            <a:off x="838200"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37" name="Picture Placeholder 8">
            <a:extLst>
              <a:ext uri="{FF2B5EF4-FFF2-40B4-BE49-F238E27FC236}">
                <a16:creationId xmlns:a16="http://schemas.microsoft.com/office/drawing/2014/main" xmlns="" id="{68CB93A9-E63E-4946-8E32-FF80E0995A40}"/>
              </a:ext>
            </a:extLst>
          </p:cNvPr>
          <p:cNvSpPr>
            <a:spLocks noGrp="1"/>
          </p:cNvSpPr>
          <p:nvPr>
            <p:ph type="pic" sz="quarter" idx="28"/>
          </p:nvPr>
        </p:nvSpPr>
        <p:spPr>
          <a:xfrm>
            <a:off x="3685032" y="4160520"/>
            <a:ext cx="2057400" cy="1371600"/>
          </a:xfrm>
          <a:solidFill>
            <a:schemeClr val="tx2">
              <a:lumMod val="90000"/>
            </a:schemeClr>
          </a:solidFill>
        </p:spPr>
        <p:txBody>
          <a:bodyPr/>
          <a:lstStyle/>
          <a:p>
            <a:endParaRPr lang="en-US" dirty="0"/>
          </a:p>
        </p:txBody>
      </p:sp>
      <p:sp>
        <p:nvSpPr>
          <p:cNvPr id="38" name="Text Placeholder 10">
            <a:extLst>
              <a:ext uri="{FF2B5EF4-FFF2-40B4-BE49-F238E27FC236}">
                <a16:creationId xmlns:a16="http://schemas.microsoft.com/office/drawing/2014/main" xmlns="" id="{DF7A9899-0EF5-4E5E-B7B1-37D8FFD99BD1}"/>
              </a:ext>
            </a:extLst>
          </p:cNvPr>
          <p:cNvSpPr>
            <a:spLocks noGrp="1"/>
          </p:cNvSpPr>
          <p:nvPr>
            <p:ph type="body" sz="quarter" idx="29" hasCustomPrompt="1"/>
          </p:nvPr>
        </p:nvSpPr>
        <p:spPr>
          <a:xfrm>
            <a:off x="3608832"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39" name="Text Placeholder 10">
            <a:extLst>
              <a:ext uri="{FF2B5EF4-FFF2-40B4-BE49-F238E27FC236}">
                <a16:creationId xmlns:a16="http://schemas.microsoft.com/office/drawing/2014/main" xmlns="" id="{B11F2CCF-80D1-467A-86AC-3F5D8DD5E862}"/>
              </a:ext>
            </a:extLst>
          </p:cNvPr>
          <p:cNvSpPr>
            <a:spLocks noGrp="1"/>
          </p:cNvSpPr>
          <p:nvPr>
            <p:ph type="body" sz="quarter" idx="30" hasCustomPrompt="1"/>
          </p:nvPr>
        </p:nvSpPr>
        <p:spPr>
          <a:xfrm>
            <a:off x="3608832"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43" name="Picture Placeholder 8">
            <a:extLst>
              <a:ext uri="{FF2B5EF4-FFF2-40B4-BE49-F238E27FC236}">
                <a16:creationId xmlns:a16="http://schemas.microsoft.com/office/drawing/2014/main" xmlns="" id="{8F17B7F6-C6DF-45C7-BDE5-81003F62B356}"/>
              </a:ext>
            </a:extLst>
          </p:cNvPr>
          <p:cNvSpPr>
            <a:spLocks noGrp="1"/>
          </p:cNvSpPr>
          <p:nvPr>
            <p:ph type="pic" sz="quarter" idx="34"/>
          </p:nvPr>
        </p:nvSpPr>
        <p:spPr>
          <a:xfrm>
            <a:off x="6455664" y="4160520"/>
            <a:ext cx="2057400" cy="1371600"/>
          </a:xfrm>
          <a:solidFill>
            <a:schemeClr val="tx2">
              <a:lumMod val="90000"/>
            </a:schemeClr>
          </a:solidFill>
        </p:spPr>
        <p:txBody>
          <a:bodyPr/>
          <a:lstStyle/>
          <a:p>
            <a:endParaRPr lang="en-US" dirty="0"/>
          </a:p>
        </p:txBody>
      </p:sp>
      <p:sp>
        <p:nvSpPr>
          <p:cNvPr id="44" name="Text Placeholder 10">
            <a:extLst>
              <a:ext uri="{FF2B5EF4-FFF2-40B4-BE49-F238E27FC236}">
                <a16:creationId xmlns:a16="http://schemas.microsoft.com/office/drawing/2014/main" xmlns="" id="{00DDE45F-F583-4DF4-9452-E816A0914097}"/>
              </a:ext>
            </a:extLst>
          </p:cNvPr>
          <p:cNvSpPr>
            <a:spLocks noGrp="1"/>
          </p:cNvSpPr>
          <p:nvPr>
            <p:ph type="body" sz="quarter" idx="35" hasCustomPrompt="1"/>
          </p:nvPr>
        </p:nvSpPr>
        <p:spPr>
          <a:xfrm>
            <a:off x="6379464"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45" name="Text Placeholder 10">
            <a:extLst>
              <a:ext uri="{FF2B5EF4-FFF2-40B4-BE49-F238E27FC236}">
                <a16:creationId xmlns:a16="http://schemas.microsoft.com/office/drawing/2014/main" xmlns="" id="{6780E523-546C-4CCA-A992-E1551F2878E2}"/>
              </a:ext>
            </a:extLst>
          </p:cNvPr>
          <p:cNvSpPr>
            <a:spLocks noGrp="1"/>
          </p:cNvSpPr>
          <p:nvPr>
            <p:ph type="body" sz="quarter" idx="36" hasCustomPrompt="1"/>
          </p:nvPr>
        </p:nvSpPr>
        <p:spPr>
          <a:xfrm>
            <a:off x="6379464"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40" name="Picture Placeholder 8">
            <a:extLst>
              <a:ext uri="{FF2B5EF4-FFF2-40B4-BE49-F238E27FC236}">
                <a16:creationId xmlns:a16="http://schemas.microsoft.com/office/drawing/2014/main" xmlns="" id="{2C506CA8-234D-479D-BB85-9F0FD9EDA6E6}"/>
              </a:ext>
            </a:extLst>
          </p:cNvPr>
          <p:cNvSpPr>
            <a:spLocks noGrp="1"/>
          </p:cNvSpPr>
          <p:nvPr>
            <p:ph type="pic" sz="quarter" idx="31"/>
          </p:nvPr>
        </p:nvSpPr>
        <p:spPr>
          <a:xfrm>
            <a:off x="9217152" y="4160520"/>
            <a:ext cx="2057400" cy="1371600"/>
          </a:xfrm>
          <a:solidFill>
            <a:schemeClr val="tx2">
              <a:lumMod val="90000"/>
            </a:schemeClr>
          </a:solidFill>
        </p:spPr>
        <p:txBody>
          <a:bodyPr/>
          <a:lstStyle/>
          <a:p>
            <a:endParaRPr lang="en-US" dirty="0"/>
          </a:p>
        </p:txBody>
      </p:sp>
      <p:sp>
        <p:nvSpPr>
          <p:cNvPr id="41" name="Text Placeholder 10">
            <a:extLst>
              <a:ext uri="{FF2B5EF4-FFF2-40B4-BE49-F238E27FC236}">
                <a16:creationId xmlns:a16="http://schemas.microsoft.com/office/drawing/2014/main" xmlns="" id="{55F6DA8A-3D9F-41E6-8A23-7DD2FB5AB6AA}"/>
              </a:ext>
            </a:extLst>
          </p:cNvPr>
          <p:cNvSpPr>
            <a:spLocks noGrp="1"/>
          </p:cNvSpPr>
          <p:nvPr>
            <p:ph type="body" sz="quarter" idx="32" hasCustomPrompt="1"/>
          </p:nvPr>
        </p:nvSpPr>
        <p:spPr>
          <a:xfrm>
            <a:off x="9140952"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42" name="Text Placeholder 10">
            <a:extLst>
              <a:ext uri="{FF2B5EF4-FFF2-40B4-BE49-F238E27FC236}">
                <a16:creationId xmlns:a16="http://schemas.microsoft.com/office/drawing/2014/main" xmlns="" id="{CF522D8A-203A-454E-80C2-641E38298F4E}"/>
              </a:ext>
            </a:extLst>
          </p:cNvPr>
          <p:cNvSpPr>
            <a:spLocks noGrp="1"/>
          </p:cNvSpPr>
          <p:nvPr>
            <p:ph type="body" sz="quarter" idx="33" hasCustomPrompt="1"/>
          </p:nvPr>
        </p:nvSpPr>
        <p:spPr>
          <a:xfrm>
            <a:off x="9140952"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pic>
        <p:nvPicPr>
          <p:cNvPr id="49" name="Graphic 48">
            <a:extLst>
              <a:ext uri="{FF2B5EF4-FFF2-40B4-BE49-F238E27FC236}">
                <a16:creationId xmlns:a16="http://schemas.microsoft.com/office/drawing/2014/main" xmlns="" id="{56630BF6-F55A-46EA-AB98-D26668FA2C01}"/>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10162032" y="1"/>
            <a:ext cx="2029968" cy="2029968"/>
          </a:xfrm>
          <a:prstGeom prst="rect">
            <a:avLst/>
          </a:prstGeom>
        </p:spPr>
      </p:pic>
      <p:sp>
        <p:nvSpPr>
          <p:cNvPr id="50" name="Date Placeholder 3">
            <a:extLst>
              <a:ext uri="{FF2B5EF4-FFF2-40B4-BE49-F238E27FC236}">
                <a16:creationId xmlns:a16="http://schemas.microsoft.com/office/drawing/2014/main" xmlns="" id="{4E530EA6-2F2B-481A-AA24-DCD67A71F184}"/>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51" name="Footer Placeholder 4">
            <a:extLst>
              <a:ext uri="{FF2B5EF4-FFF2-40B4-BE49-F238E27FC236}">
                <a16:creationId xmlns:a16="http://schemas.microsoft.com/office/drawing/2014/main" xmlns="" id="{54A9E911-EA72-48DC-8A5D-F25D6E0BB2D7}"/>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52" name="Slide Number Placeholder 5">
            <a:extLst>
              <a:ext uri="{FF2B5EF4-FFF2-40B4-BE49-F238E27FC236}">
                <a16:creationId xmlns:a16="http://schemas.microsoft.com/office/drawing/2014/main" xmlns="" id="{108A73E5-84FC-4283-9424-C4615384868D}"/>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68931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914400" y="896112"/>
            <a:ext cx="10058400" cy="694171"/>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xmlns="" id="{A46611B7-8FF7-4773-9FAF-EF9DE18D43A7}"/>
              </a:ext>
              <a:ext uri="{C183D7F6-B498-43B3-948B-1728B52AA6E4}">
                <adec:decorative xmlns:adec="http://schemas.microsoft.com/office/drawing/2017/decorative" xmlns="" val="1"/>
              </a:ext>
            </a:extLst>
          </p:cNvPr>
          <p:cNvGrpSpPr/>
          <p:nvPr userDrawn="1"/>
        </p:nvGrpSpPr>
        <p:grpSpPr>
          <a:xfrm>
            <a:off x="11173968" y="0"/>
            <a:ext cx="1018032" cy="6862761"/>
            <a:chOff x="11173968" y="0"/>
            <a:chExt cx="1018032" cy="6862761"/>
          </a:xfrm>
        </p:grpSpPr>
        <p:sp>
          <p:nvSpPr>
            <p:cNvPr id="8" name="Rectangle 7">
              <a:extLst>
                <a:ext uri="{FF2B5EF4-FFF2-40B4-BE49-F238E27FC236}">
                  <a16:creationId xmlns:a16="http://schemas.microsoft.com/office/drawing/2014/main" xmlns="" id="{72204226-A8C8-4414-BE3B-0CD0D8F67ABE}"/>
                </a:ext>
              </a:extLst>
            </p:cNvPr>
            <p:cNvSpPr/>
            <p:nvPr userDrawn="1"/>
          </p:nvSpPr>
          <p:spPr>
            <a:xfrm>
              <a:off x="11177016" y="4858514"/>
              <a:ext cx="1014984" cy="200424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xmlns="" id="{6CAC0494-1460-484E-B1EC-8A8EEFF0AD5E}"/>
                </a:ext>
              </a:extLst>
            </p:cNvPr>
            <p:cNvSpPr/>
            <p:nvPr userDrawn="1"/>
          </p:nvSpPr>
          <p:spPr>
            <a:xfrm>
              <a:off x="11177016" y="2838061"/>
              <a:ext cx="1014984"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3053D751-9B56-4385-B029-D756EFA914F4}"/>
                </a:ext>
              </a:extLst>
            </p:cNvPr>
            <p:cNvSpPr/>
            <p:nvPr userDrawn="1"/>
          </p:nvSpPr>
          <p:spPr>
            <a:xfrm>
              <a:off x="11177016" y="0"/>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black and white striped pattern&#10;&#10;Description automatically generated with low confidence">
              <a:extLst>
                <a:ext uri="{FF2B5EF4-FFF2-40B4-BE49-F238E27FC236}">
                  <a16:creationId xmlns:a16="http://schemas.microsoft.com/office/drawing/2014/main" xmlns="" id="{AA00FC23-2ED3-484B-8A89-83CB1E35C38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18200" y="557719"/>
              <a:ext cx="1828800" cy="905164"/>
            </a:xfrm>
            <a:prstGeom prst="rect">
              <a:avLst/>
            </a:prstGeom>
          </p:spPr>
        </p:pic>
        <p:sp>
          <p:nvSpPr>
            <p:cNvPr id="18" name="Rectangle 17">
              <a:extLst>
                <a:ext uri="{FF2B5EF4-FFF2-40B4-BE49-F238E27FC236}">
                  <a16:creationId xmlns:a16="http://schemas.microsoft.com/office/drawing/2014/main" xmlns="" id="{25393BEB-828B-4E48-B695-AAA33AA7CB85}"/>
                </a:ext>
              </a:extLst>
            </p:cNvPr>
            <p:cNvSpPr/>
            <p:nvPr userDrawn="1"/>
          </p:nvSpPr>
          <p:spPr>
            <a:xfrm>
              <a:off x="11177016" y="2026941"/>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xmlns="" id="{B2C7CEDC-3E16-44A0-8999-B09857049C09}"/>
                </a:ext>
              </a:extLst>
            </p:cNvPr>
            <p:cNvSpPr/>
            <p:nvPr userDrawn="1"/>
          </p:nvSpPr>
          <p:spPr>
            <a:xfrm rot="10800000">
              <a:off x="11277600" y="2954014"/>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2" name="Graphic 21">
              <a:extLst>
                <a:ext uri="{FF2B5EF4-FFF2-40B4-BE49-F238E27FC236}">
                  <a16:creationId xmlns:a16="http://schemas.microsoft.com/office/drawing/2014/main" xmlns="" id="{40029F77-2501-4EBF-A232-5031A447FD84}"/>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rot="5400000">
              <a:off x="10716768" y="5418805"/>
              <a:ext cx="1828800" cy="914400"/>
            </a:xfrm>
            <a:prstGeom prst="rect">
              <a:avLst/>
            </a:prstGeom>
          </p:spPr>
        </p:pic>
      </p:grpSp>
      <p:sp>
        <p:nvSpPr>
          <p:cNvPr id="7" name="Text Placeholder 6">
            <a:extLst>
              <a:ext uri="{FF2B5EF4-FFF2-40B4-BE49-F238E27FC236}">
                <a16:creationId xmlns:a16="http://schemas.microsoft.com/office/drawing/2014/main" xmlns="" id="{12558E2F-7ED7-452C-BF34-1D9CEE3DA176}"/>
              </a:ext>
            </a:extLst>
          </p:cNvPr>
          <p:cNvSpPr>
            <a:spLocks noGrp="1"/>
          </p:cNvSpPr>
          <p:nvPr userDrawn="1">
            <p:ph type="body" sz="quarter" idx="14" hasCustomPrompt="1"/>
          </p:nvPr>
        </p:nvSpPr>
        <p:spPr>
          <a:xfrm>
            <a:off x="2678424" y="2107851"/>
            <a:ext cx="1530196" cy="394033"/>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1" name="Text Placeholder 6">
            <a:extLst>
              <a:ext uri="{FF2B5EF4-FFF2-40B4-BE49-F238E27FC236}">
                <a16:creationId xmlns:a16="http://schemas.microsoft.com/office/drawing/2014/main" xmlns="" id="{36EF96CC-8462-492B-A583-23CA7F69D645}"/>
              </a:ext>
            </a:extLst>
          </p:cNvPr>
          <p:cNvSpPr>
            <a:spLocks noGrp="1"/>
          </p:cNvSpPr>
          <p:nvPr userDrawn="1">
            <p:ph type="body" sz="quarter" idx="18" hasCustomPrompt="1"/>
          </p:nvPr>
        </p:nvSpPr>
        <p:spPr>
          <a:xfrm>
            <a:off x="2052902" y="2559632"/>
            <a:ext cx="2070325" cy="380859"/>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5" name="Text Placeholder 6">
            <a:extLst>
              <a:ext uri="{FF2B5EF4-FFF2-40B4-BE49-F238E27FC236}">
                <a16:creationId xmlns:a16="http://schemas.microsoft.com/office/drawing/2014/main" xmlns="" id="{9181B54C-566B-4B18-924F-0B0ABFA177BE}"/>
              </a:ext>
            </a:extLst>
          </p:cNvPr>
          <p:cNvSpPr>
            <a:spLocks noGrp="1"/>
          </p:cNvSpPr>
          <p:nvPr userDrawn="1">
            <p:ph type="body" sz="quarter" idx="22" hasCustomPrompt="1"/>
          </p:nvPr>
        </p:nvSpPr>
        <p:spPr>
          <a:xfrm>
            <a:off x="1878637" y="2848394"/>
            <a:ext cx="2074739" cy="509921"/>
          </a:xfrm>
        </p:spPr>
        <p:txBody>
          <a:bodyPr>
            <a:noAutofit/>
          </a:bodyPr>
          <a:lstStyle>
            <a:lvl1pPr marL="0" indent="0" algn="r">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8" name="Text Placeholder 6">
            <a:extLst>
              <a:ext uri="{FF2B5EF4-FFF2-40B4-BE49-F238E27FC236}">
                <a16:creationId xmlns:a16="http://schemas.microsoft.com/office/drawing/2014/main" xmlns="" id="{840BBF63-9D11-498F-81A3-8650AC60CCE4}"/>
              </a:ext>
            </a:extLst>
          </p:cNvPr>
          <p:cNvSpPr>
            <a:spLocks noGrp="1"/>
          </p:cNvSpPr>
          <p:nvPr userDrawn="1">
            <p:ph type="body" sz="quarter" idx="15" hasCustomPrompt="1"/>
          </p:nvPr>
        </p:nvSpPr>
        <p:spPr>
          <a:xfrm>
            <a:off x="7060242" y="1685195"/>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2" name="Text Placeholder 6">
            <a:extLst>
              <a:ext uri="{FF2B5EF4-FFF2-40B4-BE49-F238E27FC236}">
                <a16:creationId xmlns:a16="http://schemas.microsoft.com/office/drawing/2014/main" xmlns="" id="{B703A9B9-CCD2-442E-AB03-2C9C2EC835DD}"/>
              </a:ext>
            </a:extLst>
          </p:cNvPr>
          <p:cNvSpPr>
            <a:spLocks noGrp="1"/>
          </p:cNvSpPr>
          <p:nvPr userDrawn="1">
            <p:ph type="body" sz="quarter" idx="19" hasCustomPrompt="1"/>
          </p:nvPr>
        </p:nvSpPr>
        <p:spPr>
          <a:xfrm>
            <a:off x="7667063" y="2203470"/>
            <a:ext cx="1680922" cy="377825"/>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6" name="Text Placeholder 6">
            <a:extLst>
              <a:ext uri="{FF2B5EF4-FFF2-40B4-BE49-F238E27FC236}">
                <a16:creationId xmlns:a16="http://schemas.microsoft.com/office/drawing/2014/main" xmlns="" id="{5C74E55E-E6AF-40E6-8BA7-BE2A9DC39698}"/>
              </a:ext>
            </a:extLst>
          </p:cNvPr>
          <p:cNvSpPr>
            <a:spLocks noGrp="1"/>
          </p:cNvSpPr>
          <p:nvPr userDrawn="1">
            <p:ph type="body" sz="quarter" idx="23" hasCustomPrompt="1"/>
          </p:nvPr>
        </p:nvSpPr>
        <p:spPr>
          <a:xfrm>
            <a:off x="7662713" y="2512081"/>
            <a:ext cx="1957767" cy="569574"/>
          </a:xfrm>
        </p:spPr>
        <p:txBody>
          <a:bodyPr>
            <a:noAutofit/>
          </a:bodyPr>
          <a:lstStyle>
            <a:lvl1pPr marL="0" indent="0">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9" name="Text Placeholder 6">
            <a:extLst>
              <a:ext uri="{FF2B5EF4-FFF2-40B4-BE49-F238E27FC236}">
                <a16:creationId xmlns:a16="http://schemas.microsoft.com/office/drawing/2014/main" xmlns="" id="{2F6D970C-C43E-4D7F-83C7-650BDF1E9FB2}"/>
              </a:ext>
            </a:extLst>
          </p:cNvPr>
          <p:cNvSpPr>
            <a:spLocks noGrp="1"/>
          </p:cNvSpPr>
          <p:nvPr userDrawn="1">
            <p:ph type="body" sz="quarter" idx="16" hasCustomPrompt="1"/>
          </p:nvPr>
        </p:nvSpPr>
        <p:spPr>
          <a:xfrm>
            <a:off x="1996818" y="4181199"/>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3" name="Text Placeholder 6">
            <a:extLst>
              <a:ext uri="{FF2B5EF4-FFF2-40B4-BE49-F238E27FC236}">
                <a16:creationId xmlns:a16="http://schemas.microsoft.com/office/drawing/2014/main" xmlns="" id="{1DA14AF6-5923-4726-93E3-C4DC3606842F}"/>
              </a:ext>
            </a:extLst>
          </p:cNvPr>
          <p:cNvSpPr>
            <a:spLocks noGrp="1"/>
          </p:cNvSpPr>
          <p:nvPr userDrawn="1">
            <p:ph type="body" sz="quarter" idx="20" hasCustomPrompt="1"/>
          </p:nvPr>
        </p:nvSpPr>
        <p:spPr>
          <a:xfrm>
            <a:off x="1810730" y="4727342"/>
            <a:ext cx="1857095" cy="377825"/>
          </a:xfrm>
        </p:spPr>
        <p:txBody>
          <a:bodyPr>
            <a:noAutofit/>
          </a:bodyPr>
          <a:lstStyle>
            <a:lvl1pPr marL="0" indent="0" algn="r">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7" name="Text Placeholder 6">
            <a:extLst>
              <a:ext uri="{FF2B5EF4-FFF2-40B4-BE49-F238E27FC236}">
                <a16:creationId xmlns:a16="http://schemas.microsoft.com/office/drawing/2014/main" xmlns="" id="{D194A6FC-68EF-46C5-8EB6-32C814C1D298}"/>
              </a:ext>
            </a:extLst>
          </p:cNvPr>
          <p:cNvSpPr>
            <a:spLocks noGrp="1"/>
          </p:cNvSpPr>
          <p:nvPr userDrawn="1">
            <p:ph type="body" sz="quarter" idx="24" hasCustomPrompt="1"/>
          </p:nvPr>
        </p:nvSpPr>
        <p:spPr>
          <a:xfrm>
            <a:off x="1308100" y="5052157"/>
            <a:ext cx="2350537" cy="875894"/>
          </a:xfrm>
        </p:spPr>
        <p:txBody>
          <a:bodyPr>
            <a:noAutofit/>
          </a:bodyPr>
          <a:lstStyle>
            <a:lvl1pPr marL="0" indent="0" algn="r">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 name="Content Placeholder 4">
            <a:extLst>
              <a:ext uri="{FF2B5EF4-FFF2-40B4-BE49-F238E27FC236}">
                <a16:creationId xmlns:a16="http://schemas.microsoft.com/office/drawing/2014/main" xmlns="" id="{D31546F0-9E2B-4020-9199-B800E39E3335}"/>
              </a:ext>
              <a:ext uri="{C183D7F6-B498-43B3-948B-1728B52AA6E4}">
                <adec:decorative xmlns:adec="http://schemas.microsoft.com/office/drawing/2017/decorative" xmlns="" val="0"/>
              </a:ext>
            </a:extLst>
          </p:cNvPr>
          <p:cNvSpPr>
            <a:spLocks noGrp="1"/>
          </p:cNvSpPr>
          <p:nvPr>
            <p:ph sz="quarter" idx="13"/>
          </p:nvPr>
        </p:nvSpPr>
        <p:spPr>
          <a:xfrm>
            <a:off x="3883025" y="2093472"/>
            <a:ext cx="3908425" cy="388822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0" name="Text Placeholder 6">
            <a:extLst>
              <a:ext uri="{FF2B5EF4-FFF2-40B4-BE49-F238E27FC236}">
                <a16:creationId xmlns:a16="http://schemas.microsoft.com/office/drawing/2014/main" xmlns="" id="{2CC7AB2F-529F-426C-8BD7-C55E70689042}"/>
              </a:ext>
            </a:extLst>
          </p:cNvPr>
          <p:cNvSpPr>
            <a:spLocks noGrp="1"/>
          </p:cNvSpPr>
          <p:nvPr userDrawn="1">
            <p:ph type="body" sz="quarter" idx="17" hasCustomPrompt="1"/>
          </p:nvPr>
        </p:nvSpPr>
        <p:spPr>
          <a:xfrm>
            <a:off x="8493650" y="5089231"/>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4" name="Text Placeholder 6">
            <a:extLst>
              <a:ext uri="{FF2B5EF4-FFF2-40B4-BE49-F238E27FC236}">
                <a16:creationId xmlns:a16="http://schemas.microsoft.com/office/drawing/2014/main" xmlns="" id="{71B7B5C4-9DE3-46CC-8D42-B3C05CF4BC84}"/>
              </a:ext>
            </a:extLst>
          </p:cNvPr>
          <p:cNvSpPr>
            <a:spLocks noGrp="1"/>
          </p:cNvSpPr>
          <p:nvPr userDrawn="1">
            <p:ph type="body" sz="quarter" idx="21" hasCustomPrompt="1"/>
          </p:nvPr>
        </p:nvSpPr>
        <p:spPr>
          <a:xfrm>
            <a:off x="8544683" y="5490771"/>
            <a:ext cx="1513717" cy="377825"/>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8" name="Text Placeholder 6">
            <a:extLst>
              <a:ext uri="{FF2B5EF4-FFF2-40B4-BE49-F238E27FC236}">
                <a16:creationId xmlns:a16="http://schemas.microsoft.com/office/drawing/2014/main" xmlns="" id="{51C7E93C-9056-489A-A267-8125BA91C432}"/>
              </a:ext>
            </a:extLst>
          </p:cNvPr>
          <p:cNvSpPr>
            <a:spLocks noGrp="1"/>
          </p:cNvSpPr>
          <p:nvPr userDrawn="1">
            <p:ph type="body" sz="quarter" idx="25" hasCustomPrompt="1"/>
          </p:nvPr>
        </p:nvSpPr>
        <p:spPr>
          <a:xfrm>
            <a:off x="8541799" y="5792787"/>
            <a:ext cx="1783301" cy="447757"/>
          </a:xfrm>
        </p:spPr>
        <p:txBody>
          <a:bodyPr>
            <a:noAutofit/>
          </a:bodyPr>
          <a:lstStyle>
            <a:lvl1pPr marL="0" indent="0">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15" name="Date Placeholder 3">
            <a:extLst>
              <a:ext uri="{FF2B5EF4-FFF2-40B4-BE49-F238E27FC236}">
                <a16:creationId xmlns:a16="http://schemas.microsoft.com/office/drawing/2014/main" xmlns="" id="{46291370-C9EE-4280-B18D-332658DF09FB}"/>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16" name="Footer Placeholder 4">
            <a:extLst>
              <a:ext uri="{FF2B5EF4-FFF2-40B4-BE49-F238E27FC236}">
                <a16:creationId xmlns:a16="http://schemas.microsoft.com/office/drawing/2014/main" xmlns="" id="{910B7E39-771C-4552-A50D-711B48AD64B0}"/>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17" name="Slide Number Placeholder 5">
            <a:extLst>
              <a:ext uri="{FF2B5EF4-FFF2-40B4-BE49-F238E27FC236}">
                <a16:creationId xmlns:a16="http://schemas.microsoft.com/office/drawing/2014/main" xmlns="" id="{61BBC48B-0E27-4D81-B081-4BF3F41DC0CF}"/>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902027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E12D1-08AF-45E9-A34A-BDE9E860BAA2}"/>
              </a:ext>
            </a:extLst>
          </p:cNvPr>
          <p:cNvSpPr>
            <a:spLocks noGrp="1"/>
          </p:cNvSpPr>
          <p:nvPr>
            <p:ph type="title" hasCustomPrompt="1"/>
          </p:nvPr>
        </p:nvSpPr>
        <p:spPr>
          <a:xfrm>
            <a:off x="4937760" y="898525"/>
            <a:ext cx="6400800" cy="1325880"/>
          </a:xfrm>
        </p:spPr>
        <p:txBody>
          <a:bodyPr anchor="t" anchorCtr="0"/>
          <a:lstStyle>
            <a:lvl1pPr>
              <a:defRPr cap="all" baseline="0">
                <a:solidFill>
                  <a:schemeClr val="accent1"/>
                </a:solidFill>
              </a:defRPr>
            </a:lvl1pPr>
          </a:lstStyle>
          <a:p>
            <a:r>
              <a:rPr lang="en-US" dirty="0"/>
              <a:t>CLICK TO ADD TITLE</a:t>
            </a:r>
          </a:p>
        </p:txBody>
      </p:sp>
      <p:sp>
        <p:nvSpPr>
          <p:cNvPr id="10" name="Text Placeholder 9">
            <a:extLst>
              <a:ext uri="{FF2B5EF4-FFF2-40B4-BE49-F238E27FC236}">
                <a16:creationId xmlns:a16="http://schemas.microsoft.com/office/drawing/2014/main" xmlns="" id="{58CA33B9-D0BA-4ED1-B10C-9961E1B54FF5}"/>
              </a:ext>
            </a:extLst>
          </p:cNvPr>
          <p:cNvSpPr>
            <a:spLocks noGrp="1"/>
          </p:cNvSpPr>
          <p:nvPr>
            <p:ph type="body" sz="quarter" idx="13"/>
          </p:nvPr>
        </p:nvSpPr>
        <p:spPr>
          <a:xfrm>
            <a:off x="4937760" y="2254670"/>
            <a:ext cx="6400800" cy="4114800"/>
          </a:xfrm>
        </p:spPr>
        <p:txBody>
          <a:bodyPr>
            <a:normAutofit/>
          </a:bodyPr>
          <a:lstStyle>
            <a:lvl1pPr marL="0" indent="0">
              <a:lnSpc>
                <a:spcPts val="2800"/>
              </a:lnSpc>
              <a:spcBef>
                <a:spcPts val="0"/>
              </a:spcBef>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p:txBody>
      </p:sp>
      <p:pic>
        <p:nvPicPr>
          <p:cNvPr id="26" name="Graphic 25">
            <a:extLst>
              <a:ext uri="{FF2B5EF4-FFF2-40B4-BE49-F238E27FC236}">
                <a16:creationId xmlns:a16="http://schemas.microsoft.com/office/drawing/2014/main" xmlns="" id="{E1BC9BFE-80C0-4DA9-92DB-070C41E412BC}"/>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xmlns=""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xmlns="" id="{B7E6DD28-C71B-4484-973A-D12A27730009}"/>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xmlns=""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xmlns="" id="{EB06A536-5FCB-4761-9EFF-D54BE44B1FD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xmlns="" id="{3B73C61F-3D48-4791-8280-D98D2C01E0C1}"/>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xmlns=""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xmlns=""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xmlns=""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xmlns=""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xmlns=""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xmlns=""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xmlns=""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xmlns=""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xmlns=""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xmlns=""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xmlns=""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xmlns=""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xmlns=""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xmlns=""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xmlns=""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xmlns=""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xmlns=""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xmlns=""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xmlns=""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xmlns=""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xmlns=""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xmlns=""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xmlns=""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xmlns=""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xmlns=""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xmlns=""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xmlns=""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xmlns=""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xmlns=""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xmlns=""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xmlns=""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xmlns=""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xmlns=""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xmlns=""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xmlns=""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xmlns=""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xmlns=""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xmlns=""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xmlns=""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xmlns=""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xmlns=""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xmlns=""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xmlns=""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xmlns=""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xmlns=""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xmlns=""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xmlns=""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xmlns=""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xmlns=""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xmlns=""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xmlns=""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xmlns=""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xmlns=""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xmlns=""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xmlns=""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xmlns=""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xmlns=""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xmlns=""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9" name="Date Placeholder 3">
            <a:extLst>
              <a:ext uri="{FF2B5EF4-FFF2-40B4-BE49-F238E27FC236}">
                <a16:creationId xmlns:a16="http://schemas.microsoft.com/office/drawing/2014/main" xmlns=""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xmlns=""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xmlns=""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7566611"/>
      </p:ext>
    </p:extLst>
  </p:cSld>
  <p:clrMapOvr>
    <a:masterClrMapping/>
  </p:clrMapOvr>
  <p:extLst>
    <p:ext uri="{DCECCB84-F9BA-43D5-87BE-67443E8EF086}">
      <p15:sldGuideLst xmlns:p15="http://schemas.microsoft.com/office/powerpoint/2012/main" xmlns="">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xmlns=""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xmlns=""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1" r:id="rId3"/>
    <p:sldLayoutId id="2147483677" r:id="rId4"/>
    <p:sldLayoutId id="2147483679" r:id="rId5"/>
    <p:sldLayoutId id="2147483678" r:id="rId6"/>
    <p:sldLayoutId id="2147483681" r:id="rId7"/>
    <p:sldLayoutId id="2147483680" r:id="rId8"/>
    <p:sldLayoutId id="2147483694" r:id="rId9"/>
    <p:sldLayoutId id="2147483685" r:id="rId10"/>
    <p:sldLayoutId id="2147483696" r:id="rId11"/>
    <p:sldLayoutId id="2147483697" r:id="rId12"/>
    <p:sldLayoutId id="2147483687" r:id="rId13"/>
    <p:sldLayoutId id="2147483684" r:id="rId14"/>
    <p:sldLayoutId id="2147483698" r:id="rId15"/>
    <p:sldLayoutId id="2147483676" r:id="rId16"/>
    <p:sldLayoutId id="2147483671" r:id="rId17"/>
    <p:sldLayoutId id="2147483670" r:id="rId18"/>
    <p:sldLayoutId id="2147483683" r:id="rId19"/>
    <p:sldLayoutId id="2147483672" r:id="rId20"/>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 Id="rId5" Type="http://schemas.openxmlformats.org/officeDocument/2006/relationships/image" Target="../media/image19.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image" Target="../media/image30.png"/><Relationship Id="rId1" Type="http://schemas.openxmlformats.org/officeDocument/2006/relationships/slideLayout" Target="../slideLayouts/slideLayout1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6815C6-3AD0-46E6-A74A-1967BD91AF50}"/>
              </a:ext>
            </a:extLst>
          </p:cNvPr>
          <p:cNvSpPr>
            <a:spLocks noGrp="1"/>
          </p:cNvSpPr>
          <p:nvPr>
            <p:ph type="ctrTitle"/>
          </p:nvPr>
        </p:nvSpPr>
        <p:spPr>
          <a:xfrm>
            <a:off x="3634740" y="632460"/>
            <a:ext cx="7684864" cy="2618423"/>
          </a:xfrm>
        </p:spPr>
        <p:txBody>
          <a:bodyPr>
            <a:normAutofit fontScale="90000"/>
          </a:bodyPr>
          <a:lstStyle/>
          <a:p>
            <a:pPr algn="ctr"/>
            <a:r>
              <a:rPr lang="en-US" dirty="0"/>
              <a:t>Retail Giant Sales Forecasting Assignment</a:t>
            </a:r>
          </a:p>
        </p:txBody>
      </p:sp>
      <p:sp>
        <p:nvSpPr>
          <p:cNvPr id="3" name="Subtitle 2">
            <a:extLst>
              <a:ext uri="{FF2B5EF4-FFF2-40B4-BE49-F238E27FC236}">
                <a16:creationId xmlns:a16="http://schemas.microsoft.com/office/drawing/2014/main" xmlns="" id="{1901B20D-4C28-4DA3-ABBD-718C22A5E58B}"/>
              </a:ext>
            </a:extLst>
          </p:cNvPr>
          <p:cNvSpPr>
            <a:spLocks noGrp="1"/>
          </p:cNvSpPr>
          <p:nvPr>
            <p:ph type="subTitle" idx="1"/>
          </p:nvPr>
        </p:nvSpPr>
        <p:spPr>
          <a:xfrm>
            <a:off x="4465318" y="3358198"/>
            <a:ext cx="5966461" cy="1655762"/>
          </a:xfrm>
        </p:spPr>
        <p:txBody>
          <a:bodyPr/>
          <a:lstStyle/>
          <a:p>
            <a:pPr algn="ctr"/>
            <a:r>
              <a:rPr lang="en-US" dirty="0" smtClean="0"/>
              <a:t>Saptarshi Saikia</a:t>
            </a:r>
            <a:endParaRPr lang="en-US"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22">
            <a:extLst>
              <a:ext uri="{FF2B5EF4-FFF2-40B4-BE49-F238E27FC236}">
                <a16:creationId xmlns:a16="http://schemas.microsoft.com/office/drawing/2014/main" xmlns="" id="{E3DFBE3A-6329-4424-BCE9-1661811C2296}"/>
              </a:ext>
            </a:extLst>
          </p:cNvPr>
          <p:cNvSpPr>
            <a:spLocks noGrp="1"/>
          </p:cNvSpPr>
          <p:nvPr>
            <p:ph type="dt" sz="half" idx="10"/>
          </p:nvPr>
        </p:nvSpPr>
        <p:spPr>
          <a:xfrm>
            <a:off x="914400" y="6353175"/>
            <a:ext cx="1097280" cy="365125"/>
          </a:xfrm>
        </p:spPr>
        <p:txBody>
          <a:bodyPr/>
          <a:lstStyle/>
          <a:p>
            <a:r>
              <a:rPr lang="en-US" dirty="0"/>
              <a:t>20XX</a:t>
            </a:r>
          </a:p>
        </p:txBody>
      </p:sp>
      <p:sp>
        <p:nvSpPr>
          <p:cNvPr id="24" name="Footer Placeholder 23">
            <a:extLst>
              <a:ext uri="{FF2B5EF4-FFF2-40B4-BE49-F238E27FC236}">
                <a16:creationId xmlns:a16="http://schemas.microsoft.com/office/drawing/2014/main" xmlns="" id="{E8C12A0D-F4F0-42DA-9829-6FC870648BEB}"/>
              </a:ext>
            </a:extLst>
          </p:cNvPr>
          <p:cNvSpPr>
            <a:spLocks noGrp="1"/>
          </p:cNvSpPr>
          <p:nvPr>
            <p:ph type="ftr" sz="quarter" idx="11"/>
          </p:nvPr>
        </p:nvSpPr>
        <p:spPr>
          <a:xfrm>
            <a:off x="5424487" y="6350000"/>
            <a:ext cx="2286000" cy="365125"/>
          </a:xfrm>
        </p:spPr>
        <p:txBody>
          <a:bodyPr/>
          <a:lstStyle/>
          <a:p>
            <a:r>
              <a:rPr lang="en-US" dirty="0"/>
              <a:t>Pitch deck title</a:t>
            </a:r>
          </a:p>
        </p:txBody>
      </p:sp>
      <p:sp>
        <p:nvSpPr>
          <p:cNvPr id="25" name="Slide Number Placeholder 24">
            <a:extLst>
              <a:ext uri="{FF2B5EF4-FFF2-40B4-BE49-F238E27FC236}">
                <a16:creationId xmlns:a16="http://schemas.microsoft.com/office/drawing/2014/main" xmlns="" id="{192F5D44-F3E7-4917-B2F7-31AFADC9C7FF}"/>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2</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30" y="604124"/>
            <a:ext cx="2548084" cy="2562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730" y="3167051"/>
            <a:ext cx="2548084" cy="2174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0974" y="759325"/>
            <a:ext cx="4556760" cy="2129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071" y="2888957"/>
            <a:ext cx="1696403" cy="2365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7303914" y="459344"/>
            <a:ext cx="3921295" cy="1815882"/>
          </a:xfrm>
          <a:prstGeom prst="rect">
            <a:avLst/>
          </a:prstGeom>
          <a:noFill/>
        </p:spPr>
        <p:txBody>
          <a:bodyPr wrap="square" rtlCol="0">
            <a:spAutoFit/>
          </a:bodyPr>
          <a:lstStyle/>
          <a:p>
            <a:pPr algn="ctr"/>
            <a:r>
              <a:rPr lang="en-US" sz="2800" b="1" u="sng" dirty="0" smtClean="0"/>
              <a:t>Counts of all the Markets, Segments and Market </a:t>
            </a:r>
            <a:r>
              <a:rPr lang="en-US" sz="2800" b="1" u="sng" dirty="0"/>
              <a:t>S</a:t>
            </a:r>
            <a:r>
              <a:rPr lang="en-US" sz="2800" b="1" u="sng" dirty="0" smtClean="0"/>
              <a:t>egments in the data set </a:t>
            </a:r>
            <a:endParaRPr lang="en-IN" sz="2800" b="1" u="sng" dirty="0"/>
          </a:p>
        </p:txBody>
      </p:sp>
      <p:sp>
        <p:nvSpPr>
          <p:cNvPr id="12" name="TextBox 11"/>
          <p:cNvSpPr txBox="1"/>
          <p:nvPr/>
        </p:nvSpPr>
        <p:spPr>
          <a:xfrm>
            <a:off x="7303914" y="2614839"/>
            <a:ext cx="3867006" cy="2862322"/>
          </a:xfrm>
          <a:prstGeom prst="rect">
            <a:avLst/>
          </a:prstGeom>
          <a:noFill/>
        </p:spPr>
        <p:txBody>
          <a:bodyPr wrap="square" rtlCol="0">
            <a:spAutoFit/>
          </a:bodyPr>
          <a:lstStyle/>
          <a:p>
            <a:pPr marL="285750" indent="-285750">
              <a:buFont typeface="Arial" pitchFamily="34" charset="0"/>
              <a:buChar char="•"/>
            </a:pPr>
            <a:r>
              <a:rPr lang="en-US" dirty="0" smtClean="0"/>
              <a:t>APAC seems to have the highest count among markets followed by LATAM and EU</a:t>
            </a:r>
          </a:p>
          <a:p>
            <a:pPr marL="285750" indent="-285750">
              <a:buFont typeface="Arial" pitchFamily="34" charset="0"/>
              <a:buChar char="•"/>
            </a:pPr>
            <a:r>
              <a:rPr lang="en-US" dirty="0" smtClean="0"/>
              <a:t>Consumer has the most counts followed by Corporate and Home office in the segments section</a:t>
            </a:r>
          </a:p>
          <a:p>
            <a:pPr marL="285750" indent="-285750">
              <a:buFont typeface="Arial" pitchFamily="34" charset="0"/>
              <a:buChar char="•"/>
            </a:pPr>
            <a:r>
              <a:rPr lang="en-US" dirty="0" smtClean="0"/>
              <a:t>Among the market segments APAC Consumer is the most popular followed by LATAM Consumer and US Consumer.</a:t>
            </a:r>
            <a:endParaRPr lang="en-IN" dirty="0"/>
          </a:p>
        </p:txBody>
      </p:sp>
    </p:spTree>
    <p:extLst>
      <p:ext uri="{BB962C8B-B14F-4D97-AF65-F5344CB8AC3E}">
        <p14:creationId xmlns:p14="http://schemas.microsoft.com/office/powerpoint/2010/main" val="4151694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22">
            <a:extLst>
              <a:ext uri="{FF2B5EF4-FFF2-40B4-BE49-F238E27FC236}">
                <a16:creationId xmlns:a16="http://schemas.microsoft.com/office/drawing/2014/main" xmlns="" id="{E3DFBE3A-6329-4424-BCE9-1661811C2296}"/>
              </a:ext>
            </a:extLst>
          </p:cNvPr>
          <p:cNvSpPr>
            <a:spLocks noGrp="1"/>
          </p:cNvSpPr>
          <p:nvPr>
            <p:ph type="dt" sz="half" idx="10"/>
          </p:nvPr>
        </p:nvSpPr>
        <p:spPr>
          <a:xfrm>
            <a:off x="914400" y="6353175"/>
            <a:ext cx="1097280" cy="365125"/>
          </a:xfrm>
        </p:spPr>
        <p:txBody>
          <a:bodyPr/>
          <a:lstStyle/>
          <a:p>
            <a:r>
              <a:rPr lang="en-US" dirty="0"/>
              <a:t>20XX</a:t>
            </a:r>
          </a:p>
        </p:txBody>
      </p:sp>
      <p:sp>
        <p:nvSpPr>
          <p:cNvPr id="24" name="Footer Placeholder 23">
            <a:extLst>
              <a:ext uri="{FF2B5EF4-FFF2-40B4-BE49-F238E27FC236}">
                <a16:creationId xmlns:a16="http://schemas.microsoft.com/office/drawing/2014/main" xmlns="" id="{E8C12A0D-F4F0-42DA-9829-6FC870648BEB}"/>
              </a:ext>
            </a:extLst>
          </p:cNvPr>
          <p:cNvSpPr>
            <a:spLocks noGrp="1"/>
          </p:cNvSpPr>
          <p:nvPr>
            <p:ph type="ftr" sz="quarter" idx="11"/>
          </p:nvPr>
        </p:nvSpPr>
        <p:spPr>
          <a:xfrm>
            <a:off x="5424487" y="6350000"/>
            <a:ext cx="2286000" cy="365125"/>
          </a:xfrm>
        </p:spPr>
        <p:txBody>
          <a:bodyPr/>
          <a:lstStyle/>
          <a:p>
            <a:r>
              <a:rPr lang="en-US" dirty="0"/>
              <a:t>Pitch deck title</a:t>
            </a:r>
          </a:p>
        </p:txBody>
      </p:sp>
      <p:sp>
        <p:nvSpPr>
          <p:cNvPr id="25" name="Slide Number Placeholder 24">
            <a:extLst>
              <a:ext uri="{FF2B5EF4-FFF2-40B4-BE49-F238E27FC236}">
                <a16:creationId xmlns:a16="http://schemas.microsoft.com/office/drawing/2014/main" xmlns="" id="{192F5D44-F3E7-4917-B2F7-31AFADC9C7FF}"/>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3</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534" y="1576417"/>
            <a:ext cx="4026120" cy="1726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534" y="3888438"/>
            <a:ext cx="4026120" cy="1745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01100" y="1114752"/>
            <a:ext cx="4700588" cy="400110"/>
          </a:xfrm>
          <a:prstGeom prst="rect">
            <a:avLst/>
          </a:prstGeom>
          <a:noFill/>
        </p:spPr>
        <p:txBody>
          <a:bodyPr wrap="square" rtlCol="0">
            <a:spAutoFit/>
          </a:bodyPr>
          <a:lstStyle/>
          <a:p>
            <a:r>
              <a:rPr lang="en-US" sz="2000" b="1" u="sng" dirty="0" smtClean="0"/>
              <a:t>Profit across all market segments</a:t>
            </a:r>
            <a:endParaRPr lang="en-IN" sz="2000" b="1" u="sng" dirty="0"/>
          </a:p>
        </p:txBody>
      </p:sp>
      <p:sp>
        <p:nvSpPr>
          <p:cNvPr id="9" name="TextBox 8"/>
          <p:cNvSpPr txBox="1"/>
          <p:nvPr/>
        </p:nvSpPr>
        <p:spPr>
          <a:xfrm>
            <a:off x="424534" y="3431237"/>
            <a:ext cx="5070060" cy="400110"/>
          </a:xfrm>
          <a:prstGeom prst="rect">
            <a:avLst/>
          </a:prstGeom>
          <a:noFill/>
        </p:spPr>
        <p:txBody>
          <a:bodyPr wrap="square" rtlCol="0">
            <a:spAutoFit/>
          </a:bodyPr>
          <a:lstStyle/>
          <a:p>
            <a:r>
              <a:rPr lang="en-US" sz="2000" b="1" u="sng" dirty="0" smtClean="0"/>
              <a:t>Sales across all market segments</a:t>
            </a:r>
            <a:endParaRPr lang="en-IN" sz="2000" b="1" u="sng" dirty="0"/>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522" y="1576416"/>
            <a:ext cx="2739118" cy="4057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667522" y="468420"/>
            <a:ext cx="2739118" cy="1015663"/>
          </a:xfrm>
          <a:prstGeom prst="rect">
            <a:avLst/>
          </a:prstGeom>
          <a:noFill/>
        </p:spPr>
        <p:txBody>
          <a:bodyPr wrap="square" rtlCol="0">
            <a:spAutoFit/>
          </a:bodyPr>
          <a:lstStyle/>
          <a:p>
            <a:r>
              <a:rPr lang="en-US" sz="2000" b="1" u="sng" dirty="0" smtClean="0"/>
              <a:t>Coefficient Of Variance across all Market Segments</a:t>
            </a:r>
            <a:endParaRPr lang="en-IN" sz="2000" b="1" u="sng" dirty="0"/>
          </a:p>
        </p:txBody>
      </p:sp>
      <p:sp>
        <p:nvSpPr>
          <p:cNvPr id="5" name="TextBox 4"/>
          <p:cNvSpPr txBox="1"/>
          <p:nvPr/>
        </p:nvSpPr>
        <p:spPr>
          <a:xfrm>
            <a:off x="7627620" y="1576416"/>
            <a:ext cx="3482340" cy="2585323"/>
          </a:xfrm>
          <a:prstGeom prst="rect">
            <a:avLst/>
          </a:prstGeom>
          <a:noFill/>
        </p:spPr>
        <p:txBody>
          <a:bodyPr wrap="square" rtlCol="0">
            <a:spAutoFit/>
          </a:bodyPr>
          <a:lstStyle/>
          <a:p>
            <a:pPr marL="285750" indent="-285750">
              <a:buFont typeface="Arial" pitchFamily="34" charset="0"/>
              <a:buChar char="•"/>
            </a:pPr>
            <a:r>
              <a:rPr lang="en-US" dirty="0" smtClean="0"/>
              <a:t>Canada has the most profit followed by APAC</a:t>
            </a:r>
          </a:p>
          <a:p>
            <a:pPr marL="285750" indent="-285750">
              <a:buFont typeface="Arial" pitchFamily="34" charset="0"/>
              <a:buChar char="•"/>
            </a:pPr>
            <a:r>
              <a:rPr lang="en-US" dirty="0" smtClean="0"/>
              <a:t>APAC has the highest sales followed by EU</a:t>
            </a:r>
          </a:p>
          <a:p>
            <a:pPr marL="285750" indent="-285750">
              <a:buFont typeface="Arial" pitchFamily="34" charset="0"/>
              <a:buChar char="•"/>
            </a:pPr>
            <a:r>
              <a:rPr lang="en-US" dirty="0" smtClean="0"/>
              <a:t>APAC Consumer has the lowest Coefficient of Variance among all market </a:t>
            </a:r>
            <a:r>
              <a:rPr lang="en-US" dirty="0"/>
              <a:t>s</a:t>
            </a:r>
            <a:r>
              <a:rPr lang="en-US" dirty="0" smtClean="0"/>
              <a:t>egments so it’s the most profitable market segment.</a:t>
            </a:r>
            <a:endParaRPr lang="en-IN" dirty="0"/>
          </a:p>
        </p:txBody>
      </p:sp>
    </p:spTree>
    <p:extLst>
      <p:ext uri="{BB962C8B-B14F-4D97-AF65-F5344CB8AC3E}">
        <p14:creationId xmlns:p14="http://schemas.microsoft.com/office/powerpoint/2010/main" val="1576827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22">
            <a:extLst>
              <a:ext uri="{FF2B5EF4-FFF2-40B4-BE49-F238E27FC236}">
                <a16:creationId xmlns:a16="http://schemas.microsoft.com/office/drawing/2014/main" xmlns="" id="{E3DFBE3A-6329-4424-BCE9-1661811C2296}"/>
              </a:ext>
            </a:extLst>
          </p:cNvPr>
          <p:cNvSpPr>
            <a:spLocks noGrp="1"/>
          </p:cNvSpPr>
          <p:nvPr>
            <p:ph type="dt" sz="half" idx="10"/>
          </p:nvPr>
        </p:nvSpPr>
        <p:spPr>
          <a:xfrm>
            <a:off x="914400" y="6353175"/>
            <a:ext cx="1097280" cy="365125"/>
          </a:xfrm>
        </p:spPr>
        <p:txBody>
          <a:bodyPr/>
          <a:lstStyle/>
          <a:p>
            <a:r>
              <a:rPr lang="en-US" dirty="0"/>
              <a:t>20XX</a:t>
            </a:r>
          </a:p>
        </p:txBody>
      </p:sp>
      <p:sp>
        <p:nvSpPr>
          <p:cNvPr id="24" name="Footer Placeholder 23">
            <a:extLst>
              <a:ext uri="{FF2B5EF4-FFF2-40B4-BE49-F238E27FC236}">
                <a16:creationId xmlns:a16="http://schemas.microsoft.com/office/drawing/2014/main" xmlns="" id="{E8C12A0D-F4F0-42DA-9829-6FC870648BEB}"/>
              </a:ext>
            </a:extLst>
          </p:cNvPr>
          <p:cNvSpPr>
            <a:spLocks noGrp="1"/>
          </p:cNvSpPr>
          <p:nvPr>
            <p:ph type="ftr" sz="quarter" idx="11"/>
          </p:nvPr>
        </p:nvSpPr>
        <p:spPr>
          <a:xfrm>
            <a:off x="5424487" y="6350000"/>
            <a:ext cx="2286000" cy="365125"/>
          </a:xfrm>
        </p:spPr>
        <p:txBody>
          <a:bodyPr/>
          <a:lstStyle/>
          <a:p>
            <a:r>
              <a:rPr lang="en-US" dirty="0"/>
              <a:t>Pitch deck title</a:t>
            </a:r>
          </a:p>
        </p:txBody>
      </p:sp>
      <p:sp>
        <p:nvSpPr>
          <p:cNvPr id="25" name="Slide Number Placeholder 24">
            <a:extLst>
              <a:ext uri="{FF2B5EF4-FFF2-40B4-BE49-F238E27FC236}">
                <a16:creationId xmlns:a16="http://schemas.microsoft.com/office/drawing/2014/main" xmlns="" id="{192F5D44-F3E7-4917-B2F7-31AFADC9C7FF}"/>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4</a:t>
            </a:fld>
            <a:endParaRPr lang="en-US"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434" y="1185862"/>
            <a:ext cx="4538910" cy="306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7342" y="1185862"/>
            <a:ext cx="4553943" cy="306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88436" y="769620"/>
            <a:ext cx="4538908" cy="369332"/>
          </a:xfrm>
          <a:prstGeom prst="rect">
            <a:avLst/>
          </a:prstGeom>
          <a:noFill/>
        </p:spPr>
        <p:txBody>
          <a:bodyPr wrap="square" rtlCol="0">
            <a:spAutoFit/>
          </a:bodyPr>
          <a:lstStyle/>
          <a:p>
            <a:r>
              <a:rPr lang="en-US" b="1" u="sng" dirty="0" smtClean="0"/>
              <a:t>Additive Seasonal Decomposition</a:t>
            </a:r>
            <a:endParaRPr lang="en-IN" b="1" u="sng" dirty="0"/>
          </a:p>
        </p:txBody>
      </p:sp>
      <p:sp>
        <p:nvSpPr>
          <p:cNvPr id="5" name="TextBox 4"/>
          <p:cNvSpPr txBox="1"/>
          <p:nvPr/>
        </p:nvSpPr>
        <p:spPr>
          <a:xfrm>
            <a:off x="5585460" y="769620"/>
            <a:ext cx="4792980" cy="369332"/>
          </a:xfrm>
          <a:prstGeom prst="rect">
            <a:avLst/>
          </a:prstGeom>
          <a:noFill/>
        </p:spPr>
        <p:txBody>
          <a:bodyPr wrap="square" rtlCol="0">
            <a:spAutoFit/>
          </a:bodyPr>
          <a:lstStyle/>
          <a:p>
            <a:r>
              <a:rPr lang="en-US" b="1" u="sng" dirty="0" smtClean="0"/>
              <a:t>Multiplicative Seasonal Decomposition</a:t>
            </a:r>
            <a:endParaRPr lang="en-IN" b="1" u="sng" dirty="0"/>
          </a:p>
        </p:txBody>
      </p:sp>
      <p:sp>
        <p:nvSpPr>
          <p:cNvPr id="6" name="TextBox 5"/>
          <p:cNvSpPr txBox="1"/>
          <p:nvPr/>
        </p:nvSpPr>
        <p:spPr>
          <a:xfrm>
            <a:off x="957117" y="4351020"/>
            <a:ext cx="9092849" cy="646331"/>
          </a:xfrm>
          <a:prstGeom prst="rect">
            <a:avLst/>
          </a:prstGeom>
          <a:noFill/>
        </p:spPr>
        <p:txBody>
          <a:bodyPr wrap="square" rtlCol="0">
            <a:spAutoFit/>
          </a:bodyPr>
          <a:lstStyle/>
          <a:p>
            <a:r>
              <a:rPr lang="en-US" dirty="0" smtClean="0"/>
              <a:t>Decomposition was done to reduce the time series plot into its components of trend, seasonality and </a:t>
            </a:r>
            <a:r>
              <a:rPr lang="en-US" dirty="0" err="1" smtClean="0"/>
              <a:t>residuels</a:t>
            </a:r>
            <a:endParaRPr lang="en-IN" dirty="0"/>
          </a:p>
        </p:txBody>
      </p:sp>
    </p:spTree>
    <p:extLst>
      <p:ext uri="{BB962C8B-B14F-4D97-AF65-F5344CB8AC3E}">
        <p14:creationId xmlns:p14="http://schemas.microsoft.com/office/powerpoint/2010/main" val="3910224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22">
            <a:extLst>
              <a:ext uri="{FF2B5EF4-FFF2-40B4-BE49-F238E27FC236}">
                <a16:creationId xmlns:a16="http://schemas.microsoft.com/office/drawing/2014/main" xmlns="" id="{E3DFBE3A-6329-4424-BCE9-1661811C2296}"/>
              </a:ext>
            </a:extLst>
          </p:cNvPr>
          <p:cNvSpPr>
            <a:spLocks noGrp="1"/>
          </p:cNvSpPr>
          <p:nvPr>
            <p:ph type="dt" sz="half" idx="10"/>
          </p:nvPr>
        </p:nvSpPr>
        <p:spPr>
          <a:xfrm>
            <a:off x="914400" y="6353175"/>
            <a:ext cx="1097280" cy="365125"/>
          </a:xfrm>
        </p:spPr>
        <p:txBody>
          <a:bodyPr/>
          <a:lstStyle/>
          <a:p>
            <a:r>
              <a:rPr lang="en-US" dirty="0"/>
              <a:t>20XX</a:t>
            </a:r>
          </a:p>
        </p:txBody>
      </p:sp>
      <p:sp>
        <p:nvSpPr>
          <p:cNvPr id="24" name="Footer Placeholder 23">
            <a:extLst>
              <a:ext uri="{FF2B5EF4-FFF2-40B4-BE49-F238E27FC236}">
                <a16:creationId xmlns:a16="http://schemas.microsoft.com/office/drawing/2014/main" xmlns="" id="{E8C12A0D-F4F0-42DA-9829-6FC870648BEB}"/>
              </a:ext>
            </a:extLst>
          </p:cNvPr>
          <p:cNvSpPr>
            <a:spLocks noGrp="1"/>
          </p:cNvSpPr>
          <p:nvPr>
            <p:ph type="ftr" sz="quarter" idx="11"/>
          </p:nvPr>
        </p:nvSpPr>
        <p:spPr>
          <a:xfrm>
            <a:off x="5424487" y="6350000"/>
            <a:ext cx="2286000" cy="365125"/>
          </a:xfrm>
        </p:spPr>
        <p:txBody>
          <a:bodyPr/>
          <a:lstStyle/>
          <a:p>
            <a:r>
              <a:rPr lang="en-US" dirty="0"/>
              <a:t>Pitch deck title</a:t>
            </a:r>
          </a:p>
        </p:txBody>
      </p:sp>
      <p:sp>
        <p:nvSpPr>
          <p:cNvPr id="25" name="Slide Number Placeholder 24">
            <a:extLst>
              <a:ext uri="{FF2B5EF4-FFF2-40B4-BE49-F238E27FC236}">
                <a16:creationId xmlns:a16="http://schemas.microsoft.com/office/drawing/2014/main" xmlns="" id="{192F5D44-F3E7-4917-B2F7-31AFADC9C7FF}"/>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5</a:t>
            </a:fld>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 y="925592"/>
            <a:ext cx="4609148" cy="1727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02920" y="556260"/>
            <a:ext cx="10180320" cy="369332"/>
          </a:xfrm>
          <a:prstGeom prst="rect">
            <a:avLst/>
          </a:prstGeom>
          <a:noFill/>
        </p:spPr>
        <p:txBody>
          <a:bodyPr wrap="square" rtlCol="0">
            <a:spAutoFit/>
          </a:bodyPr>
          <a:lstStyle/>
          <a:p>
            <a:pPr algn="ctr"/>
            <a:r>
              <a:rPr lang="en-US" b="1" u="sng" dirty="0" smtClean="0"/>
              <a:t>Original Sales data vs. Smoothing Technique Methods</a:t>
            </a:r>
            <a:endParaRPr lang="en-IN" b="1" u="sng"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78" y="2653398"/>
            <a:ext cx="4609148" cy="1721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05778" y="1093498"/>
            <a:ext cx="4503420" cy="246221"/>
          </a:xfrm>
          <a:prstGeom prst="rect">
            <a:avLst/>
          </a:prstGeom>
          <a:noFill/>
        </p:spPr>
        <p:txBody>
          <a:bodyPr wrap="square" rtlCol="0">
            <a:spAutoFit/>
          </a:bodyPr>
          <a:lstStyle/>
          <a:p>
            <a:pPr algn="ctr"/>
            <a:r>
              <a:rPr lang="en-US" sz="1000" dirty="0" smtClean="0"/>
              <a:t>Original Data</a:t>
            </a:r>
            <a:endParaRPr lang="en-IN" sz="1000" dirty="0"/>
          </a:p>
        </p:txBody>
      </p:sp>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4926" y="925592"/>
            <a:ext cx="4609148" cy="1727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2068" y="2653397"/>
            <a:ext cx="4606290" cy="1721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778" y="4374887"/>
            <a:ext cx="4612006" cy="1672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117784" y="4374887"/>
            <a:ext cx="4606290" cy="1569660"/>
          </a:xfrm>
          <a:prstGeom prst="rect">
            <a:avLst/>
          </a:prstGeom>
          <a:noFill/>
        </p:spPr>
        <p:txBody>
          <a:bodyPr wrap="square" rtlCol="0">
            <a:spAutoFit/>
          </a:bodyPr>
          <a:lstStyle/>
          <a:p>
            <a:r>
              <a:rPr lang="en-US" sz="1600" dirty="0" smtClean="0"/>
              <a:t>Here we can see the original time series data in blue and then the test data in orange. The green line represents the forecast predicted by each method. Of all the forecasts predicted we can see that  Holt Winters’ multiplicative method matches the test data the closest.</a:t>
            </a:r>
            <a:endParaRPr lang="en-IN" sz="1600" dirty="0"/>
          </a:p>
        </p:txBody>
      </p:sp>
    </p:spTree>
    <p:extLst>
      <p:ext uri="{BB962C8B-B14F-4D97-AF65-F5344CB8AC3E}">
        <p14:creationId xmlns:p14="http://schemas.microsoft.com/office/powerpoint/2010/main" val="2951797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22">
            <a:extLst>
              <a:ext uri="{FF2B5EF4-FFF2-40B4-BE49-F238E27FC236}">
                <a16:creationId xmlns:a16="http://schemas.microsoft.com/office/drawing/2014/main" xmlns="" id="{E3DFBE3A-6329-4424-BCE9-1661811C2296}"/>
              </a:ext>
            </a:extLst>
          </p:cNvPr>
          <p:cNvSpPr>
            <a:spLocks noGrp="1"/>
          </p:cNvSpPr>
          <p:nvPr>
            <p:ph type="dt" sz="half" idx="10"/>
          </p:nvPr>
        </p:nvSpPr>
        <p:spPr>
          <a:xfrm>
            <a:off x="914400" y="6353175"/>
            <a:ext cx="1097280" cy="365125"/>
          </a:xfrm>
        </p:spPr>
        <p:txBody>
          <a:bodyPr/>
          <a:lstStyle/>
          <a:p>
            <a:r>
              <a:rPr lang="en-US" dirty="0"/>
              <a:t>20XX</a:t>
            </a:r>
          </a:p>
        </p:txBody>
      </p:sp>
      <p:sp>
        <p:nvSpPr>
          <p:cNvPr id="24" name="Footer Placeholder 23">
            <a:extLst>
              <a:ext uri="{FF2B5EF4-FFF2-40B4-BE49-F238E27FC236}">
                <a16:creationId xmlns:a16="http://schemas.microsoft.com/office/drawing/2014/main" xmlns="" id="{E8C12A0D-F4F0-42DA-9829-6FC870648BEB}"/>
              </a:ext>
            </a:extLst>
          </p:cNvPr>
          <p:cNvSpPr>
            <a:spLocks noGrp="1"/>
          </p:cNvSpPr>
          <p:nvPr>
            <p:ph type="ftr" sz="quarter" idx="11"/>
          </p:nvPr>
        </p:nvSpPr>
        <p:spPr>
          <a:xfrm>
            <a:off x="5424487" y="6350000"/>
            <a:ext cx="2286000" cy="365125"/>
          </a:xfrm>
        </p:spPr>
        <p:txBody>
          <a:bodyPr/>
          <a:lstStyle/>
          <a:p>
            <a:r>
              <a:rPr lang="en-US" dirty="0"/>
              <a:t>Pitch deck title</a:t>
            </a:r>
          </a:p>
        </p:txBody>
      </p:sp>
      <p:sp>
        <p:nvSpPr>
          <p:cNvPr id="25" name="Slide Number Placeholder 24">
            <a:extLst>
              <a:ext uri="{FF2B5EF4-FFF2-40B4-BE49-F238E27FC236}">
                <a16:creationId xmlns:a16="http://schemas.microsoft.com/office/drawing/2014/main" xmlns="" id="{192F5D44-F3E7-4917-B2F7-31AFADC9C7FF}"/>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6</a:t>
            </a:fld>
            <a:endParaRPr lang="en-US" dirty="0"/>
          </a:p>
        </p:txBody>
      </p:sp>
      <p:sp>
        <p:nvSpPr>
          <p:cNvPr id="5" name="TextBox 4"/>
          <p:cNvSpPr txBox="1"/>
          <p:nvPr/>
        </p:nvSpPr>
        <p:spPr>
          <a:xfrm>
            <a:off x="502920" y="556260"/>
            <a:ext cx="10180320" cy="369332"/>
          </a:xfrm>
          <a:prstGeom prst="rect">
            <a:avLst/>
          </a:prstGeom>
          <a:noFill/>
        </p:spPr>
        <p:txBody>
          <a:bodyPr wrap="square" rtlCol="0">
            <a:spAutoFit/>
          </a:bodyPr>
          <a:lstStyle/>
          <a:p>
            <a:pPr algn="ctr"/>
            <a:r>
              <a:rPr lang="en-US" b="1" u="sng" dirty="0" smtClean="0"/>
              <a:t>Original Sales data vs. ARIMA Methods</a:t>
            </a:r>
            <a:endParaRPr lang="en-IN" b="1" u="sng"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478" y="2413812"/>
            <a:ext cx="3970020" cy="1460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478" y="925592"/>
            <a:ext cx="3970020" cy="148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479" y="3873949"/>
            <a:ext cx="3970020" cy="1440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4352" y="2381266"/>
            <a:ext cx="3997166" cy="148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1498" y="925592"/>
            <a:ext cx="3970020" cy="1455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61499" y="3873950"/>
            <a:ext cx="3970019" cy="1460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280036" y="970387"/>
            <a:ext cx="4503420" cy="246221"/>
          </a:xfrm>
          <a:prstGeom prst="rect">
            <a:avLst/>
          </a:prstGeom>
          <a:noFill/>
        </p:spPr>
        <p:txBody>
          <a:bodyPr wrap="square" rtlCol="0">
            <a:spAutoFit/>
          </a:bodyPr>
          <a:lstStyle/>
          <a:p>
            <a:pPr algn="ctr"/>
            <a:r>
              <a:rPr lang="en-US" sz="1000" dirty="0" smtClean="0"/>
              <a:t>Original Data</a:t>
            </a:r>
            <a:endParaRPr lang="en-IN" sz="1000" dirty="0"/>
          </a:p>
        </p:txBody>
      </p:sp>
      <p:sp>
        <p:nvSpPr>
          <p:cNvPr id="2" name="TextBox 1"/>
          <p:cNvSpPr txBox="1"/>
          <p:nvPr/>
        </p:nvSpPr>
        <p:spPr>
          <a:xfrm>
            <a:off x="8519160" y="2021947"/>
            <a:ext cx="2316480" cy="1754326"/>
          </a:xfrm>
          <a:prstGeom prst="rect">
            <a:avLst/>
          </a:prstGeom>
          <a:noFill/>
        </p:spPr>
        <p:txBody>
          <a:bodyPr wrap="square" rtlCol="0">
            <a:spAutoFit/>
          </a:bodyPr>
          <a:lstStyle/>
          <a:p>
            <a:r>
              <a:rPr lang="en-US" dirty="0" smtClean="0"/>
              <a:t>Of all the ARIMA set of methods we can see that the SARIMA method plot is the closest to the test set of the data</a:t>
            </a:r>
            <a:endParaRPr lang="en-IN" dirty="0"/>
          </a:p>
        </p:txBody>
      </p:sp>
    </p:spTree>
    <p:extLst>
      <p:ext uri="{BB962C8B-B14F-4D97-AF65-F5344CB8AC3E}">
        <p14:creationId xmlns:p14="http://schemas.microsoft.com/office/powerpoint/2010/main" val="2521680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22">
            <a:extLst>
              <a:ext uri="{FF2B5EF4-FFF2-40B4-BE49-F238E27FC236}">
                <a16:creationId xmlns:a16="http://schemas.microsoft.com/office/drawing/2014/main" xmlns="" id="{E3DFBE3A-6329-4424-BCE9-1661811C2296}"/>
              </a:ext>
            </a:extLst>
          </p:cNvPr>
          <p:cNvSpPr>
            <a:spLocks noGrp="1"/>
          </p:cNvSpPr>
          <p:nvPr>
            <p:ph type="dt" sz="half" idx="10"/>
          </p:nvPr>
        </p:nvSpPr>
        <p:spPr>
          <a:xfrm>
            <a:off x="914400" y="6353175"/>
            <a:ext cx="1097280" cy="365125"/>
          </a:xfrm>
        </p:spPr>
        <p:txBody>
          <a:bodyPr/>
          <a:lstStyle/>
          <a:p>
            <a:r>
              <a:rPr lang="en-US" dirty="0"/>
              <a:t>20XX</a:t>
            </a:r>
          </a:p>
        </p:txBody>
      </p:sp>
      <p:sp>
        <p:nvSpPr>
          <p:cNvPr id="24" name="Footer Placeholder 23">
            <a:extLst>
              <a:ext uri="{FF2B5EF4-FFF2-40B4-BE49-F238E27FC236}">
                <a16:creationId xmlns:a16="http://schemas.microsoft.com/office/drawing/2014/main" xmlns="" id="{E8C12A0D-F4F0-42DA-9829-6FC870648BEB}"/>
              </a:ext>
            </a:extLst>
          </p:cNvPr>
          <p:cNvSpPr>
            <a:spLocks noGrp="1"/>
          </p:cNvSpPr>
          <p:nvPr>
            <p:ph type="ftr" sz="quarter" idx="11"/>
          </p:nvPr>
        </p:nvSpPr>
        <p:spPr>
          <a:xfrm>
            <a:off x="5424487" y="6350000"/>
            <a:ext cx="2286000" cy="365125"/>
          </a:xfrm>
        </p:spPr>
        <p:txBody>
          <a:bodyPr/>
          <a:lstStyle/>
          <a:p>
            <a:r>
              <a:rPr lang="en-US" dirty="0"/>
              <a:t>Pitch deck title</a:t>
            </a:r>
          </a:p>
        </p:txBody>
      </p:sp>
      <p:sp>
        <p:nvSpPr>
          <p:cNvPr id="25" name="Slide Number Placeholder 24">
            <a:extLst>
              <a:ext uri="{FF2B5EF4-FFF2-40B4-BE49-F238E27FC236}">
                <a16:creationId xmlns:a16="http://schemas.microsoft.com/office/drawing/2014/main" xmlns="" id="{192F5D44-F3E7-4917-B2F7-31AFADC9C7FF}"/>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7</a:t>
            </a:fld>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428" y="1435418"/>
            <a:ext cx="4543425"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72428" y="845820"/>
            <a:ext cx="5006340" cy="646331"/>
          </a:xfrm>
          <a:prstGeom prst="rect">
            <a:avLst/>
          </a:prstGeom>
          <a:noFill/>
        </p:spPr>
        <p:txBody>
          <a:bodyPr wrap="square" rtlCol="0">
            <a:spAutoFit/>
          </a:bodyPr>
          <a:lstStyle/>
          <a:p>
            <a:r>
              <a:rPr lang="en-US" b="1" u="sng" dirty="0" smtClean="0"/>
              <a:t>Mean Absolute Percentage Error of each method conducted </a:t>
            </a:r>
            <a:endParaRPr lang="en-IN" b="1" u="sng" dirty="0"/>
          </a:p>
        </p:txBody>
      </p:sp>
      <p:sp>
        <p:nvSpPr>
          <p:cNvPr id="3" name="TextBox 2"/>
          <p:cNvSpPr txBox="1"/>
          <p:nvPr/>
        </p:nvSpPr>
        <p:spPr>
          <a:xfrm>
            <a:off x="5516880" y="1492151"/>
            <a:ext cx="4937760" cy="2031325"/>
          </a:xfrm>
          <a:prstGeom prst="rect">
            <a:avLst/>
          </a:prstGeom>
          <a:noFill/>
        </p:spPr>
        <p:txBody>
          <a:bodyPr wrap="square" rtlCol="0">
            <a:spAutoFit/>
          </a:bodyPr>
          <a:lstStyle/>
          <a:p>
            <a:pPr marL="285750" indent="-285750">
              <a:buFont typeface="Arial" pitchFamily="34" charset="0"/>
              <a:buChar char="•"/>
            </a:pPr>
            <a:r>
              <a:rPr lang="en-US" b="1" dirty="0"/>
              <a:t>After doing all the techniques we can see that Holt Winters' additive method is the best forecasting method in the smoothing </a:t>
            </a:r>
            <a:r>
              <a:rPr lang="en-US" b="1" dirty="0" smtClean="0"/>
              <a:t>technique.</a:t>
            </a:r>
          </a:p>
          <a:p>
            <a:pPr marL="285750" indent="-285750">
              <a:buFont typeface="Arial" pitchFamily="34" charset="0"/>
              <a:buChar char="•"/>
            </a:pPr>
            <a:r>
              <a:rPr lang="en-US" b="1" dirty="0"/>
              <a:t>Among the ARIMA set of techniques we can see that SARIMA is the best </a:t>
            </a:r>
            <a:r>
              <a:rPr lang="en-US" b="1" dirty="0" smtClean="0"/>
              <a:t>method.</a:t>
            </a:r>
            <a:endParaRPr lang="en-US" b="1" dirty="0"/>
          </a:p>
          <a:p>
            <a:pPr marL="285750" indent="-285750">
              <a:buFont typeface="Arial" pitchFamily="34" charset="0"/>
              <a:buChar char="•"/>
            </a:pPr>
            <a:endParaRPr lang="en-US" b="1" dirty="0"/>
          </a:p>
        </p:txBody>
      </p:sp>
    </p:spTree>
    <p:extLst>
      <p:ext uri="{BB962C8B-B14F-4D97-AF65-F5344CB8AC3E}">
        <p14:creationId xmlns:p14="http://schemas.microsoft.com/office/powerpoint/2010/main" val="3861044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9DE7F2-E890-4744-88DD-A75F5E300513}"/>
              </a:ext>
            </a:extLst>
          </p:cNvPr>
          <p:cNvSpPr>
            <a:spLocks noGrp="1"/>
          </p:cNvSpPr>
          <p:nvPr>
            <p:ph type="ctrTitle"/>
          </p:nvPr>
        </p:nvSpPr>
        <p:spPr>
          <a:xfrm>
            <a:off x="6605937" y="2141219"/>
            <a:ext cx="5099392" cy="1221231"/>
          </a:xfrm>
        </p:spPr>
        <p:txBody>
          <a:bodyPr/>
          <a:lstStyle/>
          <a:p>
            <a:r>
              <a:rPr lang="en-US" dirty="0" smtClean="0"/>
              <a:t>Thank You</a:t>
            </a:r>
            <a:endParaRPr lang="en-US" dirty="0"/>
          </a:p>
        </p:txBody>
      </p:sp>
      <p:sp>
        <p:nvSpPr>
          <p:cNvPr id="3" name="Date Placeholder 2">
            <a:extLst>
              <a:ext uri="{FF2B5EF4-FFF2-40B4-BE49-F238E27FC236}">
                <a16:creationId xmlns:a16="http://schemas.microsoft.com/office/drawing/2014/main" xmlns="" id="{B41BEFCB-C2E8-4F6F-B4E4-FDD52E2041BF}"/>
              </a:ext>
            </a:extLst>
          </p:cNvPr>
          <p:cNvSpPr>
            <a:spLocks noGrp="1"/>
          </p:cNvSpPr>
          <p:nvPr>
            <p:ph type="dt" sz="half" idx="10"/>
          </p:nvPr>
        </p:nvSpPr>
        <p:spPr/>
        <p:txBody>
          <a:bodyPr/>
          <a:lstStyle/>
          <a:p>
            <a:r>
              <a:rPr lang="en-US" dirty="0"/>
              <a:t>20XX</a:t>
            </a:r>
          </a:p>
        </p:txBody>
      </p:sp>
      <p:sp>
        <p:nvSpPr>
          <p:cNvPr id="4" name="Footer Placeholder 3">
            <a:extLst>
              <a:ext uri="{FF2B5EF4-FFF2-40B4-BE49-F238E27FC236}">
                <a16:creationId xmlns:a16="http://schemas.microsoft.com/office/drawing/2014/main" xmlns="" id="{92078759-3A2F-49C4-A46E-BF94133C0D22}"/>
              </a:ext>
            </a:extLst>
          </p:cNvPr>
          <p:cNvSpPr>
            <a:spLocks noGrp="1"/>
          </p:cNvSpPr>
          <p:nvPr>
            <p:ph type="ftr" sz="quarter" idx="11"/>
          </p:nvPr>
        </p:nvSpPr>
        <p:spPr/>
        <p:txBody>
          <a:bodyPr/>
          <a:lstStyle/>
          <a:p>
            <a:r>
              <a:rPr lang="en-US" dirty="0"/>
              <a:t>Pitch deck title</a:t>
            </a:r>
          </a:p>
        </p:txBody>
      </p:sp>
      <p:sp>
        <p:nvSpPr>
          <p:cNvPr id="5" name="Slide Number Placeholder 4">
            <a:extLst>
              <a:ext uri="{FF2B5EF4-FFF2-40B4-BE49-F238E27FC236}">
                <a16:creationId xmlns:a16="http://schemas.microsoft.com/office/drawing/2014/main" xmlns="" id="{65AC6C41-3BBF-4721-A0AE-9007E9927EDE}"/>
              </a:ext>
            </a:extLst>
          </p:cNvPr>
          <p:cNvSpPr>
            <a:spLocks noGrp="1"/>
          </p:cNvSpPr>
          <p:nvPr>
            <p:ph type="sldNum" sz="quarter" idx="12"/>
          </p:nvPr>
        </p:nvSpPr>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707789176"/>
      </p:ext>
    </p:extLst>
  </p:cSld>
  <p:clrMapOvr>
    <a:masterClrMapping/>
  </p:clrMapOvr>
</p:sld>
</file>

<file path=ppt/theme/theme1.xml><?xml version="1.0" encoding="utf-8"?>
<a:theme xmlns:a="http://schemas.openxmlformats.org/drawingml/2006/main" name="Office Theme">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507A08B-DCB0-4B9D-A025-EFEE54EC30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19A930-1B99-4E6A-8FC0-F4EC96DB90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B8D7BA3-8A6F-4F51-B1EE-3B01AA004F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TM33968143</Template>
  <TotalTime>0</TotalTime>
  <Words>326</Words>
  <Application>Microsoft Office PowerPoint</Application>
  <PresentationFormat>Custom</PresentationFormat>
  <Paragraphs>47</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Retail Giant Sales Forecasting Assignment</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2021-05-30T21:15:46Z</dcterms:created>
  <dcterms:modified xsi:type="dcterms:W3CDTF">2023-05-15T00:13:48Z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